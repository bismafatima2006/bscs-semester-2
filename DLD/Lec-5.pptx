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302" r:id="rId2"/>
    <p:sldId id="303" r:id="rId3"/>
    <p:sldId id="304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32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278782-C945-48A5-8504-E17BCC3C46F0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966853-7663-46B0-BD21-1E64F50A2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355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5C1F1327-B032-4C3E-BD75-EB1A45E13E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B223D95-3E23-47F0-B3B5-5005E7F84964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2AC8400B-F78B-4FE5-981A-629022F2D27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0AA4834A-5E61-4161-AF03-EE8784465A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/>
              <a:t> m6 = X Y Z’</a:t>
            </a:r>
          </a:p>
          <a:p>
            <a:r>
              <a:rPr lang="en-US" altLang="en-US"/>
              <a:t> M6 = (X’ + Y’ + Z)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BFE801FB-C97B-433E-B6EE-D8FC0D8E41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9421830-6F1C-4833-8E41-083CD89AEE4B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5539" name="Rectangle 3074">
            <a:extLst>
              <a:ext uri="{FF2B5EF4-FFF2-40B4-BE49-F238E27FC236}">
                <a16:creationId xmlns:a16="http://schemas.microsoft.com/office/drawing/2014/main" id="{38ECD97D-B411-4275-8667-C2C5A854245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455613" y="720725"/>
            <a:ext cx="6400800" cy="3600450"/>
          </a:xfrm>
          <a:solidFill>
            <a:srgbClr val="FFFFFF"/>
          </a:solidFill>
          <a:ln/>
        </p:spPr>
      </p:sp>
      <p:sp>
        <p:nvSpPr>
          <p:cNvPr id="65540" name="Rectangle 3075">
            <a:extLst>
              <a:ext uri="{FF2B5EF4-FFF2-40B4-BE49-F238E27FC236}">
                <a16:creationId xmlns:a16="http://schemas.microsoft.com/office/drawing/2014/main" id="{88A576A8-A1A1-42E4-8F47-50C382866F0D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312" tIns="47656" rIns="95312" bIns="47656"/>
          <a:lstStyle/>
          <a:p>
            <a:r>
              <a:rPr lang="en-US" altLang="en-US"/>
              <a:t> M1 = a + b + c + d’</a:t>
            </a:r>
          </a:p>
          <a:p>
            <a:r>
              <a:rPr lang="en-US" altLang="en-US"/>
              <a:t> m3 = a’ b’ c d</a:t>
            </a:r>
          </a:p>
          <a:p>
            <a:r>
              <a:rPr lang="en-US" altLang="en-US"/>
              <a:t> m7 = a’ b c d</a:t>
            </a:r>
          </a:p>
          <a:p>
            <a:r>
              <a:rPr lang="en-US" altLang="en-US"/>
              <a:t> M 13 = a’ + b’ + c + d’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51ED744C-1F54-46B5-B00C-94D890BCAF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DBAA16F-C3A9-49BF-8823-5DDC8EB07F60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BAA7321B-89CD-41B6-8678-4E7080E843B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455613" y="720725"/>
            <a:ext cx="6400800" cy="3600450"/>
          </a:xfrm>
          <a:solidFill>
            <a:srgbClr val="FFFFFF"/>
          </a:solidFill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359747F0-9BE6-40B7-9BF7-3CF5BE7DF48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312" tIns="47656" rIns="95312" bIns="4765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EC373CDB-3FCA-4D92-815D-1453D8D77D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3A2D55-20E8-4113-BE5F-A0337D1874A9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0A1D5F18-A52E-4A92-A6C1-A7E98AC00E5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455613" y="720725"/>
            <a:ext cx="6400800" cy="3600450"/>
          </a:xfrm>
          <a:solidFill>
            <a:srgbClr val="FFFFFF"/>
          </a:solidFill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ABEB88BB-7978-4B87-962B-C6AD63CA746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312" tIns="47656" rIns="95312" bIns="4765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6EC08F5F-E5F7-4CBA-BDD4-3F276E739A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040DB3A-899D-4979-A6A4-5D92B2DF1024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73523D2D-E6B7-429F-A4A7-FB85DD76CFA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455613" y="720725"/>
            <a:ext cx="6400800" cy="3600450"/>
          </a:xfrm>
          <a:solidFill>
            <a:srgbClr val="FFFFFF"/>
          </a:solidFill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1B7376EA-513E-4061-A45B-758C2F005E9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312" tIns="47656" rIns="95312" bIns="4765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0D8E3994-746D-45E4-846D-41C4957856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161DBA-9E1D-48DD-ABC6-3A685EEC4029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5DF9DF4F-D84A-400C-B5E4-7164E637B61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455613" y="720725"/>
            <a:ext cx="6400800" cy="3600450"/>
          </a:xfrm>
          <a:solidFill>
            <a:srgbClr val="FFFFFF"/>
          </a:solidFill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9FE7DEE8-CA45-4B6C-BDBB-0C834E1A10C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312" tIns="47656" rIns="95312" bIns="4765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2A8A5B3D-0D5A-47A9-BB18-D6C660A8BE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BB2BDD6-8846-4B82-9FCC-C7E1EB5489B5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AD4AA2D2-BF25-42F8-8543-76469020904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455613" y="720725"/>
            <a:ext cx="6400800" cy="3600450"/>
          </a:xfrm>
          <a:solidFill>
            <a:srgbClr val="FFFFFF"/>
          </a:solidFill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1B04A2B6-4022-4AA3-99AE-C0D05776351A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312" tIns="47656" rIns="95312" bIns="47656"/>
          <a:lstStyle/>
          <a:p>
            <a:r>
              <a:rPr lang="en-US" altLang="en-US"/>
              <a:t> F(A,B,C,D,E) = A’B’C’DE’ + A’BC’D’E + AB’C’D’E + AB’CDE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C61CB9CA-CCF6-4DBF-9923-60B6466A62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A2BF619-9139-4469-A768-162206A018F8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8BF5AC01-DC76-40EC-9ADE-B562535F362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455613" y="720725"/>
            <a:ext cx="6400800" cy="3600450"/>
          </a:xfrm>
          <a:solidFill>
            <a:srgbClr val="FFFFFF"/>
          </a:solidFill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7385B458-E6F9-4515-BF49-2DA029A5127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312" tIns="47656" rIns="95312" bIns="4765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2B4D0863-B1C6-4197-8B56-73A952723F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1F1FBAB-7F44-4D04-BDFD-55564232E700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500B42B9-716C-4675-AF4D-CD3CE769D62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455613" y="720725"/>
            <a:ext cx="6400800" cy="3600450"/>
          </a:xfrm>
          <a:solidFill>
            <a:srgbClr val="FFFFFF"/>
          </a:solidFill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0C896520-C1F9-4A8A-B80F-05110955ABFE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312" tIns="47656" rIns="95312" bIns="47656"/>
          <a:lstStyle/>
          <a:p>
            <a:endParaRPr lang="en-US" altLang="en-US"/>
          </a:p>
          <a:p>
            <a:r>
              <a:rPr lang="en-US" altLang="en-US"/>
              <a:t> F = (A + B + C’ + D’) (A’ + B + C + D) (A’ + B + C’ + D’) (A’ + B’ + C’ + D)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7A7FA04A-1AB2-4DA0-9E15-E6F3286FBB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39DC372-B381-423D-B991-86F67796EBF1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0E8EC69B-C662-47D6-A2D9-47883A720A7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455613" y="720725"/>
            <a:ext cx="6400800" cy="3600450"/>
          </a:xfrm>
          <a:solidFill>
            <a:srgbClr val="FFFFFF"/>
          </a:solidFill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7E9CA56A-9263-4926-A968-2F582534EFF0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312" tIns="47656" rIns="95312" bIns="4765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9CB1CA40-9909-4018-BE05-D50326261C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59E3CD-D1B4-4A57-8392-BA9528BE8B3C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3971" name="Rectangle 1026">
            <a:extLst>
              <a:ext uri="{FF2B5EF4-FFF2-40B4-BE49-F238E27FC236}">
                <a16:creationId xmlns:a16="http://schemas.microsoft.com/office/drawing/2014/main" id="{50D7E648-A204-4CA8-8EC5-85AA8EAC9ED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455613" y="720725"/>
            <a:ext cx="6400800" cy="3600450"/>
          </a:xfrm>
          <a:solidFill>
            <a:srgbClr val="FFFFFF"/>
          </a:solidFill>
          <a:ln/>
        </p:spPr>
      </p:sp>
      <p:sp>
        <p:nvSpPr>
          <p:cNvPr id="83972" name="Rectangle 1027">
            <a:extLst>
              <a:ext uri="{FF2B5EF4-FFF2-40B4-BE49-F238E27FC236}">
                <a16:creationId xmlns:a16="http://schemas.microsoft.com/office/drawing/2014/main" id="{A2314BA9-7B48-4268-8152-AE21E10B33B2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312" tIns="47656" rIns="95312" bIns="47656"/>
          <a:lstStyle/>
          <a:p>
            <a:r>
              <a:rPr lang="en-US" altLang="en-US"/>
              <a:t> F = A(B + B’)(C + C’) + (A + A’) B’ C </a:t>
            </a:r>
          </a:p>
          <a:p>
            <a:r>
              <a:rPr lang="en-US" altLang="en-US"/>
              <a:t>    = ABC + ABC’ + AB’C + AB’C’ + AB’C + A’B’C</a:t>
            </a:r>
          </a:p>
          <a:p>
            <a:r>
              <a:rPr lang="en-US" altLang="en-US"/>
              <a:t>    = ABC + ABC’ + AB’C + AB’C’ + A’B’C</a:t>
            </a:r>
          </a:p>
          <a:p>
            <a:r>
              <a:rPr lang="en-US" altLang="en-US"/>
              <a:t>    = m7 + m6 + m5 + m4 + m1 = m1 + m4 + m5 + m6 + m7 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67524722-CC10-46BC-AD3C-84EB0FDD8D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0FC0DC-40D6-4F22-9AA8-A3B1AFC6D279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E49532A5-A012-45E7-84B3-57190C0A0C8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455613" y="720725"/>
            <a:ext cx="6400800" cy="3600450"/>
          </a:xfrm>
          <a:solidFill>
            <a:srgbClr val="FFFFFF"/>
          </a:solidFill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2789F4C3-F5FC-480E-8403-73E45A64F12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312" tIns="47656" rIns="95312" bIns="4765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75707057-CC1E-4AEA-8F52-EB90E68E2D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04C49C-DCAD-4442-B8BD-79A6FE46992E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656115C6-16BD-41FA-B097-0AB26150650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455613" y="720725"/>
            <a:ext cx="6400800" cy="3600450"/>
          </a:xfrm>
          <a:solidFill>
            <a:srgbClr val="FFFFFF"/>
          </a:solidFill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0B773D3A-BB48-4E3A-9A03-D4174C89ECA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312" tIns="47656" rIns="95312" bIns="4765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A6FAC9C9-A113-46DE-8FCA-B83AB56758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F365AD-E1CD-454F-AFB2-91193328C2AF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6B075B64-3459-489D-B3D2-4D2B63F9FED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455613" y="720725"/>
            <a:ext cx="6400800" cy="3600450"/>
          </a:xfrm>
          <a:solidFill>
            <a:srgbClr val="FFFFFF"/>
          </a:solidFill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4DD13C1D-74E0-484F-8A2C-234D749B6BC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312" tIns="47656" rIns="95312" bIns="47656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51">
            <a:extLst>
              <a:ext uri="{FF2B5EF4-FFF2-40B4-BE49-F238E27FC236}">
                <a16:creationId xmlns:a16="http://schemas.microsoft.com/office/drawing/2014/main" id="{0C48AA19-C72C-4AC5-AD62-271E3052E2E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444751" y="5167314"/>
            <a:ext cx="7884583" cy="153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 sz="2200" b="1"/>
              <a:t>Charles Kime &amp; Thomas Kaminski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 sz="2200">
                <a:cs typeface="Times New Roman" panose="02020603050405020304" pitchFamily="18" charset="0"/>
              </a:rPr>
              <a:t>© 2004 Pearson Education, Inc.</a:t>
            </a:r>
            <a:br>
              <a:rPr lang="en-US" altLang="en-US" sz="2200">
                <a:cs typeface="Times New Roman" panose="02020603050405020304" pitchFamily="18" charset="0"/>
              </a:rPr>
            </a:br>
            <a:r>
              <a:rPr lang="en-US" altLang="en-US" sz="2200">
                <a:cs typeface="Times New Roman" panose="02020603050405020304" pitchFamily="18" charset="0"/>
                <a:hlinkClick r:id="" action="ppaction://noaction"/>
              </a:rPr>
              <a:t>Terms of Use</a:t>
            </a:r>
            <a:br>
              <a:rPr lang="en-US" altLang="en-US" sz="2200">
                <a:cs typeface="Times New Roman" panose="02020603050405020304" pitchFamily="18" charset="0"/>
              </a:rPr>
            </a:br>
            <a:r>
              <a:rPr lang="en-US" altLang="en-US" sz="1800">
                <a:cs typeface="Times New Roman" panose="02020603050405020304" pitchFamily="18" charset="0"/>
              </a:rPr>
              <a:t>(Hyperlinks are active in View Show mode)</a:t>
            </a:r>
          </a:p>
        </p:txBody>
      </p:sp>
      <p:sp>
        <p:nvSpPr>
          <p:cNvPr id="3" name="Text Box 1052">
            <a:extLst>
              <a:ext uri="{FF2B5EF4-FFF2-40B4-BE49-F238E27FC236}">
                <a16:creationId xmlns:a16="http://schemas.microsoft.com/office/drawing/2014/main" id="{EE6563DD-3485-42B9-AC9C-DAAE4A680C4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735667" y="2847976"/>
            <a:ext cx="9304867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 sz="4000" b="1">
                <a:solidFill>
                  <a:schemeClr val="hlink"/>
                </a:solidFill>
                <a:latin typeface="Helvetica" panose="020B0604020202020204" pitchFamily="34" charset="0"/>
              </a:rPr>
              <a:t>Chapter 2 – Combinational Logic Circuits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chemeClr val="hlink"/>
                </a:solidFill>
                <a:latin typeface="Helvetica" panose="020B0604020202020204" pitchFamily="34" charset="0"/>
              </a:rPr>
              <a:t>Part 1 – Gate Circuits and Boolean Equations</a:t>
            </a:r>
            <a:endParaRPr lang="en-US" altLang="en-US" sz="1600"/>
          </a:p>
        </p:txBody>
      </p:sp>
      <p:sp>
        <p:nvSpPr>
          <p:cNvPr id="4" name="Text Box 1053">
            <a:extLst>
              <a:ext uri="{FF2B5EF4-FFF2-40B4-BE49-F238E27FC236}">
                <a16:creationId xmlns:a16="http://schemas.microsoft.com/office/drawing/2014/main" id="{EDE60E40-26D3-45CC-BA72-8CB941C23B7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06500" y="2179639"/>
            <a:ext cx="10363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 sz="3200" b="1"/>
              <a:t>Logic and Computer Design Fundamentals</a:t>
            </a:r>
          </a:p>
        </p:txBody>
      </p:sp>
      <p:sp>
        <p:nvSpPr>
          <p:cNvPr id="5" name="Line 1054">
            <a:extLst>
              <a:ext uri="{FF2B5EF4-FFF2-40B4-BE49-F238E27FC236}">
                <a16:creationId xmlns:a16="http://schemas.microsoft.com/office/drawing/2014/main" id="{9B1EB36D-2FA2-443F-B9D3-D9ED624F549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72585" y="1935163"/>
            <a:ext cx="10687049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9225802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5A839-A4B0-43F5-B08E-A7F1BFD121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8598E6C3-6A94-46FB-9E7D-72F969210F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974311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B4553-5ABE-4326-A2A0-D5C34A1054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716FD16E-FD6F-4E54-A2B7-01C8FFE4D8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055510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8851" y="1314451"/>
            <a:ext cx="5080000" cy="50276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2051" y="1314451"/>
            <a:ext cx="5080000" cy="50276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670478-6F3A-4665-A286-124BD8DCF8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8533879A-3F9D-4717-9E75-A9C9AC633F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03364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697EB-0B0C-4AE4-BA59-B1DFE0A119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31B83DFE-3ABD-4114-A184-BBE25F6260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303324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194580-CCDF-49C3-8090-5012043957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99E875D4-44A0-4844-ADBB-92483DC636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721922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C4324A-2ED5-4510-AFAA-19129D140F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6FF1A595-5FD9-4DC9-A204-066D02F222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060961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1A24AF-5C4B-4951-B9D5-B29EDA652C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26FC6844-A474-46BB-B9CD-C908E54408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1130264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80DEFB-3EBA-4732-8E57-E64B73FC38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3995D796-4A3E-4B29-B415-9587021FD7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315915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6FBED-FCE5-4DB0-864F-59D5A955F1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F2EB9883-D369-437B-A0CA-4F2D65487E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27815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1251" y="1"/>
            <a:ext cx="2590800" cy="63420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4618" y="1"/>
            <a:ext cx="7573433" cy="634206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F1FC4-D398-4FC7-808B-3C1D63109A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F4A31328-8E15-4CFE-8891-5D85C03E02E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702865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7">
            <a:extLst>
              <a:ext uri="{FF2B5EF4-FFF2-40B4-BE49-F238E27FC236}">
                <a16:creationId xmlns:a16="http://schemas.microsoft.com/office/drawing/2014/main" id="{5528DEF1-4EDB-4568-9A34-520DAD30707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45"/>
          <a:stretch>
            <a:fillRect/>
          </a:stretch>
        </p:blipFill>
        <p:spPr bwMode="auto">
          <a:xfrm>
            <a:off x="924985" y="6353175"/>
            <a:ext cx="2973916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 Box 48">
            <a:extLst>
              <a:ext uri="{FF2B5EF4-FFF2-40B4-BE49-F238E27FC236}">
                <a16:creationId xmlns:a16="http://schemas.microsoft.com/office/drawing/2014/main" id="{C0623915-7605-45EF-9507-70C962FED5F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9218" y="6338888"/>
            <a:ext cx="3638549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8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en-US" sz="2800" b="1">
              <a:solidFill>
                <a:schemeClr val="accent2"/>
              </a:solidFill>
            </a:endParaRPr>
          </a:p>
        </p:txBody>
      </p:sp>
      <p:sp>
        <p:nvSpPr>
          <p:cNvPr id="1028" name="Rectangle 49">
            <a:extLst>
              <a:ext uri="{FF2B5EF4-FFF2-40B4-BE49-F238E27FC236}">
                <a16:creationId xmlns:a16="http://schemas.microsoft.com/office/drawing/2014/main" id="{193170B9-8C32-460D-B42D-C7AC9B9F39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58851" y="1314451"/>
            <a:ext cx="10363200" cy="5027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74" name="Rectangle 50">
            <a:extLst>
              <a:ext uri="{FF2B5EF4-FFF2-40B4-BE49-F238E27FC236}">
                <a16:creationId xmlns:a16="http://schemas.microsoft.com/office/drawing/2014/main" id="{4D4066C9-E753-421F-BD15-84B63943A14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83133" y="6489700"/>
            <a:ext cx="31750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600" smtClean="0"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E6387520-7AF7-4E4D-8841-C9EEC50FB8F6}" type="slidenum">
              <a:rPr lang="en-US" altLang="en-US">
                <a:cs typeface="+mn-cs"/>
              </a:rPr>
              <a:pPr>
                <a:defRPr/>
              </a:pPr>
              <a:t>‹#›</a:t>
            </a:fld>
            <a:endParaRPr lang="en-US" altLang="en-US">
              <a:cs typeface="+mn-cs"/>
            </a:endParaRPr>
          </a:p>
        </p:txBody>
      </p:sp>
      <p:sp>
        <p:nvSpPr>
          <p:cNvPr id="1030" name="Line 51">
            <a:extLst>
              <a:ext uri="{FF2B5EF4-FFF2-40B4-BE49-F238E27FC236}">
                <a16:creationId xmlns:a16="http://schemas.microsoft.com/office/drawing/2014/main" id="{1C859458-5909-454F-8809-BFBA3F9AC59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74700" y="1173163"/>
            <a:ext cx="10687051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31" name="Rectangle 52">
            <a:extLst>
              <a:ext uri="{FF2B5EF4-FFF2-40B4-BE49-F238E27FC236}">
                <a16:creationId xmlns:a16="http://schemas.microsoft.com/office/drawing/2014/main" id="{FB3E86F9-8555-4752-B932-6A376C635F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54617" y="1"/>
            <a:ext cx="10363200" cy="1020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95761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notesSlide" Target="../notesSlides/notesSlide12.xml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5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3">
            <a:extLst>
              <a:ext uri="{FF2B5EF4-FFF2-40B4-BE49-F238E27FC236}">
                <a16:creationId xmlns:a16="http://schemas.microsoft.com/office/drawing/2014/main" id="{8503EF65-3CE4-4B63-9978-038D165E2D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99608EE0-2573-4E4D-AA6F-86D7A7CE4E58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E5906A5D-EA3B-402F-82BB-E0D7EC6D15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Standard Order</a:t>
            </a:r>
          </a:p>
        </p:txBody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5D15972E-90EE-4B37-9C56-A4FF5B7C88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43113" y="1158876"/>
            <a:ext cx="8412162" cy="50276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b="1">
                <a:cs typeface="Times New Roman" panose="02020603050405020304" pitchFamily="18" charset="0"/>
              </a:rPr>
              <a:t>Minterms and maxterms are designated with a subscript</a:t>
            </a:r>
            <a:r>
              <a:rPr lang="en-US" altLang="en-US" sz="2400" b="1"/>
              <a:t> </a:t>
            </a:r>
          </a:p>
          <a:p>
            <a:pPr>
              <a:lnSpc>
                <a:spcPct val="90000"/>
              </a:lnSpc>
            </a:pPr>
            <a:r>
              <a:rPr lang="en-US" altLang="en-US" sz="2400" b="1">
                <a:cs typeface="Times New Roman" panose="02020603050405020304" pitchFamily="18" charset="0"/>
              </a:rPr>
              <a:t>The subscript is a number, corresponding to a binary pattern</a:t>
            </a:r>
            <a:r>
              <a:rPr lang="en-US" altLang="en-US" sz="2400" b="1"/>
              <a:t> </a:t>
            </a:r>
          </a:p>
          <a:p>
            <a:pPr>
              <a:lnSpc>
                <a:spcPct val="90000"/>
              </a:lnSpc>
            </a:pPr>
            <a:r>
              <a:rPr lang="en-US" altLang="en-US" sz="2400" b="1">
                <a:cs typeface="Times New Roman" panose="02020603050405020304" pitchFamily="18" charset="0"/>
              </a:rPr>
              <a:t>The bits in the pattern represent the complemented or normal state of each variable listed in a standard order.</a:t>
            </a:r>
          </a:p>
          <a:p>
            <a:pPr>
              <a:lnSpc>
                <a:spcPct val="90000"/>
              </a:lnSpc>
            </a:pPr>
            <a:r>
              <a:rPr lang="en-US" altLang="en-US" sz="2400" b="1">
                <a:cs typeface="Times New Roman" panose="02020603050405020304" pitchFamily="18" charset="0"/>
              </a:rPr>
              <a:t>All variables will be present in a minterm or maxterm and will be listed in the </a:t>
            </a:r>
            <a:r>
              <a:rPr lang="en-US" altLang="en-US" sz="2400" b="1" u="sng">
                <a:cs typeface="Times New Roman" panose="02020603050405020304" pitchFamily="18" charset="0"/>
              </a:rPr>
              <a:t>same order</a:t>
            </a:r>
            <a:r>
              <a:rPr lang="en-US" altLang="en-US" sz="2400" b="1">
                <a:cs typeface="Times New Roman" panose="02020603050405020304" pitchFamily="18" charset="0"/>
              </a:rPr>
              <a:t> (usually alphabetically) </a:t>
            </a:r>
          </a:p>
          <a:p>
            <a:pPr>
              <a:lnSpc>
                <a:spcPct val="90000"/>
              </a:lnSpc>
            </a:pPr>
            <a:r>
              <a:rPr lang="en-US" altLang="en-US" sz="2400" b="1">
                <a:cs typeface="Times New Roman" panose="02020603050405020304" pitchFamily="18" charset="0"/>
              </a:rPr>
              <a:t>Example: For variables a, b, c: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>
                <a:cs typeface="Times New Roman" panose="02020603050405020304" pitchFamily="18" charset="0"/>
              </a:rPr>
              <a:t>Maxterms:  (a + b + c),   (a + b + c)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>
                <a:cs typeface="Times New Roman" panose="02020603050405020304" pitchFamily="18" charset="0"/>
              </a:rPr>
              <a:t>Terms:   (b + a + c), a c b, and (c + b + a) are NOT in standard order.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>
                <a:cs typeface="Times New Roman" panose="02020603050405020304" pitchFamily="18" charset="0"/>
              </a:rPr>
              <a:t>Minterms:    a b c,   a  b  c, a</a:t>
            </a:r>
            <a:r>
              <a:rPr lang="en-US" altLang="en-US" sz="2400" b="1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>
                <a:cs typeface="Times New Roman" panose="02020603050405020304" pitchFamily="18" charset="0"/>
              </a:rPr>
              <a:t>b  c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>
                <a:cs typeface="Times New Roman" panose="02020603050405020304" pitchFamily="18" charset="0"/>
              </a:rPr>
              <a:t>Terms:    (a + c), b c, and (a + b) do not contain all variables</a:t>
            </a:r>
          </a:p>
        </p:txBody>
      </p:sp>
      <p:sp>
        <p:nvSpPr>
          <p:cNvPr id="60421" name="Line 4">
            <a:extLst>
              <a:ext uri="{FF2B5EF4-FFF2-40B4-BE49-F238E27FC236}">
                <a16:creationId xmlns:a16="http://schemas.microsoft.com/office/drawing/2014/main" id="{4EB6543F-CCEA-4472-9091-F885168B591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4279900"/>
            <a:ext cx="1079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22" name="Line 6">
            <a:extLst>
              <a:ext uri="{FF2B5EF4-FFF2-40B4-BE49-F238E27FC236}">
                <a16:creationId xmlns:a16="http://schemas.microsoft.com/office/drawing/2014/main" id="{907C516D-8F86-4AA1-95DD-745ABFC2E86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46750" y="4660900"/>
            <a:ext cx="1079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23" name="Line 7">
            <a:extLst>
              <a:ext uri="{FF2B5EF4-FFF2-40B4-BE49-F238E27FC236}">
                <a16:creationId xmlns:a16="http://schemas.microsoft.com/office/drawing/2014/main" id="{54A064DE-F0A6-457A-A891-FF622601F59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2825" y="5356225"/>
            <a:ext cx="1079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24" name="Line 10">
            <a:extLst>
              <a:ext uri="{FF2B5EF4-FFF2-40B4-BE49-F238E27FC236}">
                <a16:creationId xmlns:a16="http://schemas.microsoft.com/office/drawing/2014/main" id="{195932FC-14EC-4637-8ED7-C010F7A0E4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3500" y="5337175"/>
            <a:ext cx="1079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25" name="Line 11">
            <a:extLst>
              <a:ext uri="{FF2B5EF4-FFF2-40B4-BE49-F238E27FC236}">
                <a16:creationId xmlns:a16="http://schemas.microsoft.com/office/drawing/2014/main" id="{CAA0039E-9C2E-4332-B39E-3ED6714A8B2F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0200" y="5337175"/>
            <a:ext cx="1079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26" name="Line 12">
            <a:extLst>
              <a:ext uri="{FF2B5EF4-FFF2-40B4-BE49-F238E27FC236}">
                <a16:creationId xmlns:a16="http://schemas.microsoft.com/office/drawing/2014/main" id="{A6BE7A31-C388-426E-8E18-14128C8BCFF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7150" y="5746750"/>
            <a:ext cx="1079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27" name="Line 13">
            <a:extLst>
              <a:ext uri="{FF2B5EF4-FFF2-40B4-BE49-F238E27FC236}">
                <a16:creationId xmlns:a16="http://schemas.microsoft.com/office/drawing/2014/main" id="{44B60DC8-2DE3-44F0-A80E-44AB58888BB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6825" y="5756275"/>
            <a:ext cx="1079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3">
            <a:extLst>
              <a:ext uri="{FF2B5EF4-FFF2-40B4-BE49-F238E27FC236}">
                <a16:creationId xmlns:a16="http://schemas.microsoft.com/office/drawing/2014/main" id="{DBA22418-A48C-4A3F-87F6-80E619D736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27A920A9-9BB6-4D68-B8A3-D48D4F20AEA9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43BEE5E7-C73A-4C8F-BC48-CABCDCAB4A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Purpose of the Index</a:t>
            </a:r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63D244C6-9BE8-4955-B22A-827FE0CB05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b="1"/>
              <a:t>The </a:t>
            </a:r>
            <a:r>
              <a:rPr lang="en-US" altLang="en-US" sz="2800" b="1" u="sng"/>
              <a:t>index</a:t>
            </a:r>
            <a:r>
              <a:rPr lang="en-US" altLang="en-US" sz="2800" b="1"/>
              <a:t> for the minterm or maxterm, expressed as a binary number, is used to determine whether the variable is shown in the true form or complemented form.</a:t>
            </a:r>
          </a:p>
          <a:p>
            <a:r>
              <a:rPr lang="en-US" altLang="en-US" sz="2800" b="1">
                <a:cs typeface="Times New Roman" panose="02020603050405020304" pitchFamily="18" charset="0"/>
              </a:rPr>
              <a:t>For Minterms:</a:t>
            </a:r>
            <a:endParaRPr lang="en-US" altLang="en-US" sz="2800" b="1"/>
          </a:p>
          <a:p>
            <a:pPr lvl="1"/>
            <a:r>
              <a:rPr lang="en-US" altLang="en-US" sz="2400" b="1">
                <a:cs typeface="Times New Roman" panose="02020603050405020304" pitchFamily="18" charset="0"/>
              </a:rPr>
              <a:t>“1” means the variable is “Not Complemented” and </a:t>
            </a:r>
          </a:p>
          <a:p>
            <a:pPr lvl="1"/>
            <a:r>
              <a:rPr lang="en-US" altLang="en-US" sz="2400" b="1">
                <a:cs typeface="Times New Roman" panose="02020603050405020304" pitchFamily="18" charset="0"/>
              </a:rPr>
              <a:t>“0” means  the variable is “Complemented”.</a:t>
            </a:r>
          </a:p>
          <a:p>
            <a:r>
              <a:rPr lang="en-US" altLang="en-US" sz="2800" b="1">
                <a:cs typeface="Times New Roman" panose="02020603050405020304" pitchFamily="18" charset="0"/>
              </a:rPr>
              <a:t>For Maxterms:</a:t>
            </a:r>
          </a:p>
          <a:p>
            <a:pPr lvl="1"/>
            <a:r>
              <a:rPr lang="en-US" altLang="en-US" sz="2400" b="1">
                <a:cs typeface="Times New Roman" panose="02020603050405020304" pitchFamily="18" charset="0"/>
              </a:rPr>
              <a:t>“0” means  the variable is “Not Complemented” and </a:t>
            </a:r>
          </a:p>
          <a:p>
            <a:pPr lvl="1"/>
            <a:r>
              <a:rPr lang="en-US" altLang="en-US" sz="2400" b="1">
                <a:cs typeface="Times New Roman" panose="02020603050405020304" pitchFamily="18" charset="0"/>
              </a:rPr>
              <a:t>“1” means the variable is “Complemented”.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3">
            <a:extLst>
              <a:ext uri="{FF2B5EF4-FFF2-40B4-BE49-F238E27FC236}">
                <a16:creationId xmlns:a16="http://schemas.microsoft.com/office/drawing/2014/main" id="{87714777-0AD0-43FD-AF10-1415BABCC2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497CEF16-2FB2-4166-ABFD-33A1FBBB7535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4AD05A33-9FCE-45D6-B782-91780A4B7C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65325" y="1"/>
            <a:ext cx="8351838" cy="1020763"/>
          </a:xfrm>
        </p:spPr>
        <p:txBody>
          <a:bodyPr/>
          <a:lstStyle/>
          <a:p>
            <a:r>
              <a:rPr lang="en-US" altLang="en-US" sz="4000" b="1"/>
              <a:t>Index Example in Three Variables</a:t>
            </a:r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834E344B-3FB9-42DC-894D-8B2B74564C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43138" y="1314451"/>
            <a:ext cx="7961312" cy="5230813"/>
          </a:xfrm>
        </p:spPr>
        <p:txBody>
          <a:bodyPr/>
          <a:lstStyle/>
          <a:p>
            <a:pPr marL="288925" indent="-288925"/>
            <a:r>
              <a:rPr lang="en-US" altLang="en-US" sz="2800" b="1">
                <a:cs typeface="Times New Roman" panose="02020603050405020304" pitchFamily="18" charset="0"/>
              </a:rPr>
              <a:t>Example: (for three variables)</a:t>
            </a:r>
          </a:p>
          <a:p>
            <a:pPr marL="288925" indent="-288925"/>
            <a:r>
              <a:rPr lang="en-US" altLang="en-US" sz="2800" b="1">
                <a:cs typeface="Times New Roman" panose="02020603050405020304" pitchFamily="18" charset="0"/>
              </a:rPr>
              <a:t>Assume the variables are called X, Y, and Z.</a:t>
            </a:r>
            <a:endParaRPr lang="en-US" altLang="en-US" sz="2800">
              <a:cs typeface="Times New Roman" panose="02020603050405020304" pitchFamily="18" charset="0"/>
            </a:endParaRPr>
          </a:p>
          <a:p>
            <a:pPr marL="288925" indent="-288925"/>
            <a:r>
              <a:rPr lang="en-US" altLang="en-US" sz="2800" b="1">
                <a:cs typeface="Times New Roman" panose="02020603050405020304" pitchFamily="18" charset="0"/>
              </a:rPr>
              <a:t>The standard order is X, then Y, then Z.</a:t>
            </a:r>
          </a:p>
          <a:p>
            <a:pPr marL="288925" indent="-288925"/>
            <a:r>
              <a:rPr lang="en-US" altLang="en-US" sz="2800" b="1">
                <a:cs typeface="Times New Roman" panose="02020603050405020304" pitchFamily="18" charset="0"/>
              </a:rPr>
              <a:t>The </a:t>
            </a:r>
            <a:r>
              <a:rPr lang="en-US" altLang="en-US" sz="2800" b="1" u="sng">
                <a:cs typeface="Times New Roman" panose="02020603050405020304" pitchFamily="18" charset="0"/>
              </a:rPr>
              <a:t>Index 0</a:t>
            </a:r>
            <a:r>
              <a:rPr lang="en-US" altLang="en-US" sz="2800" b="1">
                <a:cs typeface="Times New Roman" panose="02020603050405020304" pitchFamily="18" charset="0"/>
              </a:rPr>
              <a:t> (base 10) = 000 (base 2) for three variables). All three variables are complemented for </a:t>
            </a:r>
            <a:r>
              <a:rPr lang="en-US" altLang="en-US" sz="2800" b="1" u="sng">
                <a:cs typeface="Times New Roman" panose="02020603050405020304" pitchFamily="18" charset="0"/>
              </a:rPr>
              <a:t>minterm 0</a:t>
            </a:r>
            <a:r>
              <a:rPr lang="en-US" altLang="en-US" sz="2800" b="1">
                <a:cs typeface="Times New Roman" panose="02020603050405020304" pitchFamily="18" charset="0"/>
              </a:rPr>
              <a:t> (</a:t>
            </a:r>
            <a:r>
              <a:rPr lang="en-US" altLang="en-US" sz="2800" b="1">
                <a:cs typeface="Times New Roman" panose="02020603050405020304" pitchFamily="18" charset="0"/>
                <a:sym typeface="Symbol" panose="05050102010706020507" pitchFamily="18" charset="2"/>
              </a:rPr>
              <a:t>            </a:t>
            </a:r>
            <a:r>
              <a:rPr lang="en-US" altLang="en-US" sz="2800" b="1">
                <a:cs typeface="Times New Roman" panose="02020603050405020304" pitchFamily="18" charset="0"/>
              </a:rPr>
              <a:t>) and no variables are complemented for </a:t>
            </a:r>
            <a:r>
              <a:rPr lang="en-US" altLang="en-US" sz="2800" b="1" u="sng">
                <a:cs typeface="Times New Roman" panose="02020603050405020304" pitchFamily="18" charset="0"/>
              </a:rPr>
              <a:t>Maxterm 0</a:t>
            </a:r>
            <a:r>
              <a:rPr lang="en-US" altLang="en-US" sz="2800" b="1">
                <a:cs typeface="Times New Roman" panose="02020603050405020304" pitchFamily="18" charset="0"/>
              </a:rPr>
              <a:t> (</a:t>
            </a:r>
            <a:r>
              <a:rPr lang="en-US" altLang="en-US" sz="2400" b="1">
                <a:cs typeface="Times New Roman" panose="02020603050405020304" pitchFamily="18" charset="0"/>
              </a:rPr>
              <a:t>X,Y,Z</a:t>
            </a:r>
            <a:r>
              <a:rPr lang="en-US" altLang="en-US" sz="2800" b="1">
                <a:cs typeface="Times New Roman" panose="02020603050405020304" pitchFamily="18" charset="0"/>
              </a:rPr>
              <a:t>).</a:t>
            </a:r>
          </a:p>
          <a:p>
            <a:pPr marL="854075" lvl="1" indent="-274638"/>
            <a:r>
              <a:rPr lang="en-US" altLang="en-US" sz="2400" b="1">
                <a:cs typeface="Times New Roman" panose="02020603050405020304" pitchFamily="18" charset="0"/>
              </a:rPr>
              <a:t>Minterm 0, called m</a:t>
            </a:r>
            <a:r>
              <a:rPr lang="en-US" altLang="en-US" sz="2400" b="1" baseline="-30000">
                <a:cs typeface="Times New Roman" panose="02020603050405020304" pitchFamily="18" charset="0"/>
              </a:rPr>
              <a:t>0</a:t>
            </a:r>
            <a:r>
              <a:rPr lang="en-US" altLang="en-US" sz="2400" b="1">
                <a:cs typeface="Times New Roman" panose="02020603050405020304" pitchFamily="18" charset="0"/>
              </a:rPr>
              <a:t> is           .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</a:p>
          <a:p>
            <a:pPr marL="854075" lvl="1" indent="-274638"/>
            <a:r>
              <a:rPr lang="en-US" altLang="en-US" sz="2400" b="1">
                <a:cs typeface="Times New Roman" panose="02020603050405020304" pitchFamily="18" charset="0"/>
              </a:rPr>
              <a:t>Maxterm 0, called M</a:t>
            </a:r>
            <a:r>
              <a:rPr lang="en-US" altLang="en-US" sz="2400" b="1" baseline="-30000">
                <a:cs typeface="Times New Roman" panose="02020603050405020304" pitchFamily="18" charset="0"/>
              </a:rPr>
              <a:t>0</a:t>
            </a:r>
            <a:r>
              <a:rPr lang="en-US" altLang="en-US" sz="2400" b="1">
                <a:cs typeface="Times New Roman" panose="02020603050405020304" pitchFamily="18" charset="0"/>
              </a:rPr>
              <a:t> is (X + Y + Z).</a:t>
            </a:r>
          </a:p>
          <a:p>
            <a:pPr marL="854075" lvl="1" indent="-274638"/>
            <a:r>
              <a:rPr lang="en-US" altLang="en-US" sz="2400" b="1">
                <a:cs typeface="Times New Roman" panose="02020603050405020304" pitchFamily="18" charset="0"/>
              </a:rPr>
              <a:t>Minterm 6 ?</a:t>
            </a:r>
          </a:p>
          <a:p>
            <a:pPr marL="854075" lvl="1" indent="-274638"/>
            <a:r>
              <a:rPr lang="en-US" altLang="en-US" sz="2400" b="1">
                <a:cs typeface="Times New Roman" panose="02020603050405020304" pitchFamily="18" charset="0"/>
              </a:rPr>
              <a:t>Maxterm 6 ?</a:t>
            </a:r>
          </a:p>
          <a:p>
            <a:pPr marL="288925" indent="-288925"/>
            <a:endParaRPr lang="en-US" altLang="en-US" sz="2800"/>
          </a:p>
        </p:txBody>
      </p:sp>
      <p:grpSp>
        <p:nvGrpSpPr>
          <p:cNvPr id="62469" name="Group 28">
            <a:extLst>
              <a:ext uri="{FF2B5EF4-FFF2-40B4-BE49-F238E27FC236}">
                <a16:creationId xmlns:a16="http://schemas.microsoft.com/office/drawing/2014/main" id="{F2A47B82-A6B3-4447-BDBD-3685F070AC8C}"/>
              </a:ext>
            </a:extLst>
          </p:cNvPr>
          <p:cNvGrpSpPr>
            <a:grpSpLocks/>
          </p:cNvGrpSpPr>
          <p:nvPr/>
        </p:nvGrpSpPr>
        <p:grpSpPr bwMode="auto">
          <a:xfrm>
            <a:off x="5062537" y="3770313"/>
            <a:ext cx="971549" cy="400050"/>
            <a:chOff x="2229" y="2420"/>
            <a:chExt cx="612" cy="252"/>
          </a:xfrm>
        </p:grpSpPr>
        <p:sp>
          <p:nvSpPr>
            <p:cNvPr id="62478" name="Line 6">
              <a:extLst>
                <a:ext uri="{FF2B5EF4-FFF2-40B4-BE49-F238E27FC236}">
                  <a16:creationId xmlns:a16="http://schemas.microsoft.com/office/drawing/2014/main" id="{1D5877AC-12A9-44FE-8980-9FF1CF98B9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2" y="2430"/>
              <a:ext cx="147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479" name="Line 7">
              <a:extLst>
                <a:ext uri="{FF2B5EF4-FFF2-40B4-BE49-F238E27FC236}">
                  <a16:creationId xmlns:a16="http://schemas.microsoft.com/office/drawing/2014/main" id="{ACE1C416-45FE-4046-A7C0-391A91D042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" y="2430"/>
              <a:ext cx="14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480" name="Line 8">
              <a:extLst>
                <a:ext uri="{FF2B5EF4-FFF2-40B4-BE49-F238E27FC236}">
                  <a16:creationId xmlns:a16="http://schemas.microsoft.com/office/drawing/2014/main" id="{2A812DF2-8F54-4690-ABEE-B32511214A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4" y="2430"/>
              <a:ext cx="129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481" name="Rectangle 9">
              <a:extLst>
                <a:ext uri="{FF2B5EF4-FFF2-40B4-BE49-F238E27FC236}">
                  <a16:creationId xmlns:a16="http://schemas.microsoft.com/office/drawing/2014/main" id="{32B9BBE3-9E6B-4A41-89CB-E4C91D442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2420"/>
              <a:ext cx="1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600" b="1">
                  <a:solidFill>
                    <a:srgbClr val="000000"/>
                  </a:solidFill>
                </a:rPr>
                <a:t>Z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sp>
          <p:nvSpPr>
            <p:cNvPr id="62482" name="Rectangle 10">
              <a:extLst>
                <a:ext uri="{FF2B5EF4-FFF2-40B4-BE49-F238E27FC236}">
                  <a16:creationId xmlns:a16="http://schemas.microsoft.com/office/drawing/2014/main" id="{E7A184F1-60A9-4269-A178-4202FF24A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1" y="2420"/>
              <a:ext cx="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600" b="1">
                  <a:solidFill>
                    <a:srgbClr val="000000"/>
                  </a:solidFill>
                </a:rPr>
                <a:t>,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sp>
          <p:nvSpPr>
            <p:cNvPr id="62483" name="Rectangle 11">
              <a:extLst>
                <a:ext uri="{FF2B5EF4-FFF2-40B4-BE49-F238E27FC236}">
                  <a16:creationId xmlns:a16="http://schemas.microsoft.com/office/drawing/2014/main" id="{F70298D4-C8D8-425F-9482-7A4747079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8" y="2420"/>
              <a:ext cx="15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600" b="1">
                  <a:solidFill>
                    <a:srgbClr val="000000"/>
                  </a:solidFill>
                </a:rPr>
                <a:t>Y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sp>
          <p:nvSpPr>
            <p:cNvPr id="62484" name="Rectangle 12">
              <a:extLst>
                <a:ext uri="{FF2B5EF4-FFF2-40B4-BE49-F238E27FC236}">
                  <a16:creationId xmlns:a16="http://schemas.microsoft.com/office/drawing/2014/main" id="{A4A214F1-9A30-43A5-8EDD-E932DC8E2C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8" y="2420"/>
              <a:ext cx="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600" b="1">
                  <a:solidFill>
                    <a:srgbClr val="000000"/>
                  </a:solidFill>
                </a:rPr>
                <a:t>,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  <p:sp>
          <p:nvSpPr>
            <p:cNvPr id="62485" name="Rectangle 13">
              <a:extLst>
                <a:ext uri="{FF2B5EF4-FFF2-40B4-BE49-F238E27FC236}">
                  <a16:creationId xmlns:a16="http://schemas.microsoft.com/office/drawing/2014/main" id="{FEC6DD4B-71A7-42D4-BE77-2ACD2F965D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9" y="2420"/>
              <a:ext cx="15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600" b="1">
                  <a:solidFill>
                    <a:srgbClr val="000000"/>
                  </a:solidFill>
                </a:rPr>
                <a:t>X</a:t>
              </a:r>
              <a:endParaRPr lang="en-US" altLang="en-US" sz="2400" b="1">
                <a:solidFill>
                  <a:srgbClr val="000000"/>
                </a:solidFill>
              </a:endParaRPr>
            </a:p>
          </p:txBody>
        </p:sp>
      </p:grpSp>
      <p:grpSp>
        <p:nvGrpSpPr>
          <p:cNvPr id="62470" name="Group 29">
            <a:extLst>
              <a:ext uri="{FF2B5EF4-FFF2-40B4-BE49-F238E27FC236}">
                <a16:creationId xmlns:a16="http://schemas.microsoft.com/office/drawing/2014/main" id="{993A8BD0-43C1-4FF2-A575-FE6358B61D19}"/>
              </a:ext>
            </a:extLst>
          </p:cNvPr>
          <p:cNvGrpSpPr>
            <a:grpSpLocks/>
          </p:cNvGrpSpPr>
          <p:nvPr/>
        </p:nvGrpSpPr>
        <p:grpSpPr bwMode="auto">
          <a:xfrm>
            <a:off x="6235701" y="4687895"/>
            <a:ext cx="771525" cy="384175"/>
            <a:chOff x="2968" y="2953"/>
            <a:chExt cx="486" cy="242"/>
          </a:xfrm>
        </p:grpSpPr>
        <p:sp>
          <p:nvSpPr>
            <p:cNvPr id="62471" name="Rectangle 17">
              <a:extLst>
                <a:ext uri="{FF2B5EF4-FFF2-40B4-BE49-F238E27FC236}">
                  <a16:creationId xmlns:a16="http://schemas.microsoft.com/office/drawing/2014/main" id="{169C9157-BBA1-4CDE-A167-349B9C663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7" y="2953"/>
              <a:ext cx="134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500" b="1">
                  <a:solidFill>
                    <a:srgbClr val="000000"/>
                  </a:solidFill>
                </a:rPr>
                <a:t>Z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2472" name="Rectangle 18">
              <a:extLst>
                <a:ext uri="{FF2B5EF4-FFF2-40B4-BE49-F238E27FC236}">
                  <a16:creationId xmlns:a16="http://schemas.microsoft.com/office/drawing/2014/main" id="{312A9A30-4EE4-45EB-BB4E-97069A7E2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5" y="2953"/>
              <a:ext cx="145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500" b="1">
                  <a:solidFill>
                    <a:srgbClr val="000000"/>
                  </a:solidFill>
                </a:rPr>
                <a:t>Y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2473" name="Rectangle 19">
              <a:extLst>
                <a:ext uri="{FF2B5EF4-FFF2-40B4-BE49-F238E27FC236}">
                  <a16:creationId xmlns:a16="http://schemas.microsoft.com/office/drawing/2014/main" id="{09FBE02C-1C47-4DEF-A804-701F2CA80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7" y="2953"/>
              <a:ext cx="145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500" b="1">
                  <a:solidFill>
                    <a:srgbClr val="000000"/>
                  </a:solidFill>
                </a:rPr>
                <a:t>X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grpSp>
          <p:nvGrpSpPr>
            <p:cNvPr id="62474" name="Group 27">
              <a:extLst>
                <a:ext uri="{FF2B5EF4-FFF2-40B4-BE49-F238E27FC236}">
                  <a16:creationId xmlns:a16="http://schemas.microsoft.com/office/drawing/2014/main" id="{629232A3-DF4A-4597-BEE8-599828D99C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8" y="2953"/>
              <a:ext cx="486" cy="4"/>
              <a:chOff x="2968" y="2953"/>
              <a:chExt cx="486" cy="4"/>
            </a:xfrm>
          </p:grpSpPr>
          <p:sp>
            <p:nvSpPr>
              <p:cNvPr id="62475" name="Line 20">
                <a:extLst>
                  <a:ext uri="{FF2B5EF4-FFF2-40B4-BE49-F238E27FC236}">
                    <a16:creationId xmlns:a16="http://schemas.microsoft.com/office/drawing/2014/main" id="{3E9E4850-84E1-44A3-8F43-0AF48B0972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68" y="2956"/>
                <a:ext cx="147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476" name="Line 21">
                <a:extLst>
                  <a:ext uri="{FF2B5EF4-FFF2-40B4-BE49-F238E27FC236}">
                    <a16:creationId xmlns:a16="http://schemas.microsoft.com/office/drawing/2014/main" id="{D6391DB7-71EB-4DC7-9A59-7C74984C09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4" y="2956"/>
                <a:ext cx="142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477" name="Line 25">
                <a:extLst>
                  <a:ext uri="{FF2B5EF4-FFF2-40B4-BE49-F238E27FC236}">
                    <a16:creationId xmlns:a16="http://schemas.microsoft.com/office/drawing/2014/main" id="{7C633CF6-50A3-41F2-A705-6656BA8C28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953"/>
                <a:ext cx="142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3">
            <a:extLst>
              <a:ext uri="{FF2B5EF4-FFF2-40B4-BE49-F238E27FC236}">
                <a16:creationId xmlns:a16="http://schemas.microsoft.com/office/drawing/2014/main" id="{5164558E-BBC1-432D-AA93-D58CE5957F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7D529736-963F-4ECC-8390-33FE3D5B40D6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DC531D53-6D1C-4607-BB7E-ABD6AD60FD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27239" y="1"/>
            <a:ext cx="8428037" cy="1020763"/>
          </a:xfrm>
        </p:spPr>
        <p:txBody>
          <a:bodyPr/>
          <a:lstStyle/>
          <a:p>
            <a:r>
              <a:rPr lang="en-US" altLang="en-US" b="1"/>
              <a:t>Index Examples – Four Variables</a:t>
            </a:r>
          </a:p>
        </p:txBody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E6E0B8A4-F0B3-4435-8C11-0C337A87BC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9475" y="1262063"/>
            <a:ext cx="7772400" cy="5027612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>
                <a:cs typeface="Times New Roman" panose="02020603050405020304" pitchFamily="18" charset="0"/>
              </a:rPr>
              <a:t> Index  Binary  Minterm  Maxterm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>
                <a:cs typeface="Times New Roman" panose="02020603050405020304" pitchFamily="18" charset="0"/>
              </a:rPr>
              <a:t>     i       Pattern     m</a:t>
            </a:r>
            <a:r>
              <a:rPr lang="en-US" altLang="en-US" sz="2800" b="1" baseline="-16000">
                <a:cs typeface="Times New Roman" panose="02020603050405020304" pitchFamily="18" charset="0"/>
              </a:rPr>
              <a:t>i</a:t>
            </a:r>
            <a:r>
              <a:rPr lang="en-US" altLang="en-US" sz="2800" b="1">
                <a:cs typeface="Times New Roman" panose="02020603050405020304" pitchFamily="18" charset="0"/>
              </a:rPr>
              <a:t>               M</a:t>
            </a:r>
            <a:r>
              <a:rPr lang="en-US" altLang="en-US" sz="2800" b="1" baseline="-16000">
                <a:cs typeface="Times New Roman" panose="02020603050405020304" pitchFamily="18" charset="0"/>
              </a:rPr>
              <a:t>i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>
                <a:cs typeface="Times New Roman" panose="02020603050405020304" pitchFamily="18" charset="0"/>
              </a:rPr>
              <a:t>    0       0000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>
                <a:cs typeface="Times New Roman" panose="02020603050405020304" pitchFamily="18" charset="0"/>
              </a:rPr>
              <a:t>    1       0001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>
                <a:cs typeface="Times New Roman" panose="02020603050405020304" pitchFamily="18" charset="0"/>
              </a:rPr>
              <a:t>    3       0011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>
                <a:cs typeface="Times New Roman" panose="02020603050405020304" pitchFamily="18" charset="0"/>
              </a:rPr>
              <a:t>    5       0101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>
                <a:cs typeface="Times New Roman" panose="02020603050405020304" pitchFamily="18" charset="0"/>
              </a:rPr>
              <a:t>    7       0111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>
                <a:cs typeface="Times New Roman" panose="02020603050405020304" pitchFamily="18" charset="0"/>
              </a:rPr>
              <a:t>  10       1010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>
                <a:cs typeface="Times New Roman" panose="02020603050405020304" pitchFamily="18" charset="0"/>
              </a:rPr>
              <a:t>  13       1101</a:t>
            </a:r>
            <a:endParaRPr lang="en-US" altLang="en-US" sz="280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>
                <a:cs typeface="Times New Roman" panose="02020603050405020304" pitchFamily="18" charset="0"/>
              </a:rPr>
              <a:t>  15       1111           </a:t>
            </a:r>
          </a:p>
        </p:txBody>
      </p:sp>
      <p:sp>
        <p:nvSpPr>
          <p:cNvPr id="64517" name="Line 31">
            <a:extLst>
              <a:ext uri="{FF2B5EF4-FFF2-40B4-BE49-F238E27FC236}">
                <a16:creationId xmlns:a16="http://schemas.microsoft.com/office/drawing/2014/main" id="{FD4A3263-52B1-4EF4-86D1-5326C1B6EF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9488" y="2225675"/>
            <a:ext cx="150812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8" name="Line 32">
            <a:extLst>
              <a:ext uri="{FF2B5EF4-FFF2-40B4-BE49-F238E27FC236}">
                <a16:creationId xmlns:a16="http://schemas.microsoft.com/office/drawing/2014/main" id="{3481BE71-F35F-47BB-B728-E58A5DDE41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3800" y="2225675"/>
            <a:ext cx="1778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9" name="Line 33">
            <a:extLst>
              <a:ext uri="{FF2B5EF4-FFF2-40B4-BE49-F238E27FC236}">
                <a16:creationId xmlns:a16="http://schemas.microsoft.com/office/drawing/2014/main" id="{32B4109F-86F9-447C-AEBF-18E65257FB1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5101" y="2225675"/>
            <a:ext cx="138113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20" name="Line 34">
            <a:extLst>
              <a:ext uri="{FF2B5EF4-FFF2-40B4-BE49-F238E27FC236}">
                <a16:creationId xmlns:a16="http://schemas.microsoft.com/office/drawing/2014/main" id="{D9196B88-7BDF-4F37-AA42-B637C1CDCF9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6713" y="2225675"/>
            <a:ext cx="1778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21" name="Rectangle 35">
            <a:extLst>
              <a:ext uri="{FF2B5EF4-FFF2-40B4-BE49-F238E27FC236}">
                <a16:creationId xmlns:a16="http://schemas.microsoft.com/office/drawing/2014/main" id="{C4A79523-5C76-4C48-BFAF-6F0FCB09C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4013" y="2211389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d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22" name="Rectangle 36">
            <a:extLst>
              <a:ext uri="{FF2B5EF4-FFF2-40B4-BE49-F238E27FC236}">
                <a16:creationId xmlns:a16="http://schemas.microsoft.com/office/drawing/2014/main" id="{EAADB2F8-AEDF-4AE5-9962-15DE50F47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2400" y="2211389"/>
            <a:ext cx="15869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23" name="Rectangle 37">
            <a:extLst>
              <a:ext uri="{FF2B5EF4-FFF2-40B4-BE49-F238E27FC236}">
                <a16:creationId xmlns:a16="http://schemas.microsoft.com/office/drawing/2014/main" id="{C2F166FA-1C9B-4846-B396-EB3C16620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5863" y="2211389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24" name="Rectangle 38">
            <a:extLst>
              <a:ext uri="{FF2B5EF4-FFF2-40B4-BE49-F238E27FC236}">
                <a16:creationId xmlns:a16="http://schemas.microsoft.com/office/drawing/2014/main" id="{5B13789F-0155-463F-BFB0-ED5FE3EDC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6788" y="221138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graphicFrame>
        <p:nvGraphicFramePr>
          <p:cNvPr id="64525" name="Object 5">
            <a:extLst>
              <a:ext uri="{FF2B5EF4-FFF2-40B4-BE49-F238E27FC236}">
                <a16:creationId xmlns:a16="http://schemas.microsoft.com/office/drawing/2014/main" id="{66CC4F30-FB15-47EB-94E0-7F504D90E8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56313" y="2290763"/>
          <a:ext cx="1752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4" imgW="1752600" imgH="304800" progId="Equation.3">
                  <p:embed/>
                </p:oleObj>
              </mc:Choice>
              <mc:Fallback>
                <p:oleObj name="Equation" r:id="rId4" imgW="1752600" imgH="304800" progId="Equation.3">
                  <p:embed/>
                  <p:pic>
                    <p:nvPicPr>
                      <p:cNvPr id="64525" name="Object 5">
                        <a:extLst>
                          <a:ext uri="{FF2B5EF4-FFF2-40B4-BE49-F238E27FC236}">
                            <a16:creationId xmlns:a16="http://schemas.microsoft.com/office/drawing/2014/main" id="{66CC4F30-FB15-47EB-94E0-7F504D90E8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6313" y="2290763"/>
                        <a:ext cx="17526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6" name="Rectangle 42">
            <a:extLst>
              <a:ext uri="{FF2B5EF4-FFF2-40B4-BE49-F238E27FC236}">
                <a16:creationId xmlns:a16="http://schemas.microsoft.com/office/drawing/2014/main" id="{97F79CBB-A5E9-4BCD-8517-BEF011F90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1313" y="2695576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d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27" name="Rectangle 43">
            <a:extLst>
              <a:ext uri="{FF2B5EF4-FFF2-40B4-BE49-F238E27FC236}">
                <a16:creationId xmlns:a16="http://schemas.microsoft.com/office/drawing/2014/main" id="{129E717C-FE83-41AE-9FB3-D40F675FE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2695576"/>
            <a:ext cx="15869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28" name="Rectangle 44">
            <a:extLst>
              <a:ext uri="{FF2B5EF4-FFF2-40B4-BE49-F238E27FC236}">
                <a16:creationId xmlns:a16="http://schemas.microsoft.com/office/drawing/2014/main" id="{D7AE4859-B0B3-4A90-8EEF-69D4D1C34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3163" y="2695576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29" name="Rectangle 45">
            <a:extLst>
              <a:ext uri="{FF2B5EF4-FFF2-40B4-BE49-F238E27FC236}">
                <a16:creationId xmlns:a16="http://schemas.microsoft.com/office/drawing/2014/main" id="{AB83EEA5-1F54-4618-A790-6C6425B67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4088" y="2695576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30" name="Rectangle 48">
            <a:extLst>
              <a:ext uri="{FF2B5EF4-FFF2-40B4-BE49-F238E27FC236}">
                <a16:creationId xmlns:a16="http://schemas.microsoft.com/office/drawing/2014/main" id="{EDE5DCA4-BFD9-43D3-953D-A8573370E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5075" y="3168650"/>
            <a:ext cx="19843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d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31" name="Rectangle 49">
            <a:extLst>
              <a:ext uri="{FF2B5EF4-FFF2-40B4-BE49-F238E27FC236}">
                <a16:creationId xmlns:a16="http://schemas.microsoft.com/office/drawing/2014/main" id="{3C54DE35-80DE-4B3A-95E2-1A0BB9861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7713" y="3168651"/>
            <a:ext cx="15869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32" name="Rectangle 50">
            <a:extLst>
              <a:ext uri="{FF2B5EF4-FFF2-40B4-BE49-F238E27FC236}">
                <a16:creationId xmlns:a16="http://schemas.microsoft.com/office/drawing/2014/main" id="{6AD988D2-775A-41C0-9FB6-4BAB0A36E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838" y="3168651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33" name="Rectangle 51">
            <a:extLst>
              <a:ext uri="{FF2B5EF4-FFF2-40B4-BE49-F238E27FC236}">
                <a16:creationId xmlns:a16="http://schemas.microsoft.com/office/drawing/2014/main" id="{D0E9695C-A10F-460E-8B7B-A47947C78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9013" y="3168650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34" name="Rectangle 52">
            <a:extLst>
              <a:ext uri="{FF2B5EF4-FFF2-40B4-BE49-F238E27FC236}">
                <a16:creationId xmlns:a16="http://schemas.microsoft.com/office/drawing/2014/main" id="{54D81352-E7D0-4E76-A8C1-F1F601188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3138" y="3128964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35" name="Rectangle 53">
            <a:extLst>
              <a:ext uri="{FF2B5EF4-FFF2-40B4-BE49-F238E27FC236}">
                <a16:creationId xmlns:a16="http://schemas.microsoft.com/office/drawing/2014/main" id="{FA72CED1-C4ED-4E3A-81E9-7ED075F66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776" y="3128964"/>
            <a:ext cx="1952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36" name="Rectangle 54">
            <a:extLst>
              <a:ext uri="{FF2B5EF4-FFF2-40B4-BE49-F238E27FC236}">
                <a16:creationId xmlns:a16="http://schemas.microsoft.com/office/drawing/2014/main" id="{6DD51D49-F018-4A9D-A474-3088955DA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8726" y="3128964"/>
            <a:ext cx="1952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37" name="Line 55">
            <a:extLst>
              <a:ext uri="{FF2B5EF4-FFF2-40B4-BE49-F238E27FC236}">
                <a16:creationId xmlns:a16="http://schemas.microsoft.com/office/drawing/2014/main" id="{93ABE2CA-66F3-4C19-9E4D-F713FD04331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7738" y="3640139"/>
            <a:ext cx="150812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38" name="Line 56">
            <a:extLst>
              <a:ext uri="{FF2B5EF4-FFF2-40B4-BE49-F238E27FC236}">
                <a16:creationId xmlns:a16="http://schemas.microsoft.com/office/drawing/2014/main" id="{145AE1BC-C129-441F-82FF-30E9C22967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3351" y="3640139"/>
            <a:ext cx="138113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39" name="Rectangle 57">
            <a:extLst>
              <a:ext uri="{FF2B5EF4-FFF2-40B4-BE49-F238E27FC236}">
                <a16:creationId xmlns:a16="http://schemas.microsoft.com/office/drawing/2014/main" id="{92FC7F08-C7FE-4ABA-ADAD-D352B1B2D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263" y="3638551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d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40" name="Rectangle 58">
            <a:extLst>
              <a:ext uri="{FF2B5EF4-FFF2-40B4-BE49-F238E27FC236}">
                <a16:creationId xmlns:a16="http://schemas.microsoft.com/office/drawing/2014/main" id="{C92A85F5-8603-49DB-92E4-5E2B83431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0651" y="3638550"/>
            <a:ext cx="1571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41" name="Rectangle 59">
            <a:extLst>
              <a:ext uri="{FF2B5EF4-FFF2-40B4-BE49-F238E27FC236}">
                <a16:creationId xmlns:a16="http://schemas.microsoft.com/office/drawing/2014/main" id="{F46D3C64-DCE9-44F6-BBBA-C125420E2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4113" y="3638551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42" name="Rectangle 60">
            <a:extLst>
              <a:ext uri="{FF2B5EF4-FFF2-40B4-BE49-F238E27FC236}">
                <a16:creationId xmlns:a16="http://schemas.microsoft.com/office/drawing/2014/main" id="{6297C388-D021-4366-B3CC-0F8F2FBAE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5038" y="3638550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43" name="Line 61">
            <a:extLst>
              <a:ext uri="{FF2B5EF4-FFF2-40B4-BE49-F238E27FC236}">
                <a16:creationId xmlns:a16="http://schemas.microsoft.com/office/drawing/2014/main" id="{A1959BEB-555D-4B00-B535-31F38D3E6FF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3363" y="3648075"/>
            <a:ext cx="1778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44" name="Line 62">
            <a:extLst>
              <a:ext uri="{FF2B5EF4-FFF2-40B4-BE49-F238E27FC236}">
                <a16:creationId xmlns:a16="http://schemas.microsoft.com/office/drawing/2014/main" id="{C14DB5E8-7B5F-450C-9A8F-F5D089A1A52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7775" y="3648075"/>
            <a:ext cx="1778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45" name="Rectangle 63">
            <a:extLst>
              <a:ext uri="{FF2B5EF4-FFF2-40B4-BE49-F238E27FC236}">
                <a16:creationId xmlns:a16="http://schemas.microsoft.com/office/drawing/2014/main" id="{FD0C8989-7251-4F07-A90C-9470FF694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5075" y="3633789"/>
            <a:ext cx="19843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d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46" name="Rectangle 64">
            <a:extLst>
              <a:ext uri="{FF2B5EF4-FFF2-40B4-BE49-F238E27FC236}">
                <a16:creationId xmlns:a16="http://schemas.microsoft.com/office/drawing/2014/main" id="{1846EB47-8E33-46A6-9448-468E23631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7713" y="3633789"/>
            <a:ext cx="15869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47" name="Rectangle 65">
            <a:extLst>
              <a:ext uri="{FF2B5EF4-FFF2-40B4-BE49-F238E27FC236}">
                <a16:creationId xmlns:a16="http://schemas.microsoft.com/office/drawing/2014/main" id="{41425314-9A6E-4895-972E-9938FD65F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838" y="3633789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48" name="Rectangle 66">
            <a:extLst>
              <a:ext uri="{FF2B5EF4-FFF2-40B4-BE49-F238E27FC236}">
                <a16:creationId xmlns:a16="http://schemas.microsoft.com/office/drawing/2014/main" id="{39E94CE0-E84B-439B-BE50-AA947A908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9013" y="3633789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49" name="Rectangle 67">
            <a:extLst>
              <a:ext uri="{FF2B5EF4-FFF2-40B4-BE49-F238E27FC236}">
                <a16:creationId xmlns:a16="http://schemas.microsoft.com/office/drawing/2014/main" id="{BB50C819-2412-4382-94B2-33624B10E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3138" y="3594101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50" name="Rectangle 68">
            <a:extLst>
              <a:ext uri="{FF2B5EF4-FFF2-40B4-BE49-F238E27FC236}">
                <a16:creationId xmlns:a16="http://schemas.microsoft.com/office/drawing/2014/main" id="{9AD3739E-3D1A-4C5E-B9BD-5A90553F3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776" y="3594100"/>
            <a:ext cx="1952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51" name="Rectangle 69">
            <a:extLst>
              <a:ext uri="{FF2B5EF4-FFF2-40B4-BE49-F238E27FC236}">
                <a16:creationId xmlns:a16="http://schemas.microsoft.com/office/drawing/2014/main" id="{2262FC8A-2B16-4BC9-A922-15D24688E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8726" y="3594100"/>
            <a:ext cx="1952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52" name="Rectangle 73">
            <a:extLst>
              <a:ext uri="{FF2B5EF4-FFF2-40B4-BE49-F238E27FC236}">
                <a16:creationId xmlns:a16="http://schemas.microsoft.com/office/drawing/2014/main" id="{106E1A85-D852-4152-9A89-E8197879C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5075" y="4098925"/>
            <a:ext cx="19843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d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53" name="Rectangle 74">
            <a:extLst>
              <a:ext uri="{FF2B5EF4-FFF2-40B4-BE49-F238E27FC236}">
                <a16:creationId xmlns:a16="http://schemas.microsoft.com/office/drawing/2014/main" id="{116D2C17-A3D4-4B6A-B8D7-E969D7E9E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7713" y="4098926"/>
            <a:ext cx="15869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54" name="Rectangle 75">
            <a:extLst>
              <a:ext uri="{FF2B5EF4-FFF2-40B4-BE49-F238E27FC236}">
                <a16:creationId xmlns:a16="http://schemas.microsoft.com/office/drawing/2014/main" id="{0D1E1D18-EBC3-45BE-9225-D7A556A1A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838" y="4098926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55" name="Rectangle 76">
            <a:extLst>
              <a:ext uri="{FF2B5EF4-FFF2-40B4-BE49-F238E27FC236}">
                <a16:creationId xmlns:a16="http://schemas.microsoft.com/office/drawing/2014/main" id="{914A4CAA-4D97-4985-B2D1-0A4BD0311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9013" y="409892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56" name="Rectangle 77">
            <a:extLst>
              <a:ext uri="{FF2B5EF4-FFF2-40B4-BE49-F238E27FC236}">
                <a16:creationId xmlns:a16="http://schemas.microsoft.com/office/drawing/2014/main" id="{DFA86A75-7E0A-4150-957C-10F8E9B7A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3138" y="4059239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57" name="Rectangle 78">
            <a:extLst>
              <a:ext uri="{FF2B5EF4-FFF2-40B4-BE49-F238E27FC236}">
                <a16:creationId xmlns:a16="http://schemas.microsoft.com/office/drawing/2014/main" id="{CD0C80EC-C0DD-41DD-B56C-F11F32D88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776" y="4059239"/>
            <a:ext cx="1952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58" name="Rectangle 79">
            <a:extLst>
              <a:ext uri="{FF2B5EF4-FFF2-40B4-BE49-F238E27FC236}">
                <a16:creationId xmlns:a16="http://schemas.microsoft.com/office/drawing/2014/main" id="{D32C0BF9-B2C8-4D41-9572-C6F011336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8726" y="4059239"/>
            <a:ext cx="1952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59" name="Line 80">
            <a:extLst>
              <a:ext uri="{FF2B5EF4-FFF2-40B4-BE49-F238E27FC236}">
                <a16:creationId xmlns:a16="http://schemas.microsoft.com/office/drawing/2014/main" id="{FB1D3012-D6E2-4557-8B03-FCD1DB0383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1100" y="4608514"/>
            <a:ext cx="177800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60" name="Line 81">
            <a:extLst>
              <a:ext uri="{FF2B5EF4-FFF2-40B4-BE49-F238E27FC236}">
                <a16:creationId xmlns:a16="http://schemas.microsoft.com/office/drawing/2014/main" id="{6393435F-7E95-4A70-900F-A39AA7B04A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4013" y="4608514"/>
            <a:ext cx="177800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61" name="Rectangle 82">
            <a:extLst>
              <a:ext uri="{FF2B5EF4-FFF2-40B4-BE49-F238E27FC236}">
                <a16:creationId xmlns:a16="http://schemas.microsoft.com/office/drawing/2014/main" id="{6A3A4942-33E9-45BB-A51D-E66FA7474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1313" y="4581526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d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62" name="Rectangle 83">
            <a:extLst>
              <a:ext uri="{FF2B5EF4-FFF2-40B4-BE49-F238E27FC236}">
                <a16:creationId xmlns:a16="http://schemas.microsoft.com/office/drawing/2014/main" id="{018C1E91-222D-46C5-B3BA-D976973D0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1" y="4568825"/>
            <a:ext cx="1571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63" name="Rectangle 84">
            <a:extLst>
              <a:ext uri="{FF2B5EF4-FFF2-40B4-BE49-F238E27FC236}">
                <a16:creationId xmlns:a16="http://schemas.microsoft.com/office/drawing/2014/main" id="{DF16C7C9-DC29-476A-A331-14525680A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3163" y="4568826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64" name="Rectangle 85">
            <a:extLst>
              <a:ext uri="{FF2B5EF4-FFF2-40B4-BE49-F238E27FC236}">
                <a16:creationId xmlns:a16="http://schemas.microsoft.com/office/drawing/2014/main" id="{A04870B1-CE6D-4C36-A015-4EC00F832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4088" y="456882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65" name="Line 86">
            <a:extLst>
              <a:ext uri="{FF2B5EF4-FFF2-40B4-BE49-F238E27FC236}">
                <a16:creationId xmlns:a16="http://schemas.microsoft.com/office/drawing/2014/main" id="{1D633D4F-1264-4829-B14A-86D77B60B62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1713" y="4603750"/>
            <a:ext cx="150812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66" name="Line 87">
            <a:extLst>
              <a:ext uri="{FF2B5EF4-FFF2-40B4-BE49-F238E27FC236}">
                <a16:creationId xmlns:a16="http://schemas.microsoft.com/office/drawing/2014/main" id="{9F6FCB81-0E4A-44B5-83B8-327C5ED1A03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0413" y="4603750"/>
            <a:ext cx="138112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67" name="Rectangle 88">
            <a:extLst>
              <a:ext uri="{FF2B5EF4-FFF2-40B4-BE49-F238E27FC236}">
                <a16:creationId xmlns:a16="http://schemas.microsoft.com/office/drawing/2014/main" id="{72D14C33-51D2-45E4-B83B-4C67E0CAF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5075" y="4564064"/>
            <a:ext cx="19843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d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68" name="Rectangle 89">
            <a:extLst>
              <a:ext uri="{FF2B5EF4-FFF2-40B4-BE49-F238E27FC236}">
                <a16:creationId xmlns:a16="http://schemas.microsoft.com/office/drawing/2014/main" id="{9B8A236A-6B24-4A38-8705-51B0AE55A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7713" y="4564064"/>
            <a:ext cx="15869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69" name="Rectangle 90">
            <a:extLst>
              <a:ext uri="{FF2B5EF4-FFF2-40B4-BE49-F238E27FC236}">
                <a16:creationId xmlns:a16="http://schemas.microsoft.com/office/drawing/2014/main" id="{DEBED47A-FC19-453A-A117-F7B7C13E7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838" y="4564064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70" name="Rectangle 91">
            <a:extLst>
              <a:ext uri="{FF2B5EF4-FFF2-40B4-BE49-F238E27FC236}">
                <a16:creationId xmlns:a16="http://schemas.microsoft.com/office/drawing/2014/main" id="{383E4DAC-1F0A-4BD1-ABFA-008207BB1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9013" y="4564064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71" name="Rectangle 92">
            <a:extLst>
              <a:ext uri="{FF2B5EF4-FFF2-40B4-BE49-F238E27FC236}">
                <a16:creationId xmlns:a16="http://schemas.microsoft.com/office/drawing/2014/main" id="{729B3441-A487-46B1-9BED-F8C389013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3138" y="4524376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72" name="Rectangle 93">
            <a:extLst>
              <a:ext uri="{FF2B5EF4-FFF2-40B4-BE49-F238E27FC236}">
                <a16:creationId xmlns:a16="http://schemas.microsoft.com/office/drawing/2014/main" id="{3781CE04-753B-4887-986E-EF5A9009B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776" y="4524375"/>
            <a:ext cx="1952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73" name="Rectangle 94">
            <a:extLst>
              <a:ext uri="{FF2B5EF4-FFF2-40B4-BE49-F238E27FC236}">
                <a16:creationId xmlns:a16="http://schemas.microsoft.com/office/drawing/2014/main" id="{9BE04AEC-653C-4E87-8123-17987095D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8726" y="4524375"/>
            <a:ext cx="1952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74" name="Line 95">
            <a:extLst>
              <a:ext uri="{FF2B5EF4-FFF2-40B4-BE49-F238E27FC236}">
                <a16:creationId xmlns:a16="http://schemas.microsoft.com/office/drawing/2014/main" id="{F003506B-5974-4C61-87DF-01B17CB91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6051" y="5105400"/>
            <a:ext cx="138113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75" name="Rectangle 96">
            <a:extLst>
              <a:ext uri="{FF2B5EF4-FFF2-40B4-BE49-F238E27FC236}">
                <a16:creationId xmlns:a16="http://schemas.microsoft.com/office/drawing/2014/main" id="{D16CA076-1986-4449-89DB-B641EC72E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963" y="5027614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d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76" name="Rectangle 98">
            <a:extLst>
              <a:ext uri="{FF2B5EF4-FFF2-40B4-BE49-F238E27FC236}">
                <a16:creationId xmlns:a16="http://schemas.microsoft.com/office/drawing/2014/main" id="{BAA62CC2-CF39-4656-AB84-99C57AAEA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6813" y="5027614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77" name="Rectangle 99">
            <a:extLst>
              <a:ext uri="{FF2B5EF4-FFF2-40B4-BE49-F238E27FC236}">
                <a16:creationId xmlns:a16="http://schemas.microsoft.com/office/drawing/2014/main" id="{9C23A8EC-2E3A-41BA-90F4-8DBDEA13E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7738" y="5027614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graphicFrame>
        <p:nvGraphicFramePr>
          <p:cNvPr id="64578" name="Object 18">
            <a:extLst>
              <a:ext uri="{FF2B5EF4-FFF2-40B4-BE49-F238E27FC236}">
                <a16:creationId xmlns:a16="http://schemas.microsoft.com/office/drawing/2014/main" id="{9CF6CB39-2C3D-40F7-A969-677D7965D8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51388" y="5576888"/>
          <a:ext cx="889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6" imgW="889000" imgH="368300" progId="Equation.3">
                  <p:embed/>
                </p:oleObj>
              </mc:Choice>
              <mc:Fallback>
                <p:oleObj name="Equation" r:id="rId6" imgW="889000" imgH="368300" progId="Equation.3">
                  <p:embed/>
                  <p:pic>
                    <p:nvPicPr>
                      <p:cNvPr id="64578" name="Object 18">
                        <a:extLst>
                          <a:ext uri="{FF2B5EF4-FFF2-40B4-BE49-F238E27FC236}">
                            <a16:creationId xmlns:a16="http://schemas.microsoft.com/office/drawing/2014/main" id="{9CF6CB39-2C3D-40F7-A969-677D7965D8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1388" y="5576888"/>
                        <a:ext cx="8890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79" name="Line 102">
            <a:extLst>
              <a:ext uri="{FF2B5EF4-FFF2-40B4-BE49-F238E27FC236}">
                <a16:creationId xmlns:a16="http://schemas.microsoft.com/office/drawing/2014/main" id="{09958D1C-0A91-41FC-9428-8B7D7C60EBD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0413" y="3179764"/>
            <a:ext cx="138112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80" name="Line 103">
            <a:extLst>
              <a:ext uri="{FF2B5EF4-FFF2-40B4-BE49-F238E27FC236}">
                <a16:creationId xmlns:a16="http://schemas.microsoft.com/office/drawing/2014/main" id="{D9713D98-E44F-42D0-B8D4-D453B61CE6B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7775" y="3179764"/>
            <a:ext cx="177800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81" name="Rectangle 104">
            <a:extLst>
              <a:ext uri="{FF2B5EF4-FFF2-40B4-BE49-F238E27FC236}">
                <a16:creationId xmlns:a16="http://schemas.microsoft.com/office/drawing/2014/main" id="{CF7F33BE-D373-4735-B85A-14F3234F3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5075" y="5494339"/>
            <a:ext cx="19843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d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82" name="Rectangle 105">
            <a:extLst>
              <a:ext uri="{FF2B5EF4-FFF2-40B4-BE49-F238E27FC236}">
                <a16:creationId xmlns:a16="http://schemas.microsoft.com/office/drawing/2014/main" id="{4B0B30E8-EA78-4A52-B801-FBE42820D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7713" y="5494339"/>
            <a:ext cx="15869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83" name="Rectangle 106">
            <a:extLst>
              <a:ext uri="{FF2B5EF4-FFF2-40B4-BE49-F238E27FC236}">
                <a16:creationId xmlns:a16="http://schemas.microsoft.com/office/drawing/2014/main" id="{CDBA83B8-C153-4AE4-A93B-682306B58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838" y="5494339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84" name="Rectangle 107">
            <a:extLst>
              <a:ext uri="{FF2B5EF4-FFF2-40B4-BE49-F238E27FC236}">
                <a16:creationId xmlns:a16="http://schemas.microsoft.com/office/drawing/2014/main" id="{2597AA01-2A3F-429B-8C58-2F915F277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9013" y="5494339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85" name="Rectangle 108">
            <a:extLst>
              <a:ext uri="{FF2B5EF4-FFF2-40B4-BE49-F238E27FC236}">
                <a16:creationId xmlns:a16="http://schemas.microsoft.com/office/drawing/2014/main" id="{69F3A223-C8DF-4A3B-856D-32AAC3D13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3138" y="5454651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86" name="Rectangle 109">
            <a:extLst>
              <a:ext uri="{FF2B5EF4-FFF2-40B4-BE49-F238E27FC236}">
                <a16:creationId xmlns:a16="http://schemas.microsoft.com/office/drawing/2014/main" id="{B4361473-FEE5-4733-B78B-059E9FEBB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776" y="5454650"/>
            <a:ext cx="1952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87" name="Rectangle 110">
            <a:extLst>
              <a:ext uri="{FF2B5EF4-FFF2-40B4-BE49-F238E27FC236}">
                <a16:creationId xmlns:a16="http://schemas.microsoft.com/office/drawing/2014/main" id="{34693A7A-085F-4D7A-A61B-0549F6068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8726" y="5454650"/>
            <a:ext cx="1952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88" name="Rectangle 26">
            <a:extLst>
              <a:ext uri="{FF2B5EF4-FFF2-40B4-BE49-F238E27FC236}">
                <a16:creationId xmlns:a16="http://schemas.microsoft.com/office/drawing/2014/main" id="{908E0CE7-1D82-4514-B053-0E462BB63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4663" y="2687639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?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89" name="Rectangle 28">
            <a:extLst>
              <a:ext uri="{FF2B5EF4-FFF2-40B4-BE49-F238E27FC236}">
                <a16:creationId xmlns:a16="http://schemas.microsoft.com/office/drawing/2014/main" id="{C840A36F-8849-47C2-8A9F-D7670DE22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713" y="3143250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?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90" name="Rectangle 29">
            <a:extLst>
              <a:ext uri="{FF2B5EF4-FFF2-40B4-BE49-F238E27FC236}">
                <a16:creationId xmlns:a16="http://schemas.microsoft.com/office/drawing/2014/main" id="{5A8C0C51-3A1D-4AB6-B18A-B07266853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713" y="4087814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?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91" name="Rectangle 30">
            <a:extLst>
              <a:ext uri="{FF2B5EF4-FFF2-40B4-BE49-F238E27FC236}">
                <a16:creationId xmlns:a16="http://schemas.microsoft.com/office/drawing/2014/main" id="{56C7DE51-B577-459D-8FC6-23C7D40B6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1813" y="5016500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?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92" name="Rectangle 112">
            <a:extLst>
              <a:ext uri="{FF2B5EF4-FFF2-40B4-BE49-F238E27FC236}">
                <a16:creationId xmlns:a16="http://schemas.microsoft.com/office/drawing/2014/main" id="{7E248A06-3159-4051-AD06-F2D91E5BD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3351" y="5027614"/>
            <a:ext cx="1571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93" name="Line 113">
            <a:extLst>
              <a:ext uri="{FF2B5EF4-FFF2-40B4-BE49-F238E27FC236}">
                <a16:creationId xmlns:a16="http://schemas.microsoft.com/office/drawing/2014/main" id="{D8A3518D-1015-4EAE-81AB-63692109F8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4726" y="2692400"/>
            <a:ext cx="150813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94" name="Line 114">
            <a:extLst>
              <a:ext uri="{FF2B5EF4-FFF2-40B4-BE49-F238E27FC236}">
                <a16:creationId xmlns:a16="http://schemas.microsoft.com/office/drawing/2014/main" id="{C83F0425-1BF3-4583-BC97-E00B95DE7A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9038" y="2692400"/>
            <a:ext cx="1778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95" name="Line 115">
            <a:extLst>
              <a:ext uri="{FF2B5EF4-FFF2-40B4-BE49-F238E27FC236}">
                <a16:creationId xmlns:a16="http://schemas.microsoft.com/office/drawing/2014/main" id="{A09E10FA-3647-4C67-95C0-AE83B28E4AA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0338" y="2692400"/>
            <a:ext cx="138112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96" name="Line 118">
            <a:extLst>
              <a:ext uri="{FF2B5EF4-FFF2-40B4-BE49-F238E27FC236}">
                <a16:creationId xmlns:a16="http://schemas.microsoft.com/office/drawing/2014/main" id="{CA356528-8FEF-4DE2-B876-F8CC21A9C9F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8600" y="4117975"/>
            <a:ext cx="1778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97" name="Line 119">
            <a:extLst>
              <a:ext uri="{FF2B5EF4-FFF2-40B4-BE49-F238E27FC236}">
                <a16:creationId xmlns:a16="http://schemas.microsoft.com/office/drawing/2014/main" id="{95ABA021-D1D6-44EF-9C1D-2EF019D0AE7E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5651" y="4117975"/>
            <a:ext cx="138113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98" name="Line 120">
            <a:extLst>
              <a:ext uri="{FF2B5EF4-FFF2-40B4-BE49-F238E27FC236}">
                <a16:creationId xmlns:a16="http://schemas.microsoft.com/office/drawing/2014/main" id="{9047AD00-77BF-4D0F-BE4C-3E75585D891E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3013" y="4117975"/>
            <a:ext cx="1778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99" name="Line 121">
            <a:extLst>
              <a:ext uri="{FF2B5EF4-FFF2-40B4-BE49-F238E27FC236}">
                <a16:creationId xmlns:a16="http://schemas.microsoft.com/office/drawing/2014/main" id="{6C1C5B00-5ADA-46F5-87AE-C32A5D9718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8063" y="5527675"/>
            <a:ext cx="1778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600" name="Line 122">
            <a:extLst>
              <a:ext uri="{FF2B5EF4-FFF2-40B4-BE49-F238E27FC236}">
                <a16:creationId xmlns:a16="http://schemas.microsoft.com/office/drawing/2014/main" id="{51E16E0D-6811-406F-990B-1C0978316E1F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5113" y="5527675"/>
            <a:ext cx="138112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601" name="Line 123">
            <a:extLst>
              <a:ext uri="{FF2B5EF4-FFF2-40B4-BE49-F238E27FC236}">
                <a16:creationId xmlns:a16="http://schemas.microsoft.com/office/drawing/2014/main" id="{20D63F60-C127-47BA-93CD-B1D816C31C2A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2475" y="5527675"/>
            <a:ext cx="1778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602" name="Line 124">
            <a:extLst>
              <a:ext uri="{FF2B5EF4-FFF2-40B4-BE49-F238E27FC236}">
                <a16:creationId xmlns:a16="http://schemas.microsoft.com/office/drawing/2014/main" id="{3F280C6B-8915-4551-9F50-0834145D918B}"/>
              </a:ext>
            </a:extLst>
          </p:cNvPr>
          <p:cNvSpPr>
            <a:spLocks noChangeShapeType="1"/>
          </p:cNvSpPr>
          <p:nvPr/>
        </p:nvSpPr>
        <p:spPr bwMode="auto">
          <a:xfrm>
            <a:off x="7612063" y="5522914"/>
            <a:ext cx="177800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3">
            <a:extLst>
              <a:ext uri="{FF2B5EF4-FFF2-40B4-BE49-F238E27FC236}">
                <a16:creationId xmlns:a16="http://schemas.microsoft.com/office/drawing/2014/main" id="{9FB59CE9-8B4A-4A19-B1C9-F683323AC9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A069EC72-3F10-40B3-86D0-887D3185479B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FE63A642-F6AD-46BD-9AE2-AE4CF5C225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2600" b="1">
                <a:cs typeface="Times New Roman" panose="02020603050405020304" pitchFamily="18" charset="0"/>
              </a:rPr>
              <a:t>Review:  DeMorgan's Theorem</a:t>
            </a:r>
            <a:endParaRPr lang="en-US" altLang="en-US" sz="1000" b="1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600" b="1"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and    </a:t>
            </a:r>
          </a:p>
          <a:p>
            <a:pPr>
              <a:spcBef>
                <a:spcPct val="0"/>
              </a:spcBef>
            </a:pPr>
            <a:r>
              <a:rPr lang="en-US" altLang="en-US" sz="2600" b="1">
                <a:cs typeface="Times New Roman" panose="02020603050405020304" pitchFamily="18" charset="0"/>
                <a:sym typeface="Symbol" panose="05050102010706020507" pitchFamily="18" charset="2"/>
              </a:rPr>
              <a:t>Two-variable example: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600" b="1"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  and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600" b="1">
                <a:cs typeface="Times New Roman" panose="02020603050405020304" pitchFamily="18" charset="0"/>
                <a:sym typeface="Symbol" panose="05050102010706020507" pitchFamily="18" charset="2"/>
              </a:rPr>
              <a:t>	Thus M</a:t>
            </a:r>
            <a:r>
              <a:rPr lang="en-US" altLang="en-US" sz="3600" b="1" baseline="-16000"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600" b="1">
                <a:cs typeface="Times New Roman" panose="02020603050405020304" pitchFamily="18" charset="0"/>
                <a:sym typeface="Symbol" panose="05050102010706020507" pitchFamily="18" charset="2"/>
              </a:rPr>
              <a:t> is the complement of m</a:t>
            </a:r>
            <a:r>
              <a:rPr lang="en-US" altLang="en-US" sz="3600" b="1" baseline="-16000"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600" b="1">
                <a:cs typeface="Times New Roman" panose="02020603050405020304" pitchFamily="18" charset="0"/>
                <a:sym typeface="Symbol" panose="05050102010706020507" pitchFamily="18" charset="2"/>
              </a:rPr>
              <a:t> and vice-versa.</a:t>
            </a:r>
            <a:endParaRPr lang="en-US" altLang="en-US" sz="10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</a:pPr>
            <a:r>
              <a:rPr lang="en-US" altLang="en-US" sz="2600" b="1">
                <a:cs typeface="Times New Roman" panose="02020603050405020304" pitchFamily="18" charset="0"/>
                <a:sym typeface="Symbol" panose="05050102010706020507" pitchFamily="18" charset="2"/>
              </a:rPr>
              <a:t>Since DeMorgan's Theorem holds for </a:t>
            </a:r>
            <a:r>
              <a:rPr lang="en-US" altLang="en-US" sz="2600" b="1" i="1"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600" b="1">
                <a:cs typeface="Times New Roman" panose="02020603050405020304" pitchFamily="18" charset="0"/>
                <a:sym typeface="Symbol" panose="05050102010706020507" pitchFamily="18" charset="2"/>
              </a:rPr>
              <a:t> variables, the above holds for terms of </a:t>
            </a:r>
            <a:r>
              <a:rPr lang="en-US" altLang="en-US" sz="2600" b="1" i="1"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600" b="1">
                <a:cs typeface="Times New Roman" panose="02020603050405020304" pitchFamily="18" charset="0"/>
                <a:sym typeface="Symbol" panose="05050102010706020507" pitchFamily="18" charset="2"/>
              </a:rPr>
              <a:t> variables</a:t>
            </a:r>
            <a:endParaRPr lang="en-US" altLang="en-US" sz="10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</a:pPr>
            <a:r>
              <a:rPr lang="en-US" altLang="en-US" sz="2600" b="1">
                <a:cs typeface="Times New Roman" panose="02020603050405020304" pitchFamily="18" charset="0"/>
                <a:sym typeface="Symbol" panose="05050102010706020507" pitchFamily="18" charset="2"/>
              </a:rPr>
              <a:t>giving:</a:t>
            </a:r>
          </a:p>
          <a:p>
            <a:pPr>
              <a:spcBef>
                <a:spcPct val="0"/>
              </a:spcBef>
            </a:pPr>
            <a:endParaRPr lang="en-US" altLang="en-US" sz="1000" b="1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600" b="1"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          and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600" b="1">
                <a:cs typeface="Times New Roman" panose="02020603050405020304" pitchFamily="18" charset="0"/>
                <a:sym typeface="Symbol" panose="05050102010706020507" pitchFamily="18" charset="2"/>
              </a:rPr>
              <a:t>    Thus M</a:t>
            </a:r>
            <a:r>
              <a:rPr lang="en-US" altLang="en-US" sz="2600" b="1" baseline="-16000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600" b="1">
                <a:cs typeface="Times New Roman" panose="02020603050405020304" pitchFamily="18" charset="0"/>
                <a:sym typeface="Symbol" panose="05050102010706020507" pitchFamily="18" charset="2"/>
              </a:rPr>
              <a:t> is the complement of m</a:t>
            </a:r>
            <a:r>
              <a:rPr lang="en-US" altLang="en-US" sz="2600" b="1" baseline="-16000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600" b="1"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18435433-57C9-489D-9EAA-3DE1F4E8BD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39964" y="1"/>
            <a:ext cx="8245475" cy="1020763"/>
          </a:xfrm>
        </p:spPr>
        <p:txBody>
          <a:bodyPr/>
          <a:lstStyle/>
          <a:p>
            <a:r>
              <a:rPr lang="en-US" altLang="en-US" sz="4000" b="1">
                <a:solidFill>
                  <a:schemeClr val="tx1"/>
                </a:solidFill>
              </a:rPr>
              <a:t>Minterm and Maxterm Relationship</a:t>
            </a:r>
          </a:p>
        </p:txBody>
      </p:sp>
      <p:sp>
        <p:nvSpPr>
          <p:cNvPr id="66565" name="Line 10">
            <a:extLst>
              <a:ext uri="{FF2B5EF4-FFF2-40B4-BE49-F238E27FC236}">
                <a16:creationId xmlns:a16="http://schemas.microsoft.com/office/drawing/2014/main" id="{46D21EA6-F315-473A-9725-35AA555B6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25738" y="1819275"/>
            <a:ext cx="57785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66" name="Line 11">
            <a:extLst>
              <a:ext uri="{FF2B5EF4-FFF2-40B4-BE49-F238E27FC236}">
                <a16:creationId xmlns:a16="http://schemas.microsoft.com/office/drawing/2014/main" id="{496184EF-EE38-4952-8089-58F4B6EF49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3001" y="1819275"/>
            <a:ext cx="163513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67" name="Line 12">
            <a:extLst>
              <a:ext uri="{FF2B5EF4-FFF2-40B4-BE49-F238E27FC236}">
                <a16:creationId xmlns:a16="http://schemas.microsoft.com/office/drawing/2014/main" id="{1BF416B7-A6F4-46FF-B290-FC1D9C41FCA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5763" y="1819275"/>
            <a:ext cx="1778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68" name="Rectangle 13">
            <a:extLst>
              <a:ext uri="{FF2B5EF4-FFF2-40B4-BE49-F238E27FC236}">
                <a16:creationId xmlns:a16="http://schemas.microsoft.com/office/drawing/2014/main" id="{E50FAD22-C26C-4EC3-B980-18A949EE5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5763" y="174148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569" name="Rectangle 14">
            <a:extLst>
              <a:ext uri="{FF2B5EF4-FFF2-40B4-BE49-F238E27FC236}">
                <a16:creationId xmlns:a16="http://schemas.microsoft.com/office/drawing/2014/main" id="{38731A32-0C32-4D08-A2FA-0D4520FCA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3475" y="174148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570" name="Rectangle 15">
            <a:extLst>
              <a:ext uri="{FF2B5EF4-FFF2-40B4-BE49-F238E27FC236}">
                <a16:creationId xmlns:a16="http://schemas.microsoft.com/office/drawing/2014/main" id="{409B316F-3BD7-42E7-87CF-CF490A723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4100" y="1741489"/>
            <a:ext cx="8976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571" name="Rectangle 16">
            <a:extLst>
              <a:ext uri="{FF2B5EF4-FFF2-40B4-BE49-F238E27FC236}">
                <a16:creationId xmlns:a16="http://schemas.microsoft.com/office/drawing/2014/main" id="{2EC6C0E1-0A75-4F6E-AB31-B0F534DD4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6888" y="1741489"/>
            <a:ext cx="2693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572" name="Rectangle 17">
            <a:extLst>
              <a:ext uri="{FF2B5EF4-FFF2-40B4-BE49-F238E27FC236}">
                <a16:creationId xmlns:a16="http://schemas.microsoft.com/office/drawing/2014/main" id="{A108C9EF-F2A5-4CF1-B31D-621A33D01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5450" y="1741489"/>
            <a:ext cx="12022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·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573" name="Rectangle 18">
            <a:extLst>
              <a:ext uri="{FF2B5EF4-FFF2-40B4-BE49-F238E27FC236}">
                <a16:creationId xmlns:a16="http://schemas.microsoft.com/office/drawing/2014/main" id="{D5A37AB7-FA61-45E1-875B-6727E2F95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1741489"/>
            <a:ext cx="8976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574" name="Rectangle 19">
            <a:extLst>
              <a:ext uri="{FF2B5EF4-FFF2-40B4-BE49-F238E27FC236}">
                <a16:creationId xmlns:a16="http://schemas.microsoft.com/office/drawing/2014/main" id="{249AA93E-A116-4C34-88DE-624EDCAC2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7800" y="174148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575" name="Rectangle 20">
            <a:extLst>
              <a:ext uri="{FF2B5EF4-FFF2-40B4-BE49-F238E27FC236}">
                <a16:creationId xmlns:a16="http://schemas.microsoft.com/office/drawing/2014/main" id="{FFCE4948-55BB-4ED2-806B-F62A3C376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25" y="1701801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576" name="Rectangle 21">
            <a:extLst>
              <a:ext uri="{FF2B5EF4-FFF2-40B4-BE49-F238E27FC236}">
                <a16:creationId xmlns:a16="http://schemas.microsoft.com/office/drawing/2014/main" id="{A64A1F65-9204-41FE-BDAD-1F07376B9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2013" y="1701801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=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577" name="Line 22">
            <a:extLst>
              <a:ext uri="{FF2B5EF4-FFF2-40B4-BE49-F238E27FC236}">
                <a16:creationId xmlns:a16="http://schemas.microsoft.com/office/drawing/2014/main" id="{72BDC0DF-32BF-444F-94F3-298EDC1A8B6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2700" y="1817689"/>
            <a:ext cx="692150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78" name="Line 23">
            <a:extLst>
              <a:ext uri="{FF2B5EF4-FFF2-40B4-BE49-F238E27FC236}">
                <a16:creationId xmlns:a16="http://schemas.microsoft.com/office/drawing/2014/main" id="{5764E776-BAE9-410F-A48A-729A315A87CB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6963" y="1817689"/>
            <a:ext cx="165100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79" name="Line 24">
            <a:extLst>
              <a:ext uri="{FF2B5EF4-FFF2-40B4-BE49-F238E27FC236}">
                <a16:creationId xmlns:a16="http://schemas.microsoft.com/office/drawing/2014/main" id="{60CF00F5-E263-4C36-9262-3969E3ED95E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5263" y="1817689"/>
            <a:ext cx="177800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80" name="Rectangle 25">
            <a:extLst>
              <a:ext uri="{FF2B5EF4-FFF2-40B4-BE49-F238E27FC236}">
                <a16:creationId xmlns:a16="http://schemas.microsoft.com/office/drawing/2014/main" id="{2EE782E6-859D-4571-BE25-7F98AB82E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5263" y="1739901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581" name="Rectangle 26">
            <a:extLst>
              <a:ext uri="{FF2B5EF4-FFF2-40B4-BE49-F238E27FC236}">
                <a16:creationId xmlns:a16="http://schemas.microsoft.com/office/drawing/2014/main" id="{6CF7B2EF-9B6E-4E28-BF2E-C5D62E045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9025" y="1739901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582" name="Rectangle 27">
            <a:extLst>
              <a:ext uri="{FF2B5EF4-FFF2-40B4-BE49-F238E27FC236}">
                <a16:creationId xmlns:a16="http://schemas.microsoft.com/office/drawing/2014/main" id="{93D62797-FACF-4DD5-83BA-E7BC68084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7050" y="1739901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583" name="Rectangle 28">
            <a:extLst>
              <a:ext uri="{FF2B5EF4-FFF2-40B4-BE49-F238E27FC236}">
                <a16:creationId xmlns:a16="http://schemas.microsoft.com/office/drawing/2014/main" id="{816EA4D4-6784-4B26-A5B3-4B8868B71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4763" y="1739901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584" name="Rectangle 29">
            <a:extLst>
              <a:ext uri="{FF2B5EF4-FFF2-40B4-BE49-F238E27FC236}">
                <a16:creationId xmlns:a16="http://schemas.microsoft.com/office/drawing/2014/main" id="{BA3838C0-CEDA-43E9-B818-A12DBBD30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9213" y="1700214"/>
            <a:ext cx="8976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×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585" name="Rectangle 30">
            <a:extLst>
              <a:ext uri="{FF2B5EF4-FFF2-40B4-BE49-F238E27FC236}">
                <a16:creationId xmlns:a16="http://schemas.microsoft.com/office/drawing/2014/main" id="{F9A4516C-B9C3-4135-A4A6-38FEB6C18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3275" y="1700214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=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586" name="Rectangle 31">
            <a:extLst>
              <a:ext uri="{FF2B5EF4-FFF2-40B4-BE49-F238E27FC236}">
                <a16:creationId xmlns:a16="http://schemas.microsoft.com/office/drawing/2014/main" id="{DDDEC561-4D14-4C54-932A-BA736BD00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2413" y="1700214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587" name="Line 32">
            <a:extLst>
              <a:ext uri="{FF2B5EF4-FFF2-40B4-BE49-F238E27FC236}">
                <a16:creationId xmlns:a16="http://schemas.microsoft.com/office/drawing/2014/main" id="{0E03A027-FD84-458E-A6C8-D546907F0BC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8238" y="2617789"/>
            <a:ext cx="165100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88" name="Rectangle 33">
            <a:extLst>
              <a:ext uri="{FF2B5EF4-FFF2-40B4-BE49-F238E27FC236}">
                <a16:creationId xmlns:a16="http://schemas.microsoft.com/office/drawing/2014/main" id="{C4970BFC-5C4E-4794-B742-A68764075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9438" y="2540001"/>
            <a:ext cx="2693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 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589" name="Rectangle 34">
            <a:extLst>
              <a:ext uri="{FF2B5EF4-FFF2-40B4-BE49-F238E27FC236}">
                <a16:creationId xmlns:a16="http://schemas.microsoft.com/office/drawing/2014/main" id="{91E9B41F-1117-4C1C-9146-11CED8B69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2738" y="2540001"/>
            <a:ext cx="2693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590" name="Rectangle 35">
            <a:extLst>
              <a:ext uri="{FF2B5EF4-FFF2-40B4-BE49-F238E27FC236}">
                <a16:creationId xmlns:a16="http://schemas.microsoft.com/office/drawing/2014/main" id="{476EC3F1-D88B-4999-9751-CFE3B95C0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3338" y="2540001"/>
            <a:ext cx="8976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591" name="Rectangle 36">
            <a:extLst>
              <a:ext uri="{FF2B5EF4-FFF2-40B4-BE49-F238E27FC236}">
                <a16:creationId xmlns:a16="http://schemas.microsoft.com/office/drawing/2014/main" id="{A8A7E7A5-1E9B-48F4-9849-665C4A3C3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0300" y="2540001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592" name="Rectangle 37">
            <a:extLst>
              <a:ext uri="{FF2B5EF4-FFF2-40B4-BE49-F238E27FC236}">
                <a16:creationId xmlns:a16="http://schemas.microsoft.com/office/drawing/2014/main" id="{CE982DCE-1D29-4BD6-A6A6-5816A0AED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9338" y="2540001"/>
            <a:ext cx="8976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593" name="Rectangle 38">
            <a:extLst>
              <a:ext uri="{FF2B5EF4-FFF2-40B4-BE49-F238E27FC236}">
                <a16:creationId xmlns:a16="http://schemas.microsoft.com/office/drawing/2014/main" id="{D402B8D0-45CC-4045-832E-B82D59F62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2540001"/>
            <a:ext cx="8976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594" name="Rectangle 39">
            <a:extLst>
              <a:ext uri="{FF2B5EF4-FFF2-40B4-BE49-F238E27FC236}">
                <a16:creationId xmlns:a16="http://schemas.microsoft.com/office/drawing/2014/main" id="{B936F3BD-2C3D-4C02-A0C0-8CC77104D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40001"/>
            <a:ext cx="33823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M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595" name="Rectangle 40">
            <a:extLst>
              <a:ext uri="{FF2B5EF4-FFF2-40B4-BE49-F238E27FC236}">
                <a16:creationId xmlns:a16="http://schemas.microsoft.com/office/drawing/2014/main" id="{D48E2161-8C7A-4355-88F8-04641AF89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875" y="2765426"/>
            <a:ext cx="10259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rgbClr val="000000"/>
                </a:solidFill>
              </a:rPr>
              <a:t>2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596" name="Rectangle 41">
            <a:extLst>
              <a:ext uri="{FF2B5EF4-FFF2-40B4-BE49-F238E27FC236}">
                <a16:creationId xmlns:a16="http://schemas.microsoft.com/office/drawing/2014/main" id="{9BC641FF-8630-4BEF-AC47-94E1B3DFF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7475" y="2500314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597" name="Rectangle 42">
            <a:extLst>
              <a:ext uri="{FF2B5EF4-FFF2-40B4-BE49-F238E27FC236}">
                <a16:creationId xmlns:a16="http://schemas.microsoft.com/office/drawing/2014/main" id="{40F037C4-3134-482F-95EB-4D8FB5637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838" y="2500314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=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598" name="Line 43">
            <a:extLst>
              <a:ext uri="{FF2B5EF4-FFF2-40B4-BE49-F238E27FC236}">
                <a16:creationId xmlns:a16="http://schemas.microsoft.com/office/drawing/2014/main" id="{BC5836A2-872D-4A12-8B67-BDD682E9957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6663" y="2603500"/>
            <a:ext cx="1778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99" name="Rectangle 44">
            <a:extLst>
              <a:ext uri="{FF2B5EF4-FFF2-40B4-BE49-F238E27FC236}">
                <a16:creationId xmlns:a16="http://schemas.microsoft.com/office/drawing/2014/main" id="{F87C7F58-BE82-422A-B30C-376E85BF6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2525714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600" name="Rectangle 45">
            <a:extLst>
              <a:ext uri="{FF2B5EF4-FFF2-40B4-BE49-F238E27FC236}">
                <a16:creationId xmlns:a16="http://schemas.microsoft.com/office/drawing/2014/main" id="{35B25F00-F6A5-4CD1-9F7D-E8F9A65B3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0438" y="2525714"/>
            <a:ext cx="29976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x·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601" name="Rectangle 46">
            <a:extLst>
              <a:ext uri="{FF2B5EF4-FFF2-40B4-BE49-F238E27FC236}">
                <a16:creationId xmlns:a16="http://schemas.microsoft.com/office/drawing/2014/main" id="{6FDB762E-4D76-4E69-A8C6-E66F8A5EE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9475" y="2525714"/>
            <a:ext cx="8976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602" name="Rectangle 47">
            <a:extLst>
              <a:ext uri="{FF2B5EF4-FFF2-40B4-BE49-F238E27FC236}">
                <a16:creationId xmlns:a16="http://schemas.microsoft.com/office/drawing/2014/main" id="{B98D6D22-074D-4812-9D22-555EEDA5B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4838" y="2525714"/>
            <a:ext cx="8976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603" name="Rectangle 48">
            <a:extLst>
              <a:ext uri="{FF2B5EF4-FFF2-40B4-BE49-F238E27FC236}">
                <a16:creationId xmlns:a16="http://schemas.microsoft.com/office/drawing/2014/main" id="{D9DA6EBC-F07C-4531-92AA-03D16A777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3038" y="2525714"/>
            <a:ext cx="29976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m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604" name="Rectangle 49">
            <a:extLst>
              <a:ext uri="{FF2B5EF4-FFF2-40B4-BE49-F238E27FC236}">
                <a16:creationId xmlns:a16="http://schemas.microsoft.com/office/drawing/2014/main" id="{1D7826D8-044C-4AC5-9846-A37DA0068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1013" y="2751139"/>
            <a:ext cx="10259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rgbClr val="000000"/>
                </a:solidFill>
              </a:rPr>
              <a:t>2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6605" name="Rectangle 50">
            <a:extLst>
              <a:ext uri="{FF2B5EF4-FFF2-40B4-BE49-F238E27FC236}">
                <a16:creationId xmlns:a16="http://schemas.microsoft.com/office/drawing/2014/main" id="{E6ED8953-20C1-4DEC-BEE6-E309AFB60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8975" y="2486026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=</a:t>
            </a:r>
            <a:endParaRPr lang="en-US" altLang="en-US" sz="2400">
              <a:solidFill>
                <a:srgbClr val="000000"/>
              </a:solidFill>
            </a:endParaRPr>
          </a:p>
        </p:txBody>
      </p:sp>
      <p:grpSp>
        <p:nvGrpSpPr>
          <p:cNvPr id="66606" name="Group 64">
            <a:extLst>
              <a:ext uri="{FF2B5EF4-FFF2-40B4-BE49-F238E27FC236}">
                <a16:creationId xmlns:a16="http://schemas.microsoft.com/office/drawing/2014/main" id="{04DF91A2-7259-4810-B5B3-54E35C1D69B5}"/>
              </a:ext>
            </a:extLst>
          </p:cNvPr>
          <p:cNvGrpSpPr>
            <a:grpSpLocks/>
          </p:cNvGrpSpPr>
          <p:nvPr/>
        </p:nvGrpSpPr>
        <p:grpSpPr bwMode="auto">
          <a:xfrm>
            <a:off x="3748088" y="4392617"/>
            <a:ext cx="3873500" cy="677863"/>
            <a:chOff x="1401" y="2767"/>
            <a:chExt cx="2440" cy="427"/>
          </a:xfrm>
        </p:grpSpPr>
        <p:sp>
          <p:nvSpPr>
            <p:cNvPr id="66607" name="Rectangle 59">
              <a:extLst>
                <a:ext uri="{FF2B5EF4-FFF2-40B4-BE49-F238E27FC236}">
                  <a16:creationId xmlns:a16="http://schemas.microsoft.com/office/drawing/2014/main" id="{2966C0A3-6F82-40E7-BF58-FE4CB237D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0" y="3003"/>
              <a:ext cx="42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 b="1">
                  <a:solidFill>
                    <a:srgbClr val="000000"/>
                  </a:solidFill>
                </a:rPr>
                <a:t>i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08" name="Rectangle 60">
              <a:extLst>
                <a:ext uri="{FF2B5EF4-FFF2-40B4-BE49-F238E27FC236}">
                  <a16:creationId xmlns:a16="http://schemas.microsoft.com/office/drawing/2014/main" id="{049354DE-A54C-468F-AD39-36C9771D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5" y="2833"/>
              <a:ext cx="22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m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09" name="Rectangle 61">
              <a:extLst>
                <a:ext uri="{FF2B5EF4-FFF2-40B4-BE49-F238E27FC236}">
                  <a16:creationId xmlns:a16="http://schemas.microsoft.com/office/drawing/2014/main" id="{742D9D13-6127-4EB4-8F2B-2C4187426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1" y="2833"/>
              <a:ext cx="26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M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10" name="Rectangle 62">
              <a:extLst>
                <a:ext uri="{FF2B5EF4-FFF2-40B4-BE49-F238E27FC236}">
                  <a16:creationId xmlns:a16="http://schemas.microsoft.com/office/drawing/2014/main" id="{7ED18440-A017-44E4-8C9D-41974243F0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9" y="2802"/>
              <a:ext cx="15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grpSp>
          <p:nvGrpSpPr>
            <p:cNvPr id="66611" name="Group 63">
              <a:extLst>
                <a:ext uri="{FF2B5EF4-FFF2-40B4-BE49-F238E27FC236}">
                  <a16:creationId xmlns:a16="http://schemas.microsoft.com/office/drawing/2014/main" id="{178CF7F5-F92A-4C9E-9BA0-6DF1CC395B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2" y="2839"/>
              <a:ext cx="1809" cy="348"/>
              <a:chOff x="2032" y="2839"/>
              <a:chExt cx="1809" cy="348"/>
            </a:xfrm>
          </p:grpSpPr>
          <p:sp>
            <p:nvSpPr>
              <p:cNvPr id="66616" name="Line 57">
                <a:extLst>
                  <a:ext uri="{FF2B5EF4-FFF2-40B4-BE49-F238E27FC236}">
                    <a16:creationId xmlns:a16="http://schemas.microsoft.com/office/drawing/2014/main" id="{5FF7A304-E392-4B53-B7F2-31D8085C59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2" y="2851"/>
                <a:ext cx="205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6617" name="Rectangle 58">
                <a:extLst>
                  <a:ext uri="{FF2B5EF4-FFF2-40B4-BE49-F238E27FC236}">
                    <a16:creationId xmlns:a16="http://schemas.microsoft.com/office/drawing/2014/main" id="{25565FAA-F334-4334-A32A-4C9E23004A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5" y="3003"/>
                <a:ext cx="42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900" b="1">
                    <a:solidFill>
                      <a:srgbClr val="000000"/>
                    </a:solidFill>
                  </a:rPr>
                  <a:t>i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618" name="Line 51">
                <a:extLst>
                  <a:ext uri="{FF2B5EF4-FFF2-40B4-BE49-F238E27FC236}">
                    <a16:creationId xmlns:a16="http://schemas.microsoft.com/office/drawing/2014/main" id="{41DBE9E1-64E3-48FE-8174-AB9068B322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3" y="2839"/>
                <a:ext cx="270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6619" name="Rectangle 52">
                <a:extLst>
                  <a:ext uri="{FF2B5EF4-FFF2-40B4-BE49-F238E27FC236}">
                    <a16:creationId xmlns:a16="http://schemas.microsoft.com/office/drawing/2014/main" id="{F3DAA194-F2CB-4DDD-9B27-FB8038684E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9" y="2991"/>
                <a:ext cx="42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900" b="1">
                    <a:solidFill>
                      <a:srgbClr val="000000"/>
                    </a:solidFill>
                  </a:rPr>
                  <a:t>i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66612" name="Rectangle 53">
              <a:extLst>
                <a:ext uri="{FF2B5EF4-FFF2-40B4-BE49-F238E27FC236}">
                  <a16:creationId xmlns:a16="http://schemas.microsoft.com/office/drawing/2014/main" id="{2D62752A-3371-483B-A71F-17CFCB5AD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2" y="3010"/>
              <a:ext cx="42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 b="1">
                  <a:solidFill>
                    <a:srgbClr val="000000"/>
                  </a:solidFill>
                </a:rPr>
                <a:t>i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13" name="Rectangle 54">
              <a:extLst>
                <a:ext uri="{FF2B5EF4-FFF2-40B4-BE49-F238E27FC236}">
                  <a16:creationId xmlns:a16="http://schemas.microsoft.com/office/drawing/2014/main" id="{39880ECC-D138-4BF4-B08B-580FE1C06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5" y="2801"/>
              <a:ext cx="29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800" b="1">
                  <a:solidFill>
                    <a:srgbClr val="000000"/>
                  </a:solidFill>
                </a:rPr>
                <a:t>M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14" name="Rectangle 55">
              <a:extLst>
                <a:ext uri="{FF2B5EF4-FFF2-40B4-BE49-F238E27FC236}">
                  <a16:creationId xmlns:a16="http://schemas.microsoft.com/office/drawing/2014/main" id="{EDBD125A-CB1B-4ECA-9117-55803A852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" y="2801"/>
              <a:ext cx="255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800" b="1">
                  <a:solidFill>
                    <a:srgbClr val="000000"/>
                  </a:solidFill>
                </a:rPr>
                <a:t>m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15" name="Rectangle 56">
              <a:extLst>
                <a:ext uri="{FF2B5EF4-FFF2-40B4-BE49-F238E27FC236}">
                  <a16:creationId xmlns:a16="http://schemas.microsoft.com/office/drawing/2014/main" id="{8B23D310-DD1C-4C89-8F15-C9C7213B4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9" y="2767"/>
              <a:ext cx="169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800" b="1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3">
            <a:extLst>
              <a:ext uri="{FF2B5EF4-FFF2-40B4-BE49-F238E27FC236}">
                <a16:creationId xmlns:a16="http://schemas.microsoft.com/office/drawing/2014/main" id="{2FD9768B-F1DC-4BA1-A9A9-B4DB889E0B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D61FABBE-82E1-406C-BDDE-D44D5231B3EF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AFBCD6B0-B93C-44E9-AAF9-5C7793EF21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Function Tables for Both</a:t>
            </a:r>
          </a:p>
        </p:txBody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31A0E920-071B-4C6B-AA9D-3AC4C9A7E9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43138" y="1462089"/>
            <a:ext cx="7772400" cy="48656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b="1"/>
              <a:t>Minterms of		    Maxterms of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/>
              <a:t>    2 variables                       2 variables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b="1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/>
          </a:p>
          <a:p>
            <a:pPr>
              <a:lnSpc>
                <a:spcPct val="90000"/>
              </a:lnSpc>
            </a:pPr>
            <a:endParaRPr lang="en-US" altLang="en-US" sz="2600" b="1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600" b="1">
                <a:cs typeface="Times New Roman" panose="02020603050405020304" pitchFamily="18" charset="0"/>
              </a:rPr>
              <a:t>Each column in the maxterm function table is the complement of the column in the minterm function table since M</a:t>
            </a:r>
            <a:r>
              <a:rPr lang="en-US" altLang="en-US" sz="2600" b="1" baseline="-16000">
                <a:cs typeface="Times New Roman" panose="02020603050405020304" pitchFamily="18" charset="0"/>
              </a:rPr>
              <a:t>i</a:t>
            </a:r>
            <a:r>
              <a:rPr lang="en-US" altLang="en-US" sz="2600" b="1">
                <a:cs typeface="Times New Roman" panose="02020603050405020304" pitchFamily="18" charset="0"/>
              </a:rPr>
              <a:t> is the complement of m</a:t>
            </a:r>
            <a:r>
              <a:rPr lang="en-US" altLang="en-US" sz="2600" b="1" baseline="-16000">
                <a:cs typeface="Times New Roman" panose="02020603050405020304" pitchFamily="18" charset="0"/>
              </a:rPr>
              <a:t>i</a:t>
            </a:r>
            <a:r>
              <a:rPr lang="en-US" altLang="en-US" sz="2600" b="1"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8613" name="Rectangle 4">
            <a:extLst>
              <a:ext uri="{FF2B5EF4-FFF2-40B4-BE49-F238E27FC236}">
                <a16:creationId xmlns:a16="http://schemas.microsoft.com/office/drawing/2014/main" id="{E32581ED-D16B-464C-8F44-BD57B5DD7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539" y="2487614"/>
            <a:ext cx="7937" cy="4349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14" name="Rectangle 5">
            <a:extLst>
              <a:ext uri="{FF2B5EF4-FFF2-40B4-BE49-F238E27FC236}">
                <a16:creationId xmlns:a16="http://schemas.microsoft.com/office/drawing/2014/main" id="{9DC48458-B942-4FBD-BEEF-063FDCF2E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339" y="2487614"/>
            <a:ext cx="7937" cy="4349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15" name="Rectangle 6">
            <a:extLst>
              <a:ext uri="{FF2B5EF4-FFF2-40B4-BE49-F238E27FC236}">
                <a16:creationId xmlns:a16="http://schemas.microsoft.com/office/drawing/2014/main" id="{D29C81AC-89D9-4617-A36A-89643C0CB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5888" y="2922589"/>
            <a:ext cx="17462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16" name="Rectangle 7">
            <a:extLst>
              <a:ext uri="{FF2B5EF4-FFF2-40B4-BE49-F238E27FC236}">
                <a16:creationId xmlns:a16="http://schemas.microsoft.com/office/drawing/2014/main" id="{6FD0792C-DB52-439A-8EB5-70E1D081E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3350" y="2922589"/>
            <a:ext cx="738188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17" name="Rectangle 8">
            <a:extLst>
              <a:ext uri="{FF2B5EF4-FFF2-40B4-BE49-F238E27FC236}">
                <a16:creationId xmlns:a16="http://schemas.microsoft.com/office/drawing/2014/main" id="{17E84AA8-B061-4769-9703-618BCD535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539" y="2922589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18" name="Rectangle 9">
            <a:extLst>
              <a:ext uri="{FF2B5EF4-FFF2-40B4-BE49-F238E27FC236}">
                <a16:creationId xmlns:a16="http://schemas.microsoft.com/office/drawing/2014/main" id="{CE9D4C8F-BC8D-4ABE-9660-53D2D4BF8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6" y="2922589"/>
            <a:ext cx="677863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19" name="Rectangle 10">
            <a:extLst>
              <a:ext uri="{FF2B5EF4-FFF2-40B4-BE49-F238E27FC236}">
                <a16:creationId xmlns:a16="http://schemas.microsoft.com/office/drawing/2014/main" id="{C174C6D4-AE59-40C7-923B-B5F05DE7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339" y="2922589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20" name="Rectangle 11">
            <a:extLst>
              <a:ext uri="{FF2B5EF4-FFF2-40B4-BE49-F238E27FC236}">
                <a16:creationId xmlns:a16="http://schemas.microsoft.com/office/drawing/2014/main" id="{4B851CD2-F39F-4F89-99DD-552753F0A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5275" y="2922589"/>
            <a:ext cx="62230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21" name="Rectangle 12">
            <a:extLst>
              <a:ext uri="{FF2B5EF4-FFF2-40B4-BE49-F238E27FC236}">
                <a16:creationId xmlns:a16="http://schemas.microsoft.com/office/drawing/2014/main" id="{8F867E9E-0DE8-476B-80DA-035D993CD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7576" y="2922589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22" name="Rectangle 13">
            <a:extLst>
              <a:ext uri="{FF2B5EF4-FFF2-40B4-BE49-F238E27FC236}">
                <a16:creationId xmlns:a16="http://schemas.microsoft.com/office/drawing/2014/main" id="{143D491D-D59C-4974-8C6C-10A83D6AA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7101" y="2922589"/>
            <a:ext cx="6191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23" name="Rectangle 14">
            <a:extLst>
              <a:ext uri="{FF2B5EF4-FFF2-40B4-BE49-F238E27FC236}">
                <a16:creationId xmlns:a16="http://schemas.microsoft.com/office/drawing/2014/main" id="{E25C5BD9-2EBF-4E8A-B3C6-CB5CC9CA5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6225" y="2922589"/>
            <a:ext cx="7938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24" name="Rectangle 15">
            <a:extLst>
              <a:ext uri="{FF2B5EF4-FFF2-40B4-BE49-F238E27FC236}">
                <a16:creationId xmlns:a16="http://schemas.microsoft.com/office/drawing/2014/main" id="{D0CD50C2-AB58-4226-BD76-AB2C0593C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2922589"/>
            <a:ext cx="55880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25" name="Rectangle 16">
            <a:extLst>
              <a:ext uri="{FF2B5EF4-FFF2-40B4-BE49-F238E27FC236}">
                <a16:creationId xmlns:a16="http://schemas.microsoft.com/office/drawing/2014/main" id="{50DCE8A9-E746-43B4-8B2F-B53AEAD11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2963" y="2922589"/>
            <a:ext cx="17462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26" name="Rectangle 17">
            <a:extLst>
              <a:ext uri="{FF2B5EF4-FFF2-40B4-BE49-F238E27FC236}">
                <a16:creationId xmlns:a16="http://schemas.microsoft.com/office/drawing/2014/main" id="{64F9316C-E9C4-4074-99F8-FA3EABF43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539" y="2932114"/>
            <a:ext cx="7937" cy="4349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27" name="Rectangle 18">
            <a:extLst>
              <a:ext uri="{FF2B5EF4-FFF2-40B4-BE49-F238E27FC236}">
                <a16:creationId xmlns:a16="http://schemas.microsoft.com/office/drawing/2014/main" id="{2F080EE5-BFDC-4E78-99B1-15F1AD91A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339" y="2932114"/>
            <a:ext cx="7937" cy="4349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28" name="Rectangle 19">
            <a:extLst>
              <a:ext uri="{FF2B5EF4-FFF2-40B4-BE49-F238E27FC236}">
                <a16:creationId xmlns:a16="http://schemas.microsoft.com/office/drawing/2014/main" id="{E3745F37-84C9-4F8F-A4A6-57894DDB1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539" y="3367089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29" name="Rectangle 20">
            <a:extLst>
              <a:ext uri="{FF2B5EF4-FFF2-40B4-BE49-F238E27FC236}">
                <a16:creationId xmlns:a16="http://schemas.microsoft.com/office/drawing/2014/main" id="{620925E5-47D3-4095-92E7-43E3DB528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339" y="3367089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30" name="Rectangle 21">
            <a:extLst>
              <a:ext uri="{FF2B5EF4-FFF2-40B4-BE49-F238E27FC236}">
                <a16:creationId xmlns:a16="http://schemas.microsoft.com/office/drawing/2014/main" id="{B607B05B-38AE-4262-BB43-855DBC72E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539" y="3376614"/>
            <a:ext cx="7937" cy="4349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31" name="Rectangle 22">
            <a:extLst>
              <a:ext uri="{FF2B5EF4-FFF2-40B4-BE49-F238E27FC236}">
                <a16:creationId xmlns:a16="http://schemas.microsoft.com/office/drawing/2014/main" id="{2958A06F-539E-4D7B-9BD0-D666B3306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339" y="3376614"/>
            <a:ext cx="7937" cy="4349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32" name="Rectangle 23">
            <a:extLst>
              <a:ext uri="{FF2B5EF4-FFF2-40B4-BE49-F238E27FC236}">
                <a16:creationId xmlns:a16="http://schemas.microsoft.com/office/drawing/2014/main" id="{22A97744-235B-4112-BE4E-F1192AB29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539" y="3811589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33" name="Rectangle 24">
            <a:extLst>
              <a:ext uri="{FF2B5EF4-FFF2-40B4-BE49-F238E27FC236}">
                <a16:creationId xmlns:a16="http://schemas.microsoft.com/office/drawing/2014/main" id="{8C6A0023-640A-4451-A8B5-2D4691607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339" y="3811589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34" name="Rectangle 25">
            <a:extLst>
              <a:ext uri="{FF2B5EF4-FFF2-40B4-BE49-F238E27FC236}">
                <a16:creationId xmlns:a16="http://schemas.microsoft.com/office/drawing/2014/main" id="{50168257-2852-47F8-9DEE-0091F7DA8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539" y="3821113"/>
            <a:ext cx="7937" cy="4365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35" name="Rectangle 26">
            <a:extLst>
              <a:ext uri="{FF2B5EF4-FFF2-40B4-BE49-F238E27FC236}">
                <a16:creationId xmlns:a16="http://schemas.microsoft.com/office/drawing/2014/main" id="{BC12F532-A5E2-46D3-94F0-66B973633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339" y="3821113"/>
            <a:ext cx="7937" cy="4365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36" name="Rectangle 27">
            <a:extLst>
              <a:ext uri="{FF2B5EF4-FFF2-40B4-BE49-F238E27FC236}">
                <a16:creationId xmlns:a16="http://schemas.microsoft.com/office/drawing/2014/main" id="{4F91F571-AC2A-41A9-8C36-51CB7B266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539" y="4257675"/>
            <a:ext cx="7937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37" name="Rectangle 28">
            <a:extLst>
              <a:ext uri="{FF2B5EF4-FFF2-40B4-BE49-F238E27FC236}">
                <a16:creationId xmlns:a16="http://schemas.microsoft.com/office/drawing/2014/main" id="{6D0EF445-CA9D-481B-BA1C-A940674D2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339" y="4257675"/>
            <a:ext cx="7937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38" name="Rectangle 29">
            <a:extLst>
              <a:ext uri="{FF2B5EF4-FFF2-40B4-BE49-F238E27FC236}">
                <a16:creationId xmlns:a16="http://schemas.microsoft.com/office/drawing/2014/main" id="{8F16606E-3377-4167-A555-C4547F30A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539" y="4265613"/>
            <a:ext cx="7937" cy="4365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39" name="Rectangle 30">
            <a:extLst>
              <a:ext uri="{FF2B5EF4-FFF2-40B4-BE49-F238E27FC236}">
                <a16:creationId xmlns:a16="http://schemas.microsoft.com/office/drawing/2014/main" id="{69F17DCC-3B36-4A23-B1D2-751240C04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339" y="4265613"/>
            <a:ext cx="7937" cy="4365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grpSp>
        <p:nvGrpSpPr>
          <p:cNvPr id="68640" name="Group 31">
            <a:extLst>
              <a:ext uri="{FF2B5EF4-FFF2-40B4-BE49-F238E27FC236}">
                <a16:creationId xmlns:a16="http://schemas.microsoft.com/office/drawing/2014/main" id="{44B6F11B-7D2D-4AF9-8D1C-0F71BD5E3D24}"/>
              </a:ext>
            </a:extLst>
          </p:cNvPr>
          <p:cNvGrpSpPr>
            <a:grpSpLocks/>
          </p:cNvGrpSpPr>
          <p:nvPr/>
        </p:nvGrpSpPr>
        <p:grpSpPr bwMode="auto">
          <a:xfrm>
            <a:off x="2332039" y="2468564"/>
            <a:ext cx="3608387" cy="2409825"/>
            <a:chOff x="509" y="1555"/>
            <a:chExt cx="2273" cy="1518"/>
          </a:xfrm>
        </p:grpSpPr>
        <p:sp>
          <p:nvSpPr>
            <p:cNvPr id="68929" name="Rectangle 32">
              <a:extLst>
                <a:ext uri="{FF2B5EF4-FFF2-40B4-BE49-F238E27FC236}">
                  <a16:creationId xmlns:a16="http://schemas.microsoft.com/office/drawing/2014/main" id="{723E7D13-40D2-461D-9AAB-D98355E345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" y="1574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x y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30" name="Rectangle 33">
              <a:extLst>
                <a:ext uri="{FF2B5EF4-FFF2-40B4-BE49-F238E27FC236}">
                  <a16:creationId xmlns:a16="http://schemas.microsoft.com/office/drawing/2014/main" id="{F0B929B4-C230-40E0-A2FA-7E72F0D25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" y="157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31" name="Rectangle 34">
              <a:extLst>
                <a:ext uri="{FF2B5EF4-FFF2-40B4-BE49-F238E27FC236}">
                  <a16:creationId xmlns:a16="http://schemas.microsoft.com/office/drawing/2014/main" id="{E1C0A87A-18A7-4620-A3F5-2037F638F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1574"/>
              <a:ext cx="16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32" name="Rectangle 35">
              <a:extLst>
                <a:ext uri="{FF2B5EF4-FFF2-40B4-BE49-F238E27FC236}">
                  <a16:creationId xmlns:a16="http://schemas.microsoft.com/office/drawing/2014/main" id="{61293903-9186-4947-AEC6-153A1365F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6" y="1666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16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33" name="Rectangle 36">
              <a:extLst>
                <a:ext uri="{FF2B5EF4-FFF2-40B4-BE49-F238E27FC236}">
                  <a16:creationId xmlns:a16="http://schemas.microsoft.com/office/drawing/2014/main" id="{F46323A6-0AA2-44BA-A89E-8BCE3F921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157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34" name="Rectangle 37">
              <a:extLst>
                <a:ext uri="{FF2B5EF4-FFF2-40B4-BE49-F238E27FC236}">
                  <a16:creationId xmlns:a16="http://schemas.microsoft.com/office/drawing/2014/main" id="{1FB75B48-B189-4CF2-A4F8-7293EB8A31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3" y="1574"/>
              <a:ext cx="16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35" name="Rectangle 38">
              <a:extLst>
                <a:ext uri="{FF2B5EF4-FFF2-40B4-BE49-F238E27FC236}">
                  <a16:creationId xmlns:a16="http://schemas.microsoft.com/office/drawing/2014/main" id="{B44EDBA0-195E-49AB-8511-68716C39B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" y="1666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16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36" name="Rectangle 39">
              <a:extLst>
                <a:ext uri="{FF2B5EF4-FFF2-40B4-BE49-F238E27FC236}">
                  <a16:creationId xmlns:a16="http://schemas.microsoft.com/office/drawing/2014/main" id="{56CB794A-82EE-4153-9B41-B3D30EE98D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4" y="157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37" name="Rectangle 40">
              <a:extLst>
                <a:ext uri="{FF2B5EF4-FFF2-40B4-BE49-F238E27FC236}">
                  <a16:creationId xmlns:a16="http://schemas.microsoft.com/office/drawing/2014/main" id="{F04D391F-DC2E-40BA-93B1-07B805353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8" y="1574"/>
              <a:ext cx="16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38" name="Rectangle 41">
              <a:extLst>
                <a:ext uri="{FF2B5EF4-FFF2-40B4-BE49-F238E27FC236}">
                  <a16:creationId xmlns:a16="http://schemas.microsoft.com/office/drawing/2014/main" id="{A542D30E-2517-480E-B619-DA4A26F60B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6" y="1666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16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2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39" name="Rectangle 42">
              <a:extLst>
                <a:ext uri="{FF2B5EF4-FFF2-40B4-BE49-F238E27FC236}">
                  <a16:creationId xmlns:a16="http://schemas.microsoft.com/office/drawing/2014/main" id="{F23EF03D-3213-4772-81C5-BF369A5DE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9" y="157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40" name="Rectangle 43">
              <a:extLst>
                <a:ext uri="{FF2B5EF4-FFF2-40B4-BE49-F238E27FC236}">
                  <a16:creationId xmlns:a16="http://schemas.microsoft.com/office/drawing/2014/main" id="{F07B3237-F500-4F38-A206-90EE5F482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7" y="1574"/>
              <a:ext cx="16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41" name="Rectangle 44">
              <a:extLst>
                <a:ext uri="{FF2B5EF4-FFF2-40B4-BE49-F238E27FC236}">
                  <a16:creationId xmlns:a16="http://schemas.microsoft.com/office/drawing/2014/main" id="{A9D781CD-E25B-4190-A8A0-9E51B65D9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" y="1666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16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3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42" name="Rectangle 45">
              <a:extLst>
                <a:ext uri="{FF2B5EF4-FFF2-40B4-BE49-F238E27FC236}">
                  <a16:creationId xmlns:a16="http://schemas.microsoft.com/office/drawing/2014/main" id="{51D8D5DB-DB95-4126-9556-E009E8194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7" y="157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43" name="Rectangle 46">
              <a:extLst>
                <a:ext uri="{FF2B5EF4-FFF2-40B4-BE49-F238E27FC236}">
                  <a16:creationId xmlns:a16="http://schemas.microsoft.com/office/drawing/2014/main" id="{356F3391-77FF-40CB-85B5-28C662F43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1555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44" name="Line 47">
              <a:extLst>
                <a:ext uri="{FF2B5EF4-FFF2-40B4-BE49-F238E27FC236}">
                  <a16:creationId xmlns:a16="http://schemas.microsoft.com/office/drawing/2014/main" id="{E1319E98-7891-4FB2-8B7D-1E02197DE6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1555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45" name="Line 48">
              <a:extLst>
                <a:ext uri="{FF2B5EF4-FFF2-40B4-BE49-F238E27FC236}">
                  <a16:creationId xmlns:a16="http://schemas.microsoft.com/office/drawing/2014/main" id="{19477BAB-8417-42A7-A72D-5E5126E7A8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46" name="Rectangle 49">
              <a:extLst>
                <a:ext uri="{FF2B5EF4-FFF2-40B4-BE49-F238E27FC236}">
                  <a16:creationId xmlns:a16="http://schemas.microsoft.com/office/drawing/2014/main" id="{FC2104C4-91E4-4973-BEB4-D2E97D6D7C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1555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47" name="Line 50">
              <a:extLst>
                <a:ext uri="{FF2B5EF4-FFF2-40B4-BE49-F238E27FC236}">
                  <a16:creationId xmlns:a16="http://schemas.microsoft.com/office/drawing/2014/main" id="{4076F745-4167-44AD-B970-FFA4F5112A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1555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48" name="Line 51">
              <a:extLst>
                <a:ext uri="{FF2B5EF4-FFF2-40B4-BE49-F238E27FC236}">
                  <a16:creationId xmlns:a16="http://schemas.microsoft.com/office/drawing/2014/main" id="{7260DD7F-F0BD-49BF-B4FF-394DC12268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49" name="Rectangle 52">
              <a:extLst>
                <a:ext uri="{FF2B5EF4-FFF2-40B4-BE49-F238E27FC236}">
                  <a16:creationId xmlns:a16="http://schemas.microsoft.com/office/drawing/2014/main" id="{57E01DB9-F744-4980-BF3F-428303190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" y="1555"/>
              <a:ext cx="46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50" name="Line 53">
              <a:extLst>
                <a:ext uri="{FF2B5EF4-FFF2-40B4-BE49-F238E27FC236}">
                  <a16:creationId xmlns:a16="http://schemas.microsoft.com/office/drawing/2014/main" id="{F2ABA1E4-B99B-418B-A425-393E52BF1C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4" y="1555"/>
              <a:ext cx="46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51" name="Rectangle 54">
              <a:extLst>
                <a:ext uri="{FF2B5EF4-FFF2-40B4-BE49-F238E27FC236}">
                  <a16:creationId xmlns:a16="http://schemas.microsoft.com/office/drawing/2014/main" id="{0A98B81B-547C-4C1A-AB62-0280A0551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9" y="1555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52" name="Line 55">
              <a:extLst>
                <a:ext uri="{FF2B5EF4-FFF2-40B4-BE49-F238E27FC236}">
                  <a16:creationId xmlns:a16="http://schemas.microsoft.com/office/drawing/2014/main" id="{5D431B10-70C0-4D92-A4D5-6C8F6190ED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1555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53" name="Line 56">
              <a:extLst>
                <a:ext uri="{FF2B5EF4-FFF2-40B4-BE49-F238E27FC236}">
                  <a16:creationId xmlns:a16="http://schemas.microsoft.com/office/drawing/2014/main" id="{36ED00F1-6240-47AD-AFAC-64D41AAA8A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54" name="Rectangle 57">
              <a:extLst>
                <a:ext uri="{FF2B5EF4-FFF2-40B4-BE49-F238E27FC236}">
                  <a16:creationId xmlns:a16="http://schemas.microsoft.com/office/drawing/2014/main" id="{F380F421-AA85-4543-8FFE-CDD30AA31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555"/>
              <a:ext cx="42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55" name="Line 58">
              <a:extLst>
                <a:ext uri="{FF2B5EF4-FFF2-40B4-BE49-F238E27FC236}">
                  <a16:creationId xmlns:a16="http://schemas.microsoft.com/office/drawing/2014/main" id="{E2B44ADB-9FCD-4370-A109-8D2CDF9E99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555"/>
              <a:ext cx="42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56" name="Rectangle 59">
              <a:extLst>
                <a:ext uri="{FF2B5EF4-FFF2-40B4-BE49-F238E27FC236}">
                  <a16:creationId xmlns:a16="http://schemas.microsoft.com/office/drawing/2014/main" id="{EFA2D135-C3FB-405D-B153-84DC80770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1" y="1555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57" name="Line 60">
              <a:extLst>
                <a:ext uri="{FF2B5EF4-FFF2-40B4-BE49-F238E27FC236}">
                  <a16:creationId xmlns:a16="http://schemas.microsoft.com/office/drawing/2014/main" id="{B9927AC4-8310-48F6-8487-432398111C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1555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58" name="Line 61">
              <a:extLst>
                <a:ext uri="{FF2B5EF4-FFF2-40B4-BE49-F238E27FC236}">
                  <a16:creationId xmlns:a16="http://schemas.microsoft.com/office/drawing/2014/main" id="{EA58098A-A89E-4108-8172-67EF5B13E1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59" name="Rectangle 62">
              <a:extLst>
                <a:ext uri="{FF2B5EF4-FFF2-40B4-BE49-F238E27FC236}">
                  <a16:creationId xmlns:a16="http://schemas.microsoft.com/office/drawing/2014/main" id="{9DB7FC6D-6BA5-42BF-B046-010615432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555"/>
              <a:ext cx="386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60" name="Line 63">
              <a:extLst>
                <a:ext uri="{FF2B5EF4-FFF2-40B4-BE49-F238E27FC236}">
                  <a16:creationId xmlns:a16="http://schemas.microsoft.com/office/drawing/2014/main" id="{502ACCA4-533C-4240-BFE1-7897520766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555"/>
              <a:ext cx="38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61" name="Rectangle 64">
              <a:extLst>
                <a:ext uri="{FF2B5EF4-FFF2-40B4-BE49-F238E27FC236}">
                  <a16:creationId xmlns:a16="http://schemas.microsoft.com/office/drawing/2014/main" id="{2D8F67A6-DDC7-419C-9D0E-83048474E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1555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62" name="Line 65">
              <a:extLst>
                <a:ext uri="{FF2B5EF4-FFF2-40B4-BE49-F238E27FC236}">
                  <a16:creationId xmlns:a16="http://schemas.microsoft.com/office/drawing/2014/main" id="{B61EB76C-7840-4A56-B272-556EA985D6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1555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63" name="Line 66">
              <a:extLst>
                <a:ext uri="{FF2B5EF4-FFF2-40B4-BE49-F238E27FC236}">
                  <a16:creationId xmlns:a16="http://schemas.microsoft.com/office/drawing/2014/main" id="{D3772881-0E10-4B86-889E-4DCE1873D6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64" name="Rectangle 67">
              <a:extLst>
                <a:ext uri="{FF2B5EF4-FFF2-40B4-BE49-F238E27FC236}">
                  <a16:creationId xmlns:a16="http://schemas.microsoft.com/office/drawing/2014/main" id="{D43A302D-23E7-408C-9E2D-A52C040F4B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0" y="1555"/>
              <a:ext cx="384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65" name="Line 68">
              <a:extLst>
                <a:ext uri="{FF2B5EF4-FFF2-40B4-BE49-F238E27FC236}">
                  <a16:creationId xmlns:a16="http://schemas.microsoft.com/office/drawing/2014/main" id="{D8AC7DEC-06BB-4688-A93F-D24A54C2C2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0" y="1555"/>
              <a:ext cx="38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66" name="Rectangle 69">
              <a:extLst>
                <a:ext uri="{FF2B5EF4-FFF2-40B4-BE49-F238E27FC236}">
                  <a16:creationId xmlns:a16="http://schemas.microsoft.com/office/drawing/2014/main" id="{DC53774D-9F1D-4F27-AB1D-BF32966B32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555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67" name="Line 70">
              <a:extLst>
                <a:ext uri="{FF2B5EF4-FFF2-40B4-BE49-F238E27FC236}">
                  <a16:creationId xmlns:a16="http://schemas.microsoft.com/office/drawing/2014/main" id="{0BF3FF88-8060-4847-B504-CB0871EF74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4" y="1555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68" name="Line 71">
              <a:extLst>
                <a:ext uri="{FF2B5EF4-FFF2-40B4-BE49-F238E27FC236}">
                  <a16:creationId xmlns:a16="http://schemas.microsoft.com/office/drawing/2014/main" id="{7B2A3DC8-EB0A-40AE-90BB-8370ED4A7A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4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69" name="Rectangle 72">
              <a:extLst>
                <a:ext uri="{FF2B5EF4-FFF2-40B4-BE49-F238E27FC236}">
                  <a16:creationId xmlns:a16="http://schemas.microsoft.com/office/drawing/2014/main" id="{58D58E33-1018-4D3A-BBA3-09E8A7A497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5" y="1555"/>
              <a:ext cx="346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70" name="Line 73">
              <a:extLst>
                <a:ext uri="{FF2B5EF4-FFF2-40B4-BE49-F238E27FC236}">
                  <a16:creationId xmlns:a16="http://schemas.microsoft.com/office/drawing/2014/main" id="{9223CC5F-4DCE-4739-8529-4E0F945C48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5" y="1555"/>
              <a:ext cx="34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71" name="Rectangle 74">
              <a:extLst>
                <a:ext uri="{FF2B5EF4-FFF2-40B4-BE49-F238E27FC236}">
                  <a16:creationId xmlns:a16="http://schemas.microsoft.com/office/drawing/2014/main" id="{DFBA9D13-F444-418F-843A-5898485D0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" y="1555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72" name="Line 75">
              <a:extLst>
                <a:ext uri="{FF2B5EF4-FFF2-40B4-BE49-F238E27FC236}">
                  <a16:creationId xmlns:a16="http://schemas.microsoft.com/office/drawing/2014/main" id="{4F7D93A6-DB8B-4CEC-8230-2E1B1612C5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1555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73" name="Line 76">
              <a:extLst>
                <a:ext uri="{FF2B5EF4-FFF2-40B4-BE49-F238E27FC236}">
                  <a16:creationId xmlns:a16="http://schemas.microsoft.com/office/drawing/2014/main" id="{E96660E3-2523-43B0-8F3E-CF40836E50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74" name="Rectangle 77">
              <a:extLst>
                <a:ext uri="{FF2B5EF4-FFF2-40B4-BE49-F238E27FC236}">
                  <a16:creationId xmlns:a16="http://schemas.microsoft.com/office/drawing/2014/main" id="{3A2D6FD3-8C27-4BC5-B09A-4D350ECCF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" y="1555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75" name="Line 78">
              <a:extLst>
                <a:ext uri="{FF2B5EF4-FFF2-40B4-BE49-F238E27FC236}">
                  <a16:creationId xmlns:a16="http://schemas.microsoft.com/office/drawing/2014/main" id="{19E77FF6-C574-4290-A090-21DA6BDF79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1555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76" name="Line 79">
              <a:extLst>
                <a:ext uri="{FF2B5EF4-FFF2-40B4-BE49-F238E27FC236}">
                  <a16:creationId xmlns:a16="http://schemas.microsoft.com/office/drawing/2014/main" id="{08683A67-FE3B-407B-8D05-0ED4AEDA89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77" name="Rectangle 80">
              <a:extLst>
                <a:ext uri="{FF2B5EF4-FFF2-40B4-BE49-F238E27FC236}">
                  <a16:creationId xmlns:a16="http://schemas.microsoft.com/office/drawing/2014/main" id="{AB8BB040-C9AD-4398-8E13-1BCAFD1C4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1567"/>
              <a:ext cx="11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78" name="Line 81">
              <a:extLst>
                <a:ext uri="{FF2B5EF4-FFF2-40B4-BE49-F238E27FC236}">
                  <a16:creationId xmlns:a16="http://schemas.microsoft.com/office/drawing/2014/main" id="{56E4C8A5-244A-4F06-90C0-854A70E172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156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79" name="Line 82">
              <a:extLst>
                <a:ext uri="{FF2B5EF4-FFF2-40B4-BE49-F238E27FC236}">
                  <a16:creationId xmlns:a16="http://schemas.microsoft.com/office/drawing/2014/main" id="{F95FAA09-1794-43EF-BFA7-D8889B016C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156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80" name="Line 83">
              <a:extLst>
                <a:ext uri="{FF2B5EF4-FFF2-40B4-BE49-F238E27FC236}">
                  <a16:creationId xmlns:a16="http://schemas.microsoft.com/office/drawing/2014/main" id="{A5254C28-90C7-48BA-A72B-D0F84986AC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156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81" name="Rectangle 84">
              <a:extLst>
                <a:ext uri="{FF2B5EF4-FFF2-40B4-BE49-F238E27FC236}">
                  <a16:creationId xmlns:a16="http://schemas.microsoft.com/office/drawing/2014/main" id="{FB72D262-5F09-4B77-9EBB-113E3B233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1567"/>
              <a:ext cx="6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82" name="Line 85">
              <a:extLst>
                <a:ext uri="{FF2B5EF4-FFF2-40B4-BE49-F238E27FC236}">
                  <a16:creationId xmlns:a16="http://schemas.microsoft.com/office/drawing/2014/main" id="{A2AB9A47-09BB-4400-93B7-0DA570859E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156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83" name="Rectangle 86">
              <a:extLst>
                <a:ext uri="{FF2B5EF4-FFF2-40B4-BE49-F238E27FC236}">
                  <a16:creationId xmlns:a16="http://schemas.microsoft.com/office/drawing/2014/main" id="{85367F45-99E1-4E61-835D-C6E1E960BE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567"/>
              <a:ext cx="5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84" name="Rectangle 87">
              <a:extLst>
                <a:ext uri="{FF2B5EF4-FFF2-40B4-BE49-F238E27FC236}">
                  <a16:creationId xmlns:a16="http://schemas.microsoft.com/office/drawing/2014/main" id="{988A25B1-6C0D-4574-98BE-14DE20CFE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" y="1567"/>
              <a:ext cx="11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85" name="Line 88">
              <a:extLst>
                <a:ext uri="{FF2B5EF4-FFF2-40B4-BE49-F238E27FC236}">
                  <a16:creationId xmlns:a16="http://schemas.microsoft.com/office/drawing/2014/main" id="{19B4DDCB-E607-4221-A043-2D14F9EEC6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156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86" name="Rectangle 89">
              <a:extLst>
                <a:ext uri="{FF2B5EF4-FFF2-40B4-BE49-F238E27FC236}">
                  <a16:creationId xmlns:a16="http://schemas.microsoft.com/office/drawing/2014/main" id="{AB655D3A-A85D-47AC-9DA2-81046E9BB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" y="1854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87" name="Rectangle 90">
              <a:extLst>
                <a:ext uri="{FF2B5EF4-FFF2-40B4-BE49-F238E27FC236}">
                  <a16:creationId xmlns:a16="http://schemas.microsoft.com/office/drawing/2014/main" id="{8E4E15C9-C2DE-4CDC-A641-587A3D0E2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" y="185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88" name="Rectangle 91">
              <a:extLst>
                <a:ext uri="{FF2B5EF4-FFF2-40B4-BE49-F238E27FC236}">
                  <a16:creationId xmlns:a16="http://schemas.microsoft.com/office/drawing/2014/main" id="{C16E8B7C-7F65-44F0-9D3E-5CF96B716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1" y="1854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89" name="Rectangle 92">
              <a:extLst>
                <a:ext uri="{FF2B5EF4-FFF2-40B4-BE49-F238E27FC236}">
                  <a16:creationId xmlns:a16="http://schemas.microsoft.com/office/drawing/2014/main" id="{E3542035-5D78-442C-855C-EA6367AE4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185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90" name="Rectangle 93">
              <a:extLst>
                <a:ext uri="{FF2B5EF4-FFF2-40B4-BE49-F238E27FC236}">
                  <a16:creationId xmlns:a16="http://schemas.microsoft.com/office/drawing/2014/main" id="{64D43AE2-6D90-431E-85E2-6E2B00401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4" y="1854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91" name="Rectangle 94">
              <a:extLst>
                <a:ext uri="{FF2B5EF4-FFF2-40B4-BE49-F238E27FC236}">
                  <a16:creationId xmlns:a16="http://schemas.microsoft.com/office/drawing/2014/main" id="{C5D72F81-7ABA-4B58-B6F0-934EFCE73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" y="185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92" name="Rectangle 95">
              <a:extLst>
                <a:ext uri="{FF2B5EF4-FFF2-40B4-BE49-F238E27FC236}">
                  <a16:creationId xmlns:a16="http://schemas.microsoft.com/office/drawing/2014/main" id="{313B1348-7DB5-4617-98E2-2F424CC33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0" y="1854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93" name="Rectangle 96">
              <a:extLst>
                <a:ext uri="{FF2B5EF4-FFF2-40B4-BE49-F238E27FC236}">
                  <a16:creationId xmlns:a16="http://schemas.microsoft.com/office/drawing/2014/main" id="{AF8489B1-AE2C-46BF-8F49-42DC81267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6" y="185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94" name="Rectangle 97">
              <a:extLst>
                <a:ext uri="{FF2B5EF4-FFF2-40B4-BE49-F238E27FC236}">
                  <a16:creationId xmlns:a16="http://schemas.microsoft.com/office/drawing/2014/main" id="{186DEBA7-B56F-424C-B2BB-90A4CCC45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" y="1854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95" name="Rectangle 98">
              <a:extLst>
                <a:ext uri="{FF2B5EF4-FFF2-40B4-BE49-F238E27FC236}">
                  <a16:creationId xmlns:a16="http://schemas.microsoft.com/office/drawing/2014/main" id="{B0C42302-0693-4826-8D51-9DC22CB77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" y="185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96" name="Line 99">
              <a:extLst>
                <a:ext uri="{FF2B5EF4-FFF2-40B4-BE49-F238E27FC236}">
                  <a16:creationId xmlns:a16="http://schemas.microsoft.com/office/drawing/2014/main" id="{6B75DB98-3E45-44AA-9B52-D015A48AD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1841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97" name="Line 100">
              <a:extLst>
                <a:ext uri="{FF2B5EF4-FFF2-40B4-BE49-F238E27FC236}">
                  <a16:creationId xmlns:a16="http://schemas.microsoft.com/office/drawing/2014/main" id="{1FE50934-B730-48A3-AA44-7AE004F1F2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4" y="1841"/>
              <a:ext cx="46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98" name="Line 101">
              <a:extLst>
                <a:ext uri="{FF2B5EF4-FFF2-40B4-BE49-F238E27FC236}">
                  <a16:creationId xmlns:a16="http://schemas.microsoft.com/office/drawing/2014/main" id="{0E6813F6-0D2D-419C-AF3F-D0CB9D1DBA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1841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99" name="Line 102">
              <a:extLst>
                <a:ext uri="{FF2B5EF4-FFF2-40B4-BE49-F238E27FC236}">
                  <a16:creationId xmlns:a16="http://schemas.microsoft.com/office/drawing/2014/main" id="{2A9040F5-8886-4FCC-AD61-33C278EB2B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184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00" name="Line 103">
              <a:extLst>
                <a:ext uri="{FF2B5EF4-FFF2-40B4-BE49-F238E27FC236}">
                  <a16:creationId xmlns:a16="http://schemas.microsoft.com/office/drawing/2014/main" id="{36E19BCC-7356-4922-99FC-DEBB3F7E1D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4" y="1841"/>
              <a:ext cx="4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01" name="Line 104">
              <a:extLst>
                <a:ext uri="{FF2B5EF4-FFF2-40B4-BE49-F238E27FC236}">
                  <a16:creationId xmlns:a16="http://schemas.microsoft.com/office/drawing/2014/main" id="{6A1F9713-34D9-4E46-86BE-F2C72366F5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1841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02" name="Line 105">
              <a:extLst>
                <a:ext uri="{FF2B5EF4-FFF2-40B4-BE49-F238E27FC236}">
                  <a16:creationId xmlns:a16="http://schemas.microsoft.com/office/drawing/2014/main" id="{39E630DB-4BD0-4616-A0EF-082F983C8A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184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03" name="Line 106">
              <a:extLst>
                <a:ext uri="{FF2B5EF4-FFF2-40B4-BE49-F238E27FC236}">
                  <a16:creationId xmlns:a16="http://schemas.microsoft.com/office/drawing/2014/main" id="{F4E123E1-7D4F-46DF-AF98-D38D4F06C2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6" y="1841"/>
              <a:ext cx="39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04" name="Line 107">
              <a:extLst>
                <a:ext uri="{FF2B5EF4-FFF2-40B4-BE49-F238E27FC236}">
                  <a16:creationId xmlns:a16="http://schemas.microsoft.com/office/drawing/2014/main" id="{B4CC6FD3-079F-4B26-A50A-7D0A832AE2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1841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05" name="Line 108">
              <a:extLst>
                <a:ext uri="{FF2B5EF4-FFF2-40B4-BE49-F238E27FC236}">
                  <a16:creationId xmlns:a16="http://schemas.microsoft.com/office/drawing/2014/main" id="{EA1A09AB-7A5F-43F9-A48A-8207268A0E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184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06" name="Line 109">
              <a:extLst>
                <a:ext uri="{FF2B5EF4-FFF2-40B4-BE49-F238E27FC236}">
                  <a16:creationId xmlns:a16="http://schemas.microsoft.com/office/drawing/2014/main" id="{53B24242-492E-4C0A-AB11-37DC55D1FC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1841"/>
              <a:ext cx="39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07" name="Line 110">
              <a:extLst>
                <a:ext uri="{FF2B5EF4-FFF2-40B4-BE49-F238E27FC236}">
                  <a16:creationId xmlns:a16="http://schemas.microsoft.com/office/drawing/2014/main" id="{1BB03B6F-B7F1-4BF2-B29E-1FF5E6D639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4" y="1841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08" name="Line 111">
              <a:extLst>
                <a:ext uri="{FF2B5EF4-FFF2-40B4-BE49-F238E27FC236}">
                  <a16:creationId xmlns:a16="http://schemas.microsoft.com/office/drawing/2014/main" id="{7D0E8654-6CA4-457E-B851-D9C425A09E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4" y="184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09" name="Line 112">
              <a:extLst>
                <a:ext uri="{FF2B5EF4-FFF2-40B4-BE49-F238E27FC236}">
                  <a16:creationId xmlns:a16="http://schemas.microsoft.com/office/drawing/2014/main" id="{CC1A8EF3-AAA5-405D-9C8A-B25E6FE394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9" y="1841"/>
              <a:ext cx="35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10" name="Line 113">
              <a:extLst>
                <a:ext uri="{FF2B5EF4-FFF2-40B4-BE49-F238E27FC236}">
                  <a16:creationId xmlns:a16="http://schemas.microsoft.com/office/drawing/2014/main" id="{15D63AEB-D887-49A7-A7C7-2AAC6C787E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1841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11" name="Rectangle 114">
              <a:extLst>
                <a:ext uri="{FF2B5EF4-FFF2-40B4-BE49-F238E27FC236}">
                  <a16:creationId xmlns:a16="http://schemas.microsoft.com/office/drawing/2014/main" id="{A110FB9E-983D-411C-9F89-8FDE6E86FD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1847"/>
              <a:ext cx="11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12" name="Line 115">
              <a:extLst>
                <a:ext uri="{FF2B5EF4-FFF2-40B4-BE49-F238E27FC236}">
                  <a16:creationId xmlns:a16="http://schemas.microsoft.com/office/drawing/2014/main" id="{4B29967A-B818-4238-B31E-A5103D2F6F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184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13" name="Line 116">
              <a:extLst>
                <a:ext uri="{FF2B5EF4-FFF2-40B4-BE49-F238E27FC236}">
                  <a16:creationId xmlns:a16="http://schemas.microsoft.com/office/drawing/2014/main" id="{CC45539A-B910-4C1C-BE55-3DE2F9B65F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184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14" name="Line 117">
              <a:extLst>
                <a:ext uri="{FF2B5EF4-FFF2-40B4-BE49-F238E27FC236}">
                  <a16:creationId xmlns:a16="http://schemas.microsoft.com/office/drawing/2014/main" id="{E231D145-F438-42DB-B709-E4B7115E39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184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15" name="Rectangle 118">
              <a:extLst>
                <a:ext uri="{FF2B5EF4-FFF2-40B4-BE49-F238E27FC236}">
                  <a16:creationId xmlns:a16="http://schemas.microsoft.com/office/drawing/2014/main" id="{C0522A3A-3F2B-46B7-A543-9333B9A536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1847"/>
              <a:ext cx="6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16" name="Line 119">
              <a:extLst>
                <a:ext uri="{FF2B5EF4-FFF2-40B4-BE49-F238E27FC236}">
                  <a16:creationId xmlns:a16="http://schemas.microsoft.com/office/drawing/2014/main" id="{1BBBF17F-79E1-4724-8CC3-ACC14E4C6F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184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17" name="Rectangle 120">
              <a:extLst>
                <a:ext uri="{FF2B5EF4-FFF2-40B4-BE49-F238E27FC236}">
                  <a16:creationId xmlns:a16="http://schemas.microsoft.com/office/drawing/2014/main" id="{7D2EF41F-E4A5-4884-9CAE-88C258025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847"/>
              <a:ext cx="5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18" name="Rectangle 121">
              <a:extLst>
                <a:ext uri="{FF2B5EF4-FFF2-40B4-BE49-F238E27FC236}">
                  <a16:creationId xmlns:a16="http://schemas.microsoft.com/office/drawing/2014/main" id="{3DED57BA-C415-4DC1-B40E-DF868D3259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" y="1847"/>
              <a:ext cx="11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19" name="Line 122">
              <a:extLst>
                <a:ext uri="{FF2B5EF4-FFF2-40B4-BE49-F238E27FC236}">
                  <a16:creationId xmlns:a16="http://schemas.microsoft.com/office/drawing/2014/main" id="{CF42EA16-086E-4820-9B55-3A91B71470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184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20" name="Rectangle 123">
              <a:extLst>
                <a:ext uri="{FF2B5EF4-FFF2-40B4-BE49-F238E27FC236}">
                  <a16:creationId xmlns:a16="http://schemas.microsoft.com/office/drawing/2014/main" id="{0D32CF9D-CB95-4F9F-B6C2-808FA1CC2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" y="2135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21" name="Rectangle 124">
              <a:extLst>
                <a:ext uri="{FF2B5EF4-FFF2-40B4-BE49-F238E27FC236}">
                  <a16:creationId xmlns:a16="http://schemas.microsoft.com/office/drawing/2014/main" id="{2E065976-D471-4D57-B6B3-2C12A55C7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" y="213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22" name="Rectangle 125">
              <a:extLst>
                <a:ext uri="{FF2B5EF4-FFF2-40B4-BE49-F238E27FC236}">
                  <a16:creationId xmlns:a16="http://schemas.microsoft.com/office/drawing/2014/main" id="{9B551D8E-3B36-4DE7-AB34-66DBFA05A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1" y="213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23" name="Rectangle 126">
              <a:extLst>
                <a:ext uri="{FF2B5EF4-FFF2-40B4-BE49-F238E27FC236}">
                  <a16:creationId xmlns:a16="http://schemas.microsoft.com/office/drawing/2014/main" id="{D08C41C5-14A4-4647-B95F-5B0B3F05B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13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24" name="Rectangle 127">
              <a:extLst>
                <a:ext uri="{FF2B5EF4-FFF2-40B4-BE49-F238E27FC236}">
                  <a16:creationId xmlns:a16="http://schemas.microsoft.com/office/drawing/2014/main" id="{507DD42B-0A3F-4718-9DB8-8FD7F5F7F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4" y="213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25" name="Rectangle 128">
              <a:extLst>
                <a:ext uri="{FF2B5EF4-FFF2-40B4-BE49-F238E27FC236}">
                  <a16:creationId xmlns:a16="http://schemas.microsoft.com/office/drawing/2014/main" id="{B4A1852D-48CD-4C06-BB93-1A20ED285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" y="213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26" name="Rectangle 129">
              <a:extLst>
                <a:ext uri="{FF2B5EF4-FFF2-40B4-BE49-F238E27FC236}">
                  <a16:creationId xmlns:a16="http://schemas.microsoft.com/office/drawing/2014/main" id="{B5558DA7-598E-4738-85EC-4B3C63E47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0" y="213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27" name="Rectangle 130">
              <a:extLst>
                <a:ext uri="{FF2B5EF4-FFF2-40B4-BE49-F238E27FC236}">
                  <a16:creationId xmlns:a16="http://schemas.microsoft.com/office/drawing/2014/main" id="{A09D1B25-7B72-4FBF-A19F-4C0242E54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6" y="213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28" name="Rectangle 131">
              <a:extLst>
                <a:ext uri="{FF2B5EF4-FFF2-40B4-BE49-F238E27FC236}">
                  <a16:creationId xmlns:a16="http://schemas.microsoft.com/office/drawing/2014/main" id="{278D63FE-DFCD-4E26-84AB-67D168143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" y="213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29" name="Rectangle 132">
              <a:extLst>
                <a:ext uri="{FF2B5EF4-FFF2-40B4-BE49-F238E27FC236}">
                  <a16:creationId xmlns:a16="http://schemas.microsoft.com/office/drawing/2014/main" id="{5DFBEFF7-3C87-4299-82F3-374420FDE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" y="213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30" name="Rectangle 133">
              <a:extLst>
                <a:ext uri="{FF2B5EF4-FFF2-40B4-BE49-F238E27FC236}">
                  <a16:creationId xmlns:a16="http://schemas.microsoft.com/office/drawing/2014/main" id="{CA2F0EE5-5E29-4C75-A5BF-FE0AA957E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2121"/>
              <a:ext cx="11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31" name="Line 134">
              <a:extLst>
                <a:ext uri="{FF2B5EF4-FFF2-40B4-BE49-F238E27FC236}">
                  <a16:creationId xmlns:a16="http://schemas.microsoft.com/office/drawing/2014/main" id="{4605953F-E61B-4F5B-9848-BD33AA20E8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2121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32" name="Rectangle 135">
              <a:extLst>
                <a:ext uri="{FF2B5EF4-FFF2-40B4-BE49-F238E27FC236}">
                  <a16:creationId xmlns:a16="http://schemas.microsoft.com/office/drawing/2014/main" id="{1E2288EC-19B4-4BA9-95F6-45C12DE59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" y="2121"/>
              <a:ext cx="465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33" name="Line 136">
              <a:extLst>
                <a:ext uri="{FF2B5EF4-FFF2-40B4-BE49-F238E27FC236}">
                  <a16:creationId xmlns:a16="http://schemas.microsoft.com/office/drawing/2014/main" id="{EB94D460-06B7-4FE8-80A2-025F15E233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4" y="2121"/>
              <a:ext cx="46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34" name="Line 137">
              <a:extLst>
                <a:ext uri="{FF2B5EF4-FFF2-40B4-BE49-F238E27FC236}">
                  <a16:creationId xmlns:a16="http://schemas.microsoft.com/office/drawing/2014/main" id="{C64A048F-3899-4435-8BD7-4AEAB255CB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2121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35" name="Line 138">
              <a:extLst>
                <a:ext uri="{FF2B5EF4-FFF2-40B4-BE49-F238E27FC236}">
                  <a16:creationId xmlns:a16="http://schemas.microsoft.com/office/drawing/2014/main" id="{5141CBB0-FC7C-44CA-ACB4-4F5A77428E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212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36" name="Rectangle 139">
              <a:extLst>
                <a:ext uri="{FF2B5EF4-FFF2-40B4-BE49-F238E27FC236}">
                  <a16:creationId xmlns:a16="http://schemas.microsoft.com/office/drawing/2014/main" id="{B243FD9C-F562-445F-815F-6847CF3D5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4" y="2121"/>
              <a:ext cx="427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37" name="Line 140">
              <a:extLst>
                <a:ext uri="{FF2B5EF4-FFF2-40B4-BE49-F238E27FC236}">
                  <a16:creationId xmlns:a16="http://schemas.microsoft.com/office/drawing/2014/main" id="{D7B0B676-2CCB-4A18-98A4-CBC0880A0C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4" y="2121"/>
              <a:ext cx="4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38" name="Line 141">
              <a:extLst>
                <a:ext uri="{FF2B5EF4-FFF2-40B4-BE49-F238E27FC236}">
                  <a16:creationId xmlns:a16="http://schemas.microsoft.com/office/drawing/2014/main" id="{D454AF7A-51DA-4EAD-BDE5-9690D4C6F9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2121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39" name="Line 142">
              <a:extLst>
                <a:ext uri="{FF2B5EF4-FFF2-40B4-BE49-F238E27FC236}">
                  <a16:creationId xmlns:a16="http://schemas.microsoft.com/office/drawing/2014/main" id="{F1A575C9-B48D-40DF-A658-B2864287EE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212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40" name="Rectangle 143">
              <a:extLst>
                <a:ext uri="{FF2B5EF4-FFF2-40B4-BE49-F238E27FC236}">
                  <a16:creationId xmlns:a16="http://schemas.microsoft.com/office/drawing/2014/main" id="{615C56BB-C8F9-402A-97B3-580301234B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6" y="2121"/>
              <a:ext cx="392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41" name="Line 144">
              <a:extLst>
                <a:ext uri="{FF2B5EF4-FFF2-40B4-BE49-F238E27FC236}">
                  <a16:creationId xmlns:a16="http://schemas.microsoft.com/office/drawing/2014/main" id="{78C276DE-D231-40E9-A788-73F47F7C52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6" y="2121"/>
              <a:ext cx="39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42" name="Rectangle 145">
              <a:extLst>
                <a:ext uri="{FF2B5EF4-FFF2-40B4-BE49-F238E27FC236}">
                  <a16:creationId xmlns:a16="http://schemas.microsoft.com/office/drawing/2014/main" id="{5DDF58A1-775A-4599-8D33-76938841F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2121"/>
              <a:ext cx="6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43" name="Line 146">
              <a:extLst>
                <a:ext uri="{FF2B5EF4-FFF2-40B4-BE49-F238E27FC236}">
                  <a16:creationId xmlns:a16="http://schemas.microsoft.com/office/drawing/2014/main" id="{412DB158-209F-4EB8-B40C-EB43F5200D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2121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44" name="Line 147">
              <a:extLst>
                <a:ext uri="{FF2B5EF4-FFF2-40B4-BE49-F238E27FC236}">
                  <a16:creationId xmlns:a16="http://schemas.microsoft.com/office/drawing/2014/main" id="{B2C88D54-3905-4A74-8690-64414B6D0B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212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45" name="Rectangle 148">
              <a:extLst>
                <a:ext uri="{FF2B5EF4-FFF2-40B4-BE49-F238E27FC236}">
                  <a16:creationId xmlns:a16="http://schemas.microsoft.com/office/drawing/2014/main" id="{A3614823-233E-4A47-A1D4-C3F7B514A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4" y="2121"/>
              <a:ext cx="390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46" name="Line 149">
              <a:extLst>
                <a:ext uri="{FF2B5EF4-FFF2-40B4-BE49-F238E27FC236}">
                  <a16:creationId xmlns:a16="http://schemas.microsoft.com/office/drawing/2014/main" id="{2EABEE91-D5D3-4FE8-BAA5-2D5421240C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2121"/>
              <a:ext cx="39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47" name="Rectangle 150">
              <a:extLst>
                <a:ext uri="{FF2B5EF4-FFF2-40B4-BE49-F238E27FC236}">
                  <a16:creationId xmlns:a16="http://schemas.microsoft.com/office/drawing/2014/main" id="{0A69AA30-F83C-4E14-9144-184D8E917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2121"/>
              <a:ext cx="5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48" name="Line 151">
              <a:extLst>
                <a:ext uri="{FF2B5EF4-FFF2-40B4-BE49-F238E27FC236}">
                  <a16:creationId xmlns:a16="http://schemas.microsoft.com/office/drawing/2014/main" id="{0E61E795-9D89-4721-9220-25AD825D8F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4" y="2121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49" name="Line 152">
              <a:extLst>
                <a:ext uri="{FF2B5EF4-FFF2-40B4-BE49-F238E27FC236}">
                  <a16:creationId xmlns:a16="http://schemas.microsoft.com/office/drawing/2014/main" id="{5E968407-AC18-49B1-96D7-BF4510C9DF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4" y="212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50" name="Rectangle 153">
              <a:extLst>
                <a:ext uri="{FF2B5EF4-FFF2-40B4-BE49-F238E27FC236}">
                  <a16:creationId xmlns:a16="http://schemas.microsoft.com/office/drawing/2014/main" id="{D945FA4F-05E2-4B7B-BBCA-472F4B582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9" y="2121"/>
              <a:ext cx="352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51" name="Line 154">
              <a:extLst>
                <a:ext uri="{FF2B5EF4-FFF2-40B4-BE49-F238E27FC236}">
                  <a16:creationId xmlns:a16="http://schemas.microsoft.com/office/drawing/2014/main" id="{DE39478E-FA59-41E9-8C6E-146B39B479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9" y="2121"/>
              <a:ext cx="35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52" name="Rectangle 155">
              <a:extLst>
                <a:ext uri="{FF2B5EF4-FFF2-40B4-BE49-F238E27FC236}">
                  <a16:creationId xmlns:a16="http://schemas.microsoft.com/office/drawing/2014/main" id="{3E1C11F9-D9BE-4F68-AB6E-15A4F85DFF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" y="2121"/>
              <a:ext cx="11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53" name="Line 156">
              <a:extLst>
                <a:ext uri="{FF2B5EF4-FFF2-40B4-BE49-F238E27FC236}">
                  <a16:creationId xmlns:a16="http://schemas.microsoft.com/office/drawing/2014/main" id="{D76CA864-B0B2-4ECE-96F1-E6AE587DE2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2121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54" name="Rectangle 157">
              <a:extLst>
                <a:ext uri="{FF2B5EF4-FFF2-40B4-BE49-F238E27FC236}">
                  <a16:creationId xmlns:a16="http://schemas.microsoft.com/office/drawing/2014/main" id="{E18A9EF0-3BF7-4E33-8539-3E5EB84C7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2127"/>
              <a:ext cx="11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55" name="Line 158">
              <a:extLst>
                <a:ext uri="{FF2B5EF4-FFF2-40B4-BE49-F238E27FC236}">
                  <a16:creationId xmlns:a16="http://schemas.microsoft.com/office/drawing/2014/main" id="{C138E80E-B1BF-4187-88CC-1EC9BA6908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212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56" name="Line 159">
              <a:extLst>
                <a:ext uri="{FF2B5EF4-FFF2-40B4-BE49-F238E27FC236}">
                  <a16:creationId xmlns:a16="http://schemas.microsoft.com/office/drawing/2014/main" id="{AF3FCD6E-3211-4CA3-8B97-3C7BE99490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212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57" name="Line 160">
              <a:extLst>
                <a:ext uri="{FF2B5EF4-FFF2-40B4-BE49-F238E27FC236}">
                  <a16:creationId xmlns:a16="http://schemas.microsoft.com/office/drawing/2014/main" id="{6EBD4879-4078-4309-9EC3-A8E3C156E3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212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58" name="Rectangle 161">
              <a:extLst>
                <a:ext uri="{FF2B5EF4-FFF2-40B4-BE49-F238E27FC236}">
                  <a16:creationId xmlns:a16="http://schemas.microsoft.com/office/drawing/2014/main" id="{FE1B3444-8645-44E7-A8D6-952D4E661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2127"/>
              <a:ext cx="6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59" name="Line 162">
              <a:extLst>
                <a:ext uri="{FF2B5EF4-FFF2-40B4-BE49-F238E27FC236}">
                  <a16:creationId xmlns:a16="http://schemas.microsoft.com/office/drawing/2014/main" id="{9E576322-DC1F-4233-9CB3-1181B43594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212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60" name="Rectangle 163">
              <a:extLst>
                <a:ext uri="{FF2B5EF4-FFF2-40B4-BE49-F238E27FC236}">
                  <a16:creationId xmlns:a16="http://schemas.microsoft.com/office/drawing/2014/main" id="{FD9E120E-5D49-4CDD-BDDE-DB61B6D53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2127"/>
              <a:ext cx="5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61" name="Rectangle 164">
              <a:extLst>
                <a:ext uri="{FF2B5EF4-FFF2-40B4-BE49-F238E27FC236}">
                  <a16:creationId xmlns:a16="http://schemas.microsoft.com/office/drawing/2014/main" id="{ABE1890F-758D-47CC-8DCB-F0C25FFCC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" y="2127"/>
              <a:ext cx="11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62" name="Line 165">
              <a:extLst>
                <a:ext uri="{FF2B5EF4-FFF2-40B4-BE49-F238E27FC236}">
                  <a16:creationId xmlns:a16="http://schemas.microsoft.com/office/drawing/2014/main" id="{F5310034-64A9-4CBF-8B69-9E1BE221E4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212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63" name="Rectangle 166">
              <a:extLst>
                <a:ext uri="{FF2B5EF4-FFF2-40B4-BE49-F238E27FC236}">
                  <a16:creationId xmlns:a16="http://schemas.microsoft.com/office/drawing/2014/main" id="{005C0CD6-4317-4DF9-906E-6979091137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" y="2415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64" name="Rectangle 167">
              <a:extLst>
                <a:ext uri="{FF2B5EF4-FFF2-40B4-BE49-F238E27FC236}">
                  <a16:creationId xmlns:a16="http://schemas.microsoft.com/office/drawing/2014/main" id="{D089F831-B1A3-4370-8493-0AE2A2A88C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" y="241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65" name="Rectangle 168">
              <a:extLst>
                <a:ext uri="{FF2B5EF4-FFF2-40B4-BE49-F238E27FC236}">
                  <a16:creationId xmlns:a16="http://schemas.microsoft.com/office/drawing/2014/main" id="{E9B61804-AD62-48FF-B491-D33A216551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1" y="241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66" name="Rectangle 169">
              <a:extLst>
                <a:ext uri="{FF2B5EF4-FFF2-40B4-BE49-F238E27FC236}">
                  <a16:creationId xmlns:a16="http://schemas.microsoft.com/office/drawing/2014/main" id="{05CFFCD6-0352-4F62-BD37-5BEA09695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41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67" name="Rectangle 170">
              <a:extLst>
                <a:ext uri="{FF2B5EF4-FFF2-40B4-BE49-F238E27FC236}">
                  <a16:creationId xmlns:a16="http://schemas.microsoft.com/office/drawing/2014/main" id="{FEB8F669-422B-40FB-99B2-051BE003D7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4" y="241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68" name="Rectangle 171">
              <a:extLst>
                <a:ext uri="{FF2B5EF4-FFF2-40B4-BE49-F238E27FC236}">
                  <a16:creationId xmlns:a16="http://schemas.microsoft.com/office/drawing/2014/main" id="{06F95071-D709-4AF6-BD9F-6F2DA72FF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" y="241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69" name="Rectangle 172">
              <a:extLst>
                <a:ext uri="{FF2B5EF4-FFF2-40B4-BE49-F238E27FC236}">
                  <a16:creationId xmlns:a16="http://schemas.microsoft.com/office/drawing/2014/main" id="{0C83392F-3636-48E3-BCA3-E60DB52BD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0" y="241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70" name="Rectangle 173">
              <a:extLst>
                <a:ext uri="{FF2B5EF4-FFF2-40B4-BE49-F238E27FC236}">
                  <a16:creationId xmlns:a16="http://schemas.microsoft.com/office/drawing/2014/main" id="{21D8863F-8001-49FF-8B55-B22EC3134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6" y="241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71" name="Rectangle 174">
              <a:extLst>
                <a:ext uri="{FF2B5EF4-FFF2-40B4-BE49-F238E27FC236}">
                  <a16:creationId xmlns:a16="http://schemas.microsoft.com/office/drawing/2014/main" id="{0494E008-5C7C-4ACC-8C27-EF157085A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" y="241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72" name="Rectangle 175">
              <a:extLst>
                <a:ext uri="{FF2B5EF4-FFF2-40B4-BE49-F238E27FC236}">
                  <a16:creationId xmlns:a16="http://schemas.microsoft.com/office/drawing/2014/main" id="{3635CA49-5CAC-4546-A093-223FC871E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" y="241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73" name="Rectangle 176">
              <a:extLst>
                <a:ext uri="{FF2B5EF4-FFF2-40B4-BE49-F238E27FC236}">
                  <a16:creationId xmlns:a16="http://schemas.microsoft.com/office/drawing/2014/main" id="{609D4ACE-1F1F-46B3-A807-629C80809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2401"/>
              <a:ext cx="11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74" name="Line 177">
              <a:extLst>
                <a:ext uri="{FF2B5EF4-FFF2-40B4-BE49-F238E27FC236}">
                  <a16:creationId xmlns:a16="http://schemas.microsoft.com/office/drawing/2014/main" id="{9AC02E04-8850-47A0-BAC9-1EA3A5E985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2401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75" name="Rectangle 178">
              <a:extLst>
                <a:ext uri="{FF2B5EF4-FFF2-40B4-BE49-F238E27FC236}">
                  <a16:creationId xmlns:a16="http://schemas.microsoft.com/office/drawing/2014/main" id="{0FE807FE-CD14-4541-A7DE-E1DF48E4F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" y="2401"/>
              <a:ext cx="465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76" name="Line 179">
              <a:extLst>
                <a:ext uri="{FF2B5EF4-FFF2-40B4-BE49-F238E27FC236}">
                  <a16:creationId xmlns:a16="http://schemas.microsoft.com/office/drawing/2014/main" id="{C246CFBF-E45E-4C8E-9E5D-CBE0E7FE8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4" y="2401"/>
              <a:ext cx="46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77" name="Line 180">
              <a:extLst>
                <a:ext uri="{FF2B5EF4-FFF2-40B4-BE49-F238E27FC236}">
                  <a16:creationId xmlns:a16="http://schemas.microsoft.com/office/drawing/2014/main" id="{7CE7DB03-33F0-4DB6-A516-C0A541708D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2401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78" name="Line 181">
              <a:extLst>
                <a:ext uri="{FF2B5EF4-FFF2-40B4-BE49-F238E27FC236}">
                  <a16:creationId xmlns:a16="http://schemas.microsoft.com/office/drawing/2014/main" id="{845283A4-4532-4117-8E14-12CAAD80F9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240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79" name="Rectangle 182">
              <a:extLst>
                <a:ext uri="{FF2B5EF4-FFF2-40B4-BE49-F238E27FC236}">
                  <a16:creationId xmlns:a16="http://schemas.microsoft.com/office/drawing/2014/main" id="{7EEC861E-04BF-471A-9AF5-444003ADA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4" y="2401"/>
              <a:ext cx="427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80" name="Line 183">
              <a:extLst>
                <a:ext uri="{FF2B5EF4-FFF2-40B4-BE49-F238E27FC236}">
                  <a16:creationId xmlns:a16="http://schemas.microsoft.com/office/drawing/2014/main" id="{6884FC2C-1F15-41A8-B4A5-C3FF57A202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4" y="2401"/>
              <a:ext cx="4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81" name="Line 184">
              <a:extLst>
                <a:ext uri="{FF2B5EF4-FFF2-40B4-BE49-F238E27FC236}">
                  <a16:creationId xmlns:a16="http://schemas.microsoft.com/office/drawing/2014/main" id="{9C7EF280-8198-4384-A472-6725B46843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2401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82" name="Line 185">
              <a:extLst>
                <a:ext uri="{FF2B5EF4-FFF2-40B4-BE49-F238E27FC236}">
                  <a16:creationId xmlns:a16="http://schemas.microsoft.com/office/drawing/2014/main" id="{A67FF4D6-D1A0-4004-9A36-7FBDF0330E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240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83" name="Rectangle 186">
              <a:extLst>
                <a:ext uri="{FF2B5EF4-FFF2-40B4-BE49-F238E27FC236}">
                  <a16:creationId xmlns:a16="http://schemas.microsoft.com/office/drawing/2014/main" id="{84CF2B8C-ED65-4C21-BDEF-95CD15A8A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6" y="2401"/>
              <a:ext cx="392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84" name="Line 187">
              <a:extLst>
                <a:ext uri="{FF2B5EF4-FFF2-40B4-BE49-F238E27FC236}">
                  <a16:creationId xmlns:a16="http://schemas.microsoft.com/office/drawing/2014/main" id="{EB234FC2-E10F-4460-98C2-FE7E3A2EEB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6" y="2401"/>
              <a:ext cx="39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85" name="Rectangle 188">
              <a:extLst>
                <a:ext uri="{FF2B5EF4-FFF2-40B4-BE49-F238E27FC236}">
                  <a16:creationId xmlns:a16="http://schemas.microsoft.com/office/drawing/2014/main" id="{9005B2CA-11D5-4CF9-9174-408317CB8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2401"/>
              <a:ext cx="6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86" name="Line 189">
              <a:extLst>
                <a:ext uri="{FF2B5EF4-FFF2-40B4-BE49-F238E27FC236}">
                  <a16:creationId xmlns:a16="http://schemas.microsoft.com/office/drawing/2014/main" id="{47EFB690-5950-485E-B394-6A0C7BABF9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2401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87" name="Line 190">
              <a:extLst>
                <a:ext uri="{FF2B5EF4-FFF2-40B4-BE49-F238E27FC236}">
                  <a16:creationId xmlns:a16="http://schemas.microsoft.com/office/drawing/2014/main" id="{9ADB9489-BFA9-4C65-AD89-32D25F1FF5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240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88" name="Rectangle 191">
              <a:extLst>
                <a:ext uri="{FF2B5EF4-FFF2-40B4-BE49-F238E27FC236}">
                  <a16:creationId xmlns:a16="http://schemas.microsoft.com/office/drawing/2014/main" id="{2A437A52-97B5-4450-8A91-1A683EC5E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4" y="2401"/>
              <a:ext cx="390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89" name="Line 192">
              <a:extLst>
                <a:ext uri="{FF2B5EF4-FFF2-40B4-BE49-F238E27FC236}">
                  <a16:creationId xmlns:a16="http://schemas.microsoft.com/office/drawing/2014/main" id="{B678AED6-AD7E-4FD3-8754-B4241BBB16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2401"/>
              <a:ext cx="39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90" name="Rectangle 193">
              <a:extLst>
                <a:ext uri="{FF2B5EF4-FFF2-40B4-BE49-F238E27FC236}">
                  <a16:creationId xmlns:a16="http://schemas.microsoft.com/office/drawing/2014/main" id="{433BDE44-5E4A-4C1D-B343-5EC51D048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2401"/>
              <a:ext cx="5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91" name="Line 194">
              <a:extLst>
                <a:ext uri="{FF2B5EF4-FFF2-40B4-BE49-F238E27FC236}">
                  <a16:creationId xmlns:a16="http://schemas.microsoft.com/office/drawing/2014/main" id="{8B5DE951-6CAA-4C7B-80E1-2A9FD9B7FF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4" y="2401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92" name="Line 195">
              <a:extLst>
                <a:ext uri="{FF2B5EF4-FFF2-40B4-BE49-F238E27FC236}">
                  <a16:creationId xmlns:a16="http://schemas.microsoft.com/office/drawing/2014/main" id="{50ED9830-3878-4729-B938-909B6133DA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4" y="240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93" name="Rectangle 196">
              <a:extLst>
                <a:ext uri="{FF2B5EF4-FFF2-40B4-BE49-F238E27FC236}">
                  <a16:creationId xmlns:a16="http://schemas.microsoft.com/office/drawing/2014/main" id="{843C1D9F-0A31-4C4D-9893-3A4567B5B4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9" y="2401"/>
              <a:ext cx="352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94" name="Line 197">
              <a:extLst>
                <a:ext uri="{FF2B5EF4-FFF2-40B4-BE49-F238E27FC236}">
                  <a16:creationId xmlns:a16="http://schemas.microsoft.com/office/drawing/2014/main" id="{A063EC03-2E72-4DC4-904B-CB05D7E28D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9" y="2401"/>
              <a:ext cx="35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95" name="Rectangle 198">
              <a:extLst>
                <a:ext uri="{FF2B5EF4-FFF2-40B4-BE49-F238E27FC236}">
                  <a16:creationId xmlns:a16="http://schemas.microsoft.com/office/drawing/2014/main" id="{4F7E31B2-2F4D-441E-9285-A822E1D54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" y="2401"/>
              <a:ext cx="11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96" name="Line 199">
              <a:extLst>
                <a:ext uri="{FF2B5EF4-FFF2-40B4-BE49-F238E27FC236}">
                  <a16:creationId xmlns:a16="http://schemas.microsoft.com/office/drawing/2014/main" id="{C4F7C73C-3CF0-4941-A365-15C3FB7564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2401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97" name="Rectangle 200">
              <a:extLst>
                <a:ext uri="{FF2B5EF4-FFF2-40B4-BE49-F238E27FC236}">
                  <a16:creationId xmlns:a16="http://schemas.microsoft.com/office/drawing/2014/main" id="{BA5CD90A-55CA-4892-B223-F8415A7E9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2407"/>
              <a:ext cx="11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98" name="Line 201">
              <a:extLst>
                <a:ext uri="{FF2B5EF4-FFF2-40B4-BE49-F238E27FC236}">
                  <a16:creationId xmlns:a16="http://schemas.microsoft.com/office/drawing/2014/main" id="{EE06291C-C3D4-445C-9E3A-AF6F52C93E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240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99" name="Line 202">
              <a:extLst>
                <a:ext uri="{FF2B5EF4-FFF2-40B4-BE49-F238E27FC236}">
                  <a16:creationId xmlns:a16="http://schemas.microsoft.com/office/drawing/2014/main" id="{6E5CF993-BD27-484C-8C1E-D23ECC66EC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240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00" name="Line 203">
              <a:extLst>
                <a:ext uri="{FF2B5EF4-FFF2-40B4-BE49-F238E27FC236}">
                  <a16:creationId xmlns:a16="http://schemas.microsoft.com/office/drawing/2014/main" id="{06087640-C61B-49E0-987C-8D880BC362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240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01" name="Rectangle 204">
              <a:extLst>
                <a:ext uri="{FF2B5EF4-FFF2-40B4-BE49-F238E27FC236}">
                  <a16:creationId xmlns:a16="http://schemas.microsoft.com/office/drawing/2014/main" id="{E0DC95CC-00E7-4C94-B229-638612CED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2407"/>
              <a:ext cx="6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02" name="Line 205">
              <a:extLst>
                <a:ext uri="{FF2B5EF4-FFF2-40B4-BE49-F238E27FC236}">
                  <a16:creationId xmlns:a16="http://schemas.microsoft.com/office/drawing/2014/main" id="{D27889A1-0F03-498E-B1A6-BCE021A4A9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240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03" name="Rectangle 206">
              <a:extLst>
                <a:ext uri="{FF2B5EF4-FFF2-40B4-BE49-F238E27FC236}">
                  <a16:creationId xmlns:a16="http://schemas.microsoft.com/office/drawing/2014/main" id="{D85F1581-7529-4FE1-ACD8-3ECF98EE0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2407"/>
              <a:ext cx="5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04" name="Rectangle 207">
              <a:extLst>
                <a:ext uri="{FF2B5EF4-FFF2-40B4-BE49-F238E27FC236}">
                  <a16:creationId xmlns:a16="http://schemas.microsoft.com/office/drawing/2014/main" id="{EFD84381-C524-4A83-92C0-8D96CEA18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" y="2407"/>
              <a:ext cx="11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05" name="Line 208">
              <a:extLst>
                <a:ext uri="{FF2B5EF4-FFF2-40B4-BE49-F238E27FC236}">
                  <a16:creationId xmlns:a16="http://schemas.microsoft.com/office/drawing/2014/main" id="{0B4D9E81-506C-4995-98C3-04922C4401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240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06" name="Rectangle 209">
              <a:extLst>
                <a:ext uri="{FF2B5EF4-FFF2-40B4-BE49-F238E27FC236}">
                  <a16:creationId xmlns:a16="http://schemas.microsoft.com/office/drawing/2014/main" id="{DA8E93A9-0B08-4EAA-8ED8-40B2704C4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" y="2695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107" name="Rectangle 210">
              <a:extLst>
                <a:ext uri="{FF2B5EF4-FFF2-40B4-BE49-F238E27FC236}">
                  <a16:creationId xmlns:a16="http://schemas.microsoft.com/office/drawing/2014/main" id="{163DF736-F067-4D85-955A-3345C0D840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" y="269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108" name="Rectangle 211">
              <a:extLst>
                <a:ext uri="{FF2B5EF4-FFF2-40B4-BE49-F238E27FC236}">
                  <a16:creationId xmlns:a16="http://schemas.microsoft.com/office/drawing/2014/main" id="{90A1686F-363A-48ED-9A95-CDEE8E7AB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1" y="269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109" name="Rectangle 212">
              <a:extLst>
                <a:ext uri="{FF2B5EF4-FFF2-40B4-BE49-F238E27FC236}">
                  <a16:creationId xmlns:a16="http://schemas.microsoft.com/office/drawing/2014/main" id="{34F309F4-AB6D-4CFC-B00C-0EFB0F25F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69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110" name="Rectangle 213">
              <a:extLst>
                <a:ext uri="{FF2B5EF4-FFF2-40B4-BE49-F238E27FC236}">
                  <a16:creationId xmlns:a16="http://schemas.microsoft.com/office/drawing/2014/main" id="{FF1AD6E9-F42A-4433-9D2F-CDCE5B6B2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4" y="269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111" name="Rectangle 214">
              <a:extLst>
                <a:ext uri="{FF2B5EF4-FFF2-40B4-BE49-F238E27FC236}">
                  <a16:creationId xmlns:a16="http://schemas.microsoft.com/office/drawing/2014/main" id="{6D23D532-5912-4A60-B106-BEF009FC89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" y="269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112" name="Rectangle 215">
              <a:extLst>
                <a:ext uri="{FF2B5EF4-FFF2-40B4-BE49-F238E27FC236}">
                  <a16:creationId xmlns:a16="http://schemas.microsoft.com/office/drawing/2014/main" id="{B3D96BE5-0EEC-4EDC-9A95-F8DAB2349C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0" y="269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113" name="Rectangle 216">
              <a:extLst>
                <a:ext uri="{FF2B5EF4-FFF2-40B4-BE49-F238E27FC236}">
                  <a16:creationId xmlns:a16="http://schemas.microsoft.com/office/drawing/2014/main" id="{38B49690-E546-4F20-9968-101AD2A84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6" y="269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114" name="Rectangle 217">
              <a:extLst>
                <a:ext uri="{FF2B5EF4-FFF2-40B4-BE49-F238E27FC236}">
                  <a16:creationId xmlns:a16="http://schemas.microsoft.com/office/drawing/2014/main" id="{E33ECCD2-A3C1-44AB-9AB5-FC65273EC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" y="269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115" name="Rectangle 218">
              <a:extLst>
                <a:ext uri="{FF2B5EF4-FFF2-40B4-BE49-F238E27FC236}">
                  <a16:creationId xmlns:a16="http://schemas.microsoft.com/office/drawing/2014/main" id="{98867B6E-3D38-429A-803D-B4AB8070F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" y="269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116" name="Rectangle 219">
              <a:extLst>
                <a:ext uri="{FF2B5EF4-FFF2-40B4-BE49-F238E27FC236}">
                  <a16:creationId xmlns:a16="http://schemas.microsoft.com/office/drawing/2014/main" id="{CC0E8720-8FBD-4771-A7F1-3C0DBB2AB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2682"/>
              <a:ext cx="11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17" name="Line 220">
              <a:extLst>
                <a:ext uri="{FF2B5EF4-FFF2-40B4-BE49-F238E27FC236}">
                  <a16:creationId xmlns:a16="http://schemas.microsoft.com/office/drawing/2014/main" id="{84F23F18-86DE-4B94-85F4-9BBB50A291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268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18" name="Rectangle 221">
              <a:extLst>
                <a:ext uri="{FF2B5EF4-FFF2-40B4-BE49-F238E27FC236}">
                  <a16:creationId xmlns:a16="http://schemas.microsoft.com/office/drawing/2014/main" id="{E82BEF8F-9A3E-452C-AF0E-5269565AA6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" y="2682"/>
              <a:ext cx="465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19" name="Line 222">
              <a:extLst>
                <a:ext uri="{FF2B5EF4-FFF2-40B4-BE49-F238E27FC236}">
                  <a16:creationId xmlns:a16="http://schemas.microsoft.com/office/drawing/2014/main" id="{F6FBED1E-7ABF-494B-A524-1A3E2AF15D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4" y="2682"/>
              <a:ext cx="46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20" name="Line 223">
              <a:extLst>
                <a:ext uri="{FF2B5EF4-FFF2-40B4-BE49-F238E27FC236}">
                  <a16:creationId xmlns:a16="http://schemas.microsoft.com/office/drawing/2014/main" id="{53557E56-954E-4F64-8554-B6DE21967A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2682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21" name="Line 224">
              <a:extLst>
                <a:ext uri="{FF2B5EF4-FFF2-40B4-BE49-F238E27FC236}">
                  <a16:creationId xmlns:a16="http://schemas.microsoft.com/office/drawing/2014/main" id="{CE7DD2B5-9484-4422-B7DE-4AD2AF1F30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2682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22" name="Rectangle 225">
              <a:extLst>
                <a:ext uri="{FF2B5EF4-FFF2-40B4-BE49-F238E27FC236}">
                  <a16:creationId xmlns:a16="http://schemas.microsoft.com/office/drawing/2014/main" id="{28878034-EDB0-4EB3-9729-9D9EF20486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4" y="2682"/>
              <a:ext cx="427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23" name="Line 226">
              <a:extLst>
                <a:ext uri="{FF2B5EF4-FFF2-40B4-BE49-F238E27FC236}">
                  <a16:creationId xmlns:a16="http://schemas.microsoft.com/office/drawing/2014/main" id="{4DB6B064-6B3F-40D0-9EBB-485A9D4727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4" y="2682"/>
              <a:ext cx="4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24" name="Line 227">
              <a:extLst>
                <a:ext uri="{FF2B5EF4-FFF2-40B4-BE49-F238E27FC236}">
                  <a16:creationId xmlns:a16="http://schemas.microsoft.com/office/drawing/2014/main" id="{99FAA36F-B07A-4699-A972-B583B6A975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2682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25" name="Line 228">
              <a:extLst>
                <a:ext uri="{FF2B5EF4-FFF2-40B4-BE49-F238E27FC236}">
                  <a16:creationId xmlns:a16="http://schemas.microsoft.com/office/drawing/2014/main" id="{E573BFEF-55CA-4D0E-9587-88080E82D5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2682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26" name="Rectangle 229">
              <a:extLst>
                <a:ext uri="{FF2B5EF4-FFF2-40B4-BE49-F238E27FC236}">
                  <a16:creationId xmlns:a16="http://schemas.microsoft.com/office/drawing/2014/main" id="{E5C6623D-C3E0-46D0-A84C-668B881CA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6" y="2682"/>
              <a:ext cx="392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27" name="Line 230">
              <a:extLst>
                <a:ext uri="{FF2B5EF4-FFF2-40B4-BE49-F238E27FC236}">
                  <a16:creationId xmlns:a16="http://schemas.microsoft.com/office/drawing/2014/main" id="{B0D201CD-0F5B-4301-87C5-3A967BBAF3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6" y="2682"/>
              <a:ext cx="39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28" name="Rectangle 231">
              <a:extLst>
                <a:ext uri="{FF2B5EF4-FFF2-40B4-BE49-F238E27FC236}">
                  <a16:creationId xmlns:a16="http://schemas.microsoft.com/office/drawing/2014/main" id="{A5C31216-DF58-4B0B-8716-D0E95B0AF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2682"/>
              <a:ext cx="6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29" name="Line 232">
              <a:extLst>
                <a:ext uri="{FF2B5EF4-FFF2-40B4-BE49-F238E27FC236}">
                  <a16:creationId xmlns:a16="http://schemas.microsoft.com/office/drawing/2014/main" id="{27186CCE-45A2-47CD-B3C1-4B873E8771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2682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30" name="Line 233">
              <a:extLst>
                <a:ext uri="{FF2B5EF4-FFF2-40B4-BE49-F238E27FC236}">
                  <a16:creationId xmlns:a16="http://schemas.microsoft.com/office/drawing/2014/main" id="{16C485AE-FF33-4770-AD9D-3531E82B3F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2682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31" name="Rectangle 234">
              <a:extLst>
                <a:ext uri="{FF2B5EF4-FFF2-40B4-BE49-F238E27FC236}">
                  <a16:creationId xmlns:a16="http://schemas.microsoft.com/office/drawing/2014/main" id="{920286E3-40E8-477D-8F0F-31C73F1F9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4" y="2682"/>
              <a:ext cx="390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32" name="Line 235">
              <a:extLst>
                <a:ext uri="{FF2B5EF4-FFF2-40B4-BE49-F238E27FC236}">
                  <a16:creationId xmlns:a16="http://schemas.microsoft.com/office/drawing/2014/main" id="{DA901F97-5497-4D83-BB6C-CA2253C400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2682"/>
              <a:ext cx="39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33" name="Rectangle 236">
              <a:extLst>
                <a:ext uri="{FF2B5EF4-FFF2-40B4-BE49-F238E27FC236}">
                  <a16:creationId xmlns:a16="http://schemas.microsoft.com/office/drawing/2014/main" id="{E0E44AFC-6C3A-4F51-A05B-81C1713BF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2682"/>
              <a:ext cx="5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34" name="Line 237">
              <a:extLst>
                <a:ext uri="{FF2B5EF4-FFF2-40B4-BE49-F238E27FC236}">
                  <a16:creationId xmlns:a16="http://schemas.microsoft.com/office/drawing/2014/main" id="{F953244E-FBDC-45DE-8F7F-9A3D10C05A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4" y="2682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35" name="Line 238">
              <a:extLst>
                <a:ext uri="{FF2B5EF4-FFF2-40B4-BE49-F238E27FC236}">
                  <a16:creationId xmlns:a16="http://schemas.microsoft.com/office/drawing/2014/main" id="{08FB94CE-C2C8-4BDA-8B38-2D5C77693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4" y="2682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36" name="Rectangle 239">
              <a:extLst>
                <a:ext uri="{FF2B5EF4-FFF2-40B4-BE49-F238E27FC236}">
                  <a16:creationId xmlns:a16="http://schemas.microsoft.com/office/drawing/2014/main" id="{FAD446F4-D941-42FC-9EAA-A82B9EDA6F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9" y="2682"/>
              <a:ext cx="352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37" name="Line 240">
              <a:extLst>
                <a:ext uri="{FF2B5EF4-FFF2-40B4-BE49-F238E27FC236}">
                  <a16:creationId xmlns:a16="http://schemas.microsoft.com/office/drawing/2014/main" id="{7E2B1B2C-3DDE-40C5-A599-7D60B34B96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9" y="2682"/>
              <a:ext cx="35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38" name="Rectangle 241">
              <a:extLst>
                <a:ext uri="{FF2B5EF4-FFF2-40B4-BE49-F238E27FC236}">
                  <a16:creationId xmlns:a16="http://schemas.microsoft.com/office/drawing/2014/main" id="{B91D2779-28FC-43C4-83E9-176ACC8A01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" y="2682"/>
              <a:ext cx="11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39" name="Line 242">
              <a:extLst>
                <a:ext uri="{FF2B5EF4-FFF2-40B4-BE49-F238E27FC236}">
                  <a16:creationId xmlns:a16="http://schemas.microsoft.com/office/drawing/2014/main" id="{2F29D1D1-465A-41CE-9582-4BF906DACD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268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40" name="Rectangle 243">
              <a:extLst>
                <a:ext uri="{FF2B5EF4-FFF2-40B4-BE49-F238E27FC236}">
                  <a16:creationId xmlns:a16="http://schemas.microsoft.com/office/drawing/2014/main" id="{2154E381-0355-4C0B-8DE8-F5E1C2C6EE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2687"/>
              <a:ext cx="11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41" name="Line 244">
              <a:extLst>
                <a:ext uri="{FF2B5EF4-FFF2-40B4-BE49-F238E27FC236}">
                  <a16:creationId xmlns:a16="http://schemas.microsoft.com/office/drawing/2014/main" id="{DD3B0E9A-97D3-4B5A-B539-8564EBD3AA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268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42" name="Rectangle 245">
              <a:extLst>
                <a:ext uri="{FF2B5EF4-FFF2-40B4-BE49-F238E27FC236}">
                  <a16:creationId xmlns:a16="http://schemas.microsoft.com/office/drawing/2014/main" id="{89843B44-2492-4BE2-B0A0-F68CF86EE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2962"/>
              <a:ext cx="1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43" name="Line 246">
              <a:extLst>
                <a:ext uri="{FF2B5EF4-FFF2-40B4-BE49-F238E27FC236}">
                  <a16:creationId xmlns:a16="http://schemas.microsoft.com/office/drawing/2014/main" id="{BCAE6132-3050-4705-A300-07AEFE67DC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296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44" name="Line 247">
              <a:extLst>
                <a:ext uri="{FF2B5EF4-FFF2-40B4-BE49-F238E27FC236}">
                  <a16:creationId xmlns:a16="http://schemas.microsoft.com/office/drawing/2014/main" id="{C42998AE-AE27-4066-86E1-2BDD434A67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29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45" name="Rectangle 248">
              <a:extLst>
                <a:ext uri="{FF2B5EF4-FFF2-40B4-BE49-F238E27FC236}">
                  <a16:creationId xmlns:a16="http://schemas.microsoft.com/office/drawing/2014/main" id="{7195C5A7-5E3E-4618-B795-DB8AEB9D3C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2962"/>
              <a:ext cx="1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46" name="Line 249">
              <a:extLst>
                <a:ext uri="{FF2B5EF4-FFF2-40B4-BE49-F238E27FC236}">
                  <a16:creationId xmlns:a16="http://schemas.microsoft.com/office/drawing/2014/main" id="{2C9F729F-C49A-42D8-9B29-BF4E4E4A27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296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47" name="Line 250">
              <a:extLst>
                <a:ext uri="{FF2B5EF4-FFF2-40B4-BE49-F238E27FC236}">
                  <a16:creationId xmlns:a16="http://schemas.microsoft.com/office/drawing/2014/main" id="{409EE185-764D-4E78-A2DF-5DD64F8473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29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48" name="Rectangle 251">
              <a:extLst>
                <a:ext uri="{FF2B5EF4-FFF2-40B4-BE49-F238E27FC236}">
                  <a16:creationId xmlns:a16="http://schemas.microsoft.com/office/drawing/2014/main" id="{B2053D3A-5C57-4D0A-BD42-472836830B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" y="2962"/>
              <a:ext cx="465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49" name="Line 252">
              <a:extLst>
                <a:ext uri="{FF2B5EF4-FFF2-40B4-BE49-F238E27FC236}">
                  <a16:creationId xmlns:a16="http://schemas.microsoft.com/office/drawing/2014/main" id="{79C22531-9AAF-4612-9721-BA23CDA84A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4" y="2962"/>
              <a:ext cx="46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50" name="Line 253">
              <a:extLst>
                <a:ext uri="{FF2B5EF4-FFF2-40B4-BE49-F238E27FC236}">
                  <a16:creationId xmlns:a16="http://schemas.microsoft.com/office/drawing/2014/main" id="{A3941BBB-D82A-4126-A177-1FC96BAFA0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268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51" name="Rectangle 254">
              <a:extLst>
                <a:ext uri="{FF2B5EF4-FFF2-40B4-BE49-F238E27FC236}">
                  <a16:creationId xmlns:a16="http://schemas.microsoft.com/office/drawing/2014/main" id="{CE6E85CB-A6D3-4F06-B488-35CC595FB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9" y="2962"/>
              <a:ext cx="1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52" name="Line 255">
              <a:extLst>
                <a:ext uri="{FF2B5EF4-FFF2-40B4-BE49-F238E27FC236}">
                  <a16:creationId xmlns:a16="http://schemas.microsoft.com/office/drawing/2014/main" id="{22E99E75-237C-4416-B41F-F1CB65B900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296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53" name="Line 256">
              <a:extLst>
                <a:ext uri="{FF2B5EF4-FFF2-40B4-BE49-F238E27FC236}">
                  <a16:creationId xmlns:a16="http://schemas.microsoft.com/office/drawing/2014/main" id="{0487038B-E5FF-48B0-9DD7-A7DE88A4D3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29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54" name="Rectangle 257">
              <a:extLst>
                <a:ext uri="{FF2B5EF4-FFF2-40B4-BE49-F238E27FC236}">
                  <a16:creationId xmlns:a16="http://schemas.microsoft.com/office/drawing/2014/main" id="{A27FF48C-DDE9-4272-A0D7-FD96EF35C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962"/>
              <a:ext cx="42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55" name="Line 258">
              <a:extLst>
                <a:ext uri="{FF2B5EF4-FFF2-40B4-BE49-F238E27FC236}">
                  <a16:creationId xmlns:a16="http://schemas.microsoft.com/office/drawing/2014/main" id="{6B75C6BA-3B5F-42C3-9634-502DD71224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2962"/>
              <a:ext cx="42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56" name="Line 259">
              <a:extLst>
                <a:ext uri="{FF2B5EF4-FFF2-40B4-BE49-F238E27FC236}">
                  <a16:creationId xmlns:a16="http://schemas.microsoft.com/office/drawing/2014/main" id="{2337A7BC-B56D-4350-8D68-B9E50B4022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268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57" name="Rectangle 260">
              <a:extLst>
                <a:ext uri="{FF2B5EF4-FFF2-40B4-BE49-F238E27FC236}">
                  <a16:creationId xmlns:a16="http://schemas.microsoft.com/office/drawing/2014/main" id="{C5A81868-EE34-41DB-BF33-400A17D9F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1" y="2962"/>
              <a:ext cx="1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58" name="Line 261">
              <a:extLst>
                <a:ext uri="{FF2B5EF4-FFF2-40B4-BE49-F238E27FC236}">
                  <a16:creationId xmlns:a16="http://schemas.microsoft.com/office/drawing/2014/main" id="{193447C1-5AB7-4540-843C-77210D180E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296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59" name="Line 262">
              <a:extLst>
                <a:ext uri="{FF2B5EF4-FFF2-40B4-BE49-F238E27FC236}">
                  <a16:creationId xmlns:a16="http://schemas.microsoft.com/office/drawing/2014/main" id="{D2DA3BD7-3318-4949-8A5A-E5B2A77914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29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60" name="Rectangle 263">
              <a:extLst>
                <a:ext uri="{FF2B5EF4-FFF2-40B4-BE49-F238E27FC236}">
                  <a16:creationId xmlns:a16="http://schemas.microsoft.com/office/drawing/2014/main" id="{6E3EEFD8-5B1A-48B0-B3DE-90CDE9DB8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962"/>
              <a:ext cx="386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61" name="Line 264">
              <a:extLst>
                <a:ext uri="{FF2B5EF4-FFF2-40B4-BE49-F238E27FC236}">
                  <a16:creationId xmlns:a16="http://schemas.microsoft.com/office/drawing/2014/main" id="{B9D5A4FD-39DF-4CC5-8224-A4A3947BB9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962"/>
              <a:ext cx="38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62" name="Rectangle 265">
              <a:extLst>
                <a:ext uri="{FF2B5EF4-FFF2-40B4-BE49-F238E27FC236}">
                  <a16:creationId xmlns:a16="http://schemas.microsoft.com/office/drawing/2014/main" id="{EE4436BE-1163-46F7-9E56-BA9096661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2687"/>
              <a:ext cx="6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63" name="Line 266">
              <a:extLst>
                <a:ext uri="{FF2B5EF4-FFF2-40B4-BE49-F238E27FC236}">
                  <a16:creationId xmlns:a16="http://schemas.microsoft.com/office/drawing/2014/main" id="{46435950-552B-47BF-AC9D-493EF5DF66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268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64" name="Rectangle 267">
              <a:extLst>
                <a:ext uri="{FF2B5EF4-FFF2-40B4-BE49-F238E27FC236}">
                  <a16:creationId xmlns:a16="http://schemas.microsoft.com/office/drawing/2014/main" id="{2EE3B055-077D-4138-9E7E-E08D5ECBA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2962"/>
              <a:ext cx="12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65" name="Line 268">
              <a:extLst>
                <a:ext uri="{FF2B5EF4-FFF2-40B4-BE49-F238E27FC236}">
                  <a16:creationId xmlns:a16="http://schemas.microsoft.com/office/drawing/2014/main" id="{9037F75B-5642-487C-A62B-7F1184A85F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2962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66" name="Line 269">
              <a:extLst>
                <a:ext uri="{FF2B5EF4-FFF2-40B4-BE49-F238E27FC236}">
                  <a16:creationId xmlns:a16="http://schemas.microsoft.com/office/drawing/2014/main" id="{C302F534-50C1-498E-A440-AC7CDC1226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29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67" name="Rectangle 270">
              <a:extLst>
                <a:ext uri="{FF2B5EF4-FFF2-40B4-BE49-F238E27FC236}">
                  <a16:creationId xmlns:a16="http://schemas.microsoft.com/office/drawing/2014/main" id="{1A6F8794-D67C-4E7A-A13F-9BF467545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0" y="2962"/>
              <a:ext cx="384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68" name="Line 271">
              <a:extLst>
                <a:ext uri="{FF2B5EF4-FFF2-40B4-BE49-F238E27FC236}">
                  <a16:creationId xmlns:a16="http://schemas.microsoft.com/office/drawing/2014/main" id="{80F8ECDD-D3D2-46A0-9316-2C8188423A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0" y="2962"/>
              <a:ext cx="38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69" name="Rectangle 272">
              <a:extLst>
                <a:ext uri="{FF2B5EF4-FFF2-40B4-BE49-F238E27FC236}">
                  <a16:creationId xmlns:a16="http://schemas.microsoft.com/office/drawing/2014/main" id="{6BDE210A-68DB-4CD9-B53B-A80FCD760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2687"/>
              <a:ext cx="5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70" name="Rectangle 273">
              <a:extLst>
                <a:ext uri="{FF2B5EF4-FFF2-40B4-BE49-F238E27FC236}">
                  <a16:creationId xmlns:a16="http://schemas.microsoft.com/office/drawing/2014/main" id="{97F2E8B8-D32F-4436-8C57-672CDCA81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2962"/>
              <a:ext cx="1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71" name="Line 274">
              <a:extLst>
                <a:ext uri="{FF2B5EF4-FFF2-40B4-BE49-F238E27FC236}">
                  <a16:creationId xmlns:a16="http://schemas.microsoft.com/office/drawing/2014/main" id="{B4D5EAE2-B0C6-42FB-9E31-0867B481F7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4" y="296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72" name="Line 275">
              <a:extLst>
                <a:ext uri="{FF2B5EF4-FFF2-40B4-BE49-F238E27FC236}">
                  <a16:creationId xmlns:a16="http://schemas.microsoft.com/office/drawing/2014/main" id="{28C9A650-A144-4760-9ECF-6D2C858BAA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4" y="29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73" name="Rectangle 276">
              <a:extLst>
                <a:ext uri="{FF2B5EF4-FFF2-40B4-BE49-F238E27FC236}">
                  <a16:creationId xmlns:a16="http://schemas.microsoft.com/office/drawing/2014/main" id="{E721159D-28E0-4D37-AFA9-FE3C4B016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5" y="2962"/>
              <a:ext cx="346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74" name="Line 277">
              <a:extLst>
                <a:ext uri="{FF2B5EF4-FFF2-40B4-BE49-F238E27FC236}">
                  <a16:creationId xmlns:a16="http://schemas.microsoft.com/office/drawing/2014/main" id="{E4655E1C-19FA-4727-BC79-312B46325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5" y="2962"/>
              <a:ext cx="34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75" name="Rectangle 278">
              <a:extLst>
                <a:ext uri="{FF2B5EF4-FFF2-40B4-BE49-F238E27FC236}">
                  <a16:creationId xmlns:a16="http://schemas.microsoft.com/office/drawing/2014/main" id="{90C85152-2F8C-4614-A505-49117E184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" y="2687"/>
              <a:ext cx="11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76" name="Line 279">
              <a:extLst>
                <a:ext uri="{FF2B5EF4-FFF2-40B4-BE49-F238E27FC236}">
                  <a16:creationId xmlns:a16="http://schemas.microsoft.com/office/drawing/2014/main" id="{4CA5DB46-5F42-44EA-A779-D5965FFEF4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268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77" name="Rectangle 280">
              <a:extLst>
                <a:ext uri="{FF2B5EF4-FFF2-40B4-BE49-F238E27FC236}">
                  <a16:creationId xmlns:a16="http://schemas.microsoft.com/office/drawing/2014/main" id="{3D34FD2C-B763-4447-B9EE-63C180E98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" y="2962"/>
              <a:ext cx="1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78" name="Line 281">
              <a:extLst>
                <a:ext uri="{FF2B5EF4-FFF2-40B4-BE49-F238E27FC236}">
                  <a16:creationId xmlns:a16="http://schemas.microsoft.com/office/drawing/2014/main" id="{1B2CE308-48ED-404C-A460-15E59686FE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296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79" name="Line 282">
              <a:extLst>
                <a:ext uri="{FF2B5EF4-FFF2-40B4-BE49-F238E27FC236}">
                  <a16:creationId xmlns:a16="http://schemas.microsoft.com/office/drawing/2014/main" id="{CFA39EF1-E757-49C4-A425-AECBA39F1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29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80" name="Rectangle 283">
              <a:extLst>
                <a:ext uri="{FF2B5EF4-FFF2-40B4-BE49-F238E27FC236}">
                  <a16:creationId xmlns:a16="http://schemas.microsoft.com/office/drawing/2014/main" id="{968C18F0-3BCB-4974-9FA7-E6BAC0396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" y="2962"/>
              <a:ext cx="1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81" name="Line 284">
              <a:extLst>
                <a:ext uri="{FF2B5EF4-FFF2-40B4-BE49-F238E27FC236}">
                  <a16:creationId xmlns:a16="http://schemas.microsoft.com/office/drawing/2014/main" id="{1558A951-6F27-416F-9F21-80DEA816DE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296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82" name="Line 285">
              <a:extLst>
                <a:ext uri="{FF2B5EF4-FFF2-40B4-BE49-F238E27FC236}">
                  <a16:creationId xmlns:a16="http://schemas.microsoft.com/office/drawing/2014/main" id="{5CFB89E2-12B5-4E9C-9306-F51968E1B0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29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83" name="Rectangle 286">
              <a:extLst>
                <a:ext uri="{FF2B5EF4-FFF2-40B4-BE49-F238E27FC236}">
                  <a16:creationId xmlns:a16="http://schemas.microsoft.com/office/drawing/2014/main" id="{91C50447-A0FE-4954-B760-F7414B9BE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" y="2977"/>
              <a:ext cx="2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1000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68641" name="Rectangle 287">
            <a:extLst>
              <a:ext uri="{FF2B5EF4-FFF2-40B4-BE49-F238E27FC236}">
                <a16:creationId xmlns:a16="http://schemas.microsoft.com/office/drawing/2014/main" id="{206DD4D4-9976-4909-84B8-B18D2D6CC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514" y="2487614"/>
            <a:ext cx="9525" cy="4349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42" name="Rectangle 288">
            <a:extLst>
              <a:ext uri="{FF2B5EF4-FFF2-40B4-BE49-F238E27FC236}">
                <a16:creationId xmlns:a16="http://schemas.microsoft.com/office/drawing/2014/main" id="{5172072A-9918-4949-B264-BC4197D14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4" y="2487614"/>
            <a:ext cx="7937" cy="4349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43" name="Rectangle 289">
            <a:extLst>
              <a:ext uri="{FF2B5EF4-FFF2-40B4-BE49-F238E27FC236}">
                <a16:creationId xmlns:a16="http://schemas.microsoft.com/office/drawing/2014/main" id="{1F736000-BD8F-4DE9-AA69-B7AC6998E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0163" y="2922589"/>
            <a:ext cx="17462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44" name="Rectangle 290">
            <a:extLst>
              <a:ext uri="{FF2B5EF4-FFF2-40B4-BE49-F238E27FC236}">
                <a16:creationId xmlns:a16="http://schemas.microsoft.com/office/drawing/2014/main" id="{3B4A0611-3F7D-4C9A-B358-E62B11BDA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7625" y="2922589"/>
            <a:ext cx="623888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45" name="Rectangle 291">
            <a:extLst>
              <a:ext uri="{FF2B5EF4-FFF2-40B4-BE49-F238E27FC236}">
                <a16:creationId xmlns:a16="http://schemas.microsoft.com/office/drawing/2014/main" id="{BBB967F7-FC53-45A5-A203-38F384753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514" y="2922589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46" name="Rectangle 292">
            <a:extLst>
              <a:ext uri="{FF2B5EF4-FFF2-40B4-BE49-F238E27FC236}">
                <a16:creationId xmlns:a16="http://schemas.microsoft.com/office/drawing/2014/main" id="{E61A31E1-EEC6-4999-8E59-7005E56F8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039" y="2922589"/>
            <a:ext cx="67627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47" name="Rectangle 293">
            <a:extLst>
              <a:ext uri="{FF2B5EF4-FFF2-40B4-BE49-F238E27FC236}">
                <a16:creationId xmlns:a16="http://schemas.microsoft.com/office/drawing/2014/main" id="{FBFA21DC-715D-4B3E-BD50-22BF0EDB7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4" y="2922589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48" name="Rectangle 294">
            <a:extLst>
              <a:ext uri="{FF2B5EF4-FFF2-40B4-BE49-F238E27FC236}">
                <a16:creationId xmlns:a16="http://schemas.microsoft.com/office/drawing/2014/main" id="{0A12204F-4185-4699-9E44-B2A3C3BC8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251" y="2922589"/>
            <a:ext cx="7334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49" name="Rectangle 295">
            <a:extLst>
              <a:ext uri="{FF2B5EF4-FFF2-40B4-BE49-F238E27FC236}">
                <a16:creationId xmlns:a16="http://schemas.microsoft.com/office/drawing/2014/main" id="{66033006-80B1-4B8A-B1A6-AFD6794A1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8676" y="2922589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50" name="Rectangle 296">
            <a:extLst>
              <a:ext uri="{FF2B5EF4-FFF2-40B4-BE49-F238E27FC236}">
                <a16:creationId xmlns:a16="http://schemas.microsoft.com/office/drawing/2014/main" id="{6B75F8C4-3120-4ACD-8C54-990F3B690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1" y="2922589"/>
            <a:ext cx="7334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51" name="Rectangle 297">
            <a:extLst>
              <a:ext uri="{FF2B5EF4-FFF2-40B4-BE49-F238E27FC236}">
                <a16:creationId xmlns:a16="http://schemas.microsoft.com/office/drawing/2014/main" id="{B11D4828-BEC9-49BB-9F4B-53B02C623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1626" y="2922589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52" name="Rectangle 298">
            <a:extLst>
              <a:ext uri="{FF2B5EF4-FFF2-40B4-BE49-F238E27FC236}">
                <a16:creationId xmlns:a16="http://schemas.microsoft.com/office/drawing/2014/main" id="{6B9E6B49-EB10-4E7F-B2BD-EAEBC50FA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1" y="2922589"/>
            <a:ext cx="785813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53" name="Rectangle 299">
            <a:extLst>
              <a:ext uri="{FF2B5EF4-FFF2-40B4-BE49-F238E27FC236}">
                <a16:creationId xmlns:a16="http://schemas.microsoft.com/office/drawing/2014/main" id="{E301B6D6-A982-4407-A76E-A98B696FF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6963" y="2922589"/>
            <a:ext cx="17462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54" name="Rectangle 300">
            <a:extLst>
              <a:ext uri="{FF2B5EF4-FFF2-40B4-BE49-F238E27FC236}">
                <a16:creationId xmlns:a16="http://schemas.microsoft.com/office/drawing/2014/main" id="{CB2D205A-6DF5-40B5-9C47-91225C8B8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514" y="2932114"/>
            <a:ext cx="9525" cy="4349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55" name="Rectangle 301">
            <a:extLst>
              <a:ext uri="{FF2B5EF4-FFF2-40B4-BE49-F238E27FC236}">
                <a16:creationId xmlns:a16="http://schemas.microsoft.com/office/drawing/2014/main" id="{1A4AE85B-82FF-46C8-9BEA-2B7266A2B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4" y="2932114"/>
            <a:ext cx="7937" cy="4349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56" name="Rectangle 302">
            <a:extLst>
              <a:ext uri="{FF2B5EF4-FFF2-40B4-BE49-F238E27FC236}">
                <a16:creationId xmlns:a16="http://schemas.microsoft.com/office/drawing/2014/main" id="{4A5BDE9E-000F-432A-B6E2-9B51B8EC6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514" y="3367089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57" name="Rectangle 303">
            <a:extLst>
              <a:ext uri="{FF2B5EF4-FFF2-40B4-BE49-F238E27FC236}">
                <a16:creationId xmlns:a16="http://schemas.microsoft.com/office/drawing/2014/main" id="{B6B15587-1E67-4246-8BDF-E12AC1EEB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4" y="3367089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58" name="Rectangle 304">
            <a:extLst>
              <a:ext uri="{FF2B5EF4-FFF2-40B4-BE49-F238E27FC236}">
                <a16:creationId xmlns:a16="http://schemas.microsoft.com/office/drawing/2014/main" id="{3B6D820C-CB2E-4AC4-B06E-9A032AC29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514" y="3376613"/>
            <a:ext cx="9525" cy="4365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59" name="Rectangle 305">
            <a:extLst>
              <a:ext uri="{FF2B5EF4-FFF2-40B4-BE49-F238E27FC236}">
                <a16:creationId xmlns:a16="http://schemas.microsoft.com/office/drawing/2014/main" id="{B94CD9BF-0FC4-47F8-B947-26C3783D2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4" y="3376613"/>
            <a:ext cx="7937" cy="4365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60" name="Rectangle 306">
            <a:extLst>
              <a:ext uri="{FF2B5EF4-FFF2-40B4-BE49-F238E27FC236}">
                <a16:creationId xmlns:a16="http://schemas.microsoft.com/office/drawing/2014/main" id="{892C6966-6102-499C-AFB3-0AA535DE7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514" y="3813175"/>
            <a:ext cx="9525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61" name="Rectangle 307">
            <a:extLst>
              <a:ext uri="{FF2B5EF4-FFF2-40B4-BE49-F238E27FC236}">
                <a16:creationId xmlns:a16="http://schemas.microsoft.com/office/drawing/2014/main" id="{B770BDB2-A461-47B5-9F5C-C5BE1F136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4" y="3813175"/>
            <a:ext cx="7937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62" name="Rectangle 308">
            <a:extLst>
              <a:ext uri="{FF2B5EF4-FFF2-40B4-BE49-F238E27FC236}">
                <a16:creationId xmlns:a16="http://schemas.microsoft.com/office/drawing/2014/main" id="{177672F9-202D-44EF-BA3C-C2EAD616B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514" y="3821113"/>
            <a:ext cx="9525" cy="4365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63" name="Rectangle 309">
            <a:extLst>
              <a:ext uri="{FF2B5EF4-FFF2-40B4-BE49-F238E27FC236}">
                <a16:creationId xmlns:a16="http://schemas.microsoft.com/office/drawing/2014/main" id="{81E20F92-10BD-42FE-A4A4-E02250A0C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4" y="3821113"/>
            <a:ext cx="7937" cy="4365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64" name="Rectangle 310">
            <a:extLst>
              <a:ext uri="{FF2B5EF4-FFF2-40B4-BE49-F238E27FC236}">
                <a16:creationId xmlns:a16="http://schemas.microsoft.com/office/drawing/2014/main" id="{F841916E-D546-401E-B302-91CE81619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514" y="4257676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65" name="Rectangle 311">
            <a:extLst>
              <a:ext uri="{FF2B5EF4-FFF2-40B4-BE49-F238E27FC236}">
                <a16:creationId xmlns:a16="http://schemas.microsoft.com/office/drawing/2014/main" id="{0161DC34-8AFE-4438-909B-568B26CD0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4" y="4257676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66" name="Rectangle 312">
            <a:extLst>
              <a:ext uri="{FF2B5EF4-FFF2-40B4-BE49-F238E27FC236}">
                <a16:creationId xmlns:a16="http://schemas.microsoft.com/office/drawing/2014/main" id="{407EC37C-8050-45F1-95D8-F3E5767BF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514" y="4267201"/>
            <a:ext cx="9525" cy="4349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67" name="Rectangle 313">
            <a:extLst>
              <a:ext uri="{FF2B5EF4-FFF2-40B4-BE49-F238E27FC236}">
                <a16:creationId xmlns:a16="http://schemas.microsoft.com/office/drawing/2014/main" id="{AC51E86F-0A73-4F49-9378-1A0D5F5A9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4" y="4267201"/>
            <a:ext cx="7937" cy="4349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grpSp>
        <p:nvGrpSpPr>
          <p:cNvPr id="68668" name="Group 314">
            <a:extLst>
              <a:ext uri="{FF2B5EF4-FFF2-40B4-BE49-F238E27FC236}">
                <a16:creationId xmlns:a16="http://schemas.microsoft.com/office/drawing/2014/main" id="{03CFA11B-4218-4892-8C5A-B976879CFF86}"/>
              </a:ext>
            </a:extLst>
          </p:cNvPr>
          <p:cNvGrpSpPr>
            <a:grpSpLocks/>
          </p:cNvGrpSpPr>
          <p:nvPr/>
        </p:nvGrpSpPr>
        <p:grpSpPr bwMode="auto">
          <a:xfrm>
            <a:off x="6380163" y="2468563"/>
            <a:ext cx="3624262" cy="2252662"/>
            <a:chOff x="3059" y="1555"/>
            <a:chExt cx="2283" cy="1419"/>
          </a:xfrm>
        </p:grpSpPr>
        <p:sp>
          <p:nvSpPr>
            <p:cNvPr id="68670" name="Rectangle 315">
              <a:extLst>
                <a:ext uri="{FF2B5EF4-FFF2-40B4-BE49-F238E27FC236}">
                  <a16:creationId xmlns:a16="http://schemas.microsoft.com/office/drawing/2014/main" id="{85BD08AF-7983-4E10-9E44-0CE52AB5BC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7" y="1574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x y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671" name="Rectangle 316">
              <a:extLst>
                <a:ext uri="{FF2B5EF4-FFF2-40B4-BE49-F238E27FC236}">
                  <a16:creationId xmlns:a16="http://schemas.microsoft.com/office/drawing/2014/main" id="{49D48617-3021-4282-AD47-D41CC8E95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" y="157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672" name="Rectangle 317">
              <a:extLst>
                <a:ext uri="{FF2B5EF4-FFF2-40B4-BE49-F238E27FC236}">
                  <a16:creationId xmlns:a16="http://schemas.microsoft.com/office/drawing/2014/main" id="{0087E9FA-ABF9-4FE4-B619-8560902091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1" y="1574"/>
              <a:ext cx="18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673" name="Rectangle 318">
              <a:extLst>
                <a:ext uri="{FF2B5EF4-FFF2-40B4-BE49-F238E27FC236}">
                  <a16:creationId xmlns:a16="http://schemas.microsoft.com/office/drawing/2014/main" id="{B0F5824F-2C8A-4EB4-8D02-1934FD1BD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666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16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674" name="Rectangle 319">
              <a:extLst>
                <a:ext uri="{FF2B5EF4-FFF2-40B4-BE49-F238E27FC236}">
                  <a16:creationId xmlns:a16="http://schemas.microsoft.com/office/drawing/2014/main" id="{83A49B5E-8CE7-4FC5-B63B-D775D5295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4" y="157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675" name="Rectangle 320">
              <a:extLst>
                <a:ext uri="{FF2B5EF4-FFF2-40B4-BE49-F238E27FC236}">
                  <a16:creationId xmlns:a16="http://schemas.microsoft.com/office/drawing/2014/main" id="{B56BDDDD-4D6F-4E4C-94F1-B9EE9087A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1" y="1574"/>
              <a:ext cx="18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676" name="Rectangle 321">
              <a:extLst>
                <a:ext uri="{FF2B5EF4-FFF2-40B4-BE49-F238E27FC236}">
                  <a16:creationId xmlns:a16="http://schemas.microsoft.com/office/drawing/2014/main" id="{3ADF2938-76A0-4AF6-9D86-3733021E42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2" y="1666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16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677" name="Rectangle 322">
              <a:extLst>
                <a:ext uri="{FF2B5EF4-FFF2-40B4-BE49-F238E27FC236}">
                  <a16:creationId xmlns:a16="http://schemas.microsoft.com/office/drawing/2014/main" id="{2EB30266-ADE6-4822-89D7-66B90EEFB4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5" y="157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678" name="Rectangle 323">
              <a:extLst>
                <a:ext uri="{FF2B5EF4-FFF2-40B4-BE49-F238E27FC236}">
                  <a16:creationId xmlns:a16="http://schemas.microsoft.com/office/drawing/2014/main" id="{3C48E448-1E44-4A99-915E-1672799EB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7" y="1574"/>
              <a:ext cx="18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679" name="Rectangle 324">
              <a:extLst>
                <a:ext uri="{FF2B5EF4-FFF2-40B4-BE49-F238E27FC236}">
                  <a16:creationId xmlns:a16="http://schemas.microsoft.com/office/drawing/2014/main" id="{9C90D362-9D82-4F55-A857-C943D02B6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1666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16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2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680" name="Rectangle 325">
              <a:extLst>
                <a:ext uri="{FF2B5EF4-FFF2-40B4-BE49-F238E27FC236}">
                  <a16:creationId xmlns:a16="http://schemas.microsoft.com/office/drawing/2014/main" id="{1D20606A-2E62-44D8-B3D1-16859E050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1" y="157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681" name="Rectangle 326">
              <a:extLst>
                <a:ext uri="{FF2B5EF4-FFF2-40B4-BE49-F238E27FC236}">
                  <a16:creationId xmlns:a16="http://schemas.microsoft.com/office/drawing/2014/main" id="{3E58CEDA-0A53-431B-AA7D-B3BE876F5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2" y="1574"/>
              <a:ext cx="18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682" name="Rectangle 327">
              <a:extLst>
                <a:ext uri="{FF2B5EF4-FFF2-40B4-BE49-F238E27FC236}">
                  <a16:creationId xmlns:a16="http://schemas.microsoft.com/office/drawing/2014/main" id="{6E11741A-49EE-403F-9A8D-7F5522FC3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3" y="1666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16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3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683" name="Rectangle 328">
              <a:extLst>
                <a:ext uri="{FF2B5EF4-FFF2-40B4-BE49-F238E27FC236}">
                  <a16:creationId xmlns:a16="http://schemas.microsoft.com/office/drawing/2014/main" id="{7B60E3A7-AA37-46CE-BD52-8F55CD8DF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6" y="157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684" name="Rectangle 329">
              <a:extLst>
                <a:ext uri="{FF2B5EF4-FFF2-40B4-BE49-F238E27FC236}">
                  <a16:creationId xmlns:a16="http://schemas.microsoft.com/office/drawing/2014/main" id="{530CEDCD-71A8-4B37-9994-9A6D3E8250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" y="1555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685" name="Line 330">
              <a:extLst>
                <a:ext uri="{FF2B5EF4-FFF2-40B4-BE49-F238E27FC236}">
                  <a16:creationId xmlns:a16="http://schemas.microsoft.com/office/drawing/2014/main" id="{061D2A02-EEB6-4FA1-8574-917BE90595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1555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86" name="Line 331">
              <a:extLst>
                <a:ext uri="{FF2B5EF4-FFF2-40B4-BE49-F238E27FC236}">
                  <a16:creationId xmlns:a16="http://schemas.microsoft.com/office/drawing/2014/main" id="{3F699E66-54C8-46B6-A177-7139A2BDA4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87" name="Rectangle 332">
              <a:extLst>
                <a:ext uri="{FF2B5EF4-FFF2-40B4-BE49-F238E27FC236}">
                  <a16:creationId xmlns:a16="http://schemas.microsoft.com/office/drawing/2014/main" id="{4C888B1E-6B7A-4780-8C7C-EC35B8F7A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" y="1555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688" name="Line 333">
              <a:extLst>
                <a:ext uri="{FF2B5EF4-FFF2-40B4-BE49-F238E27FC236}">
                  <a16:creationId xmlns:a16="http://schemas.microsoft.com/office/drawing/2014/main" id="{9942E9FA-2C65-4CF8-83AF-462584E13F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1555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89" name="Line 334">
              <a:extLst>
                <a:ext uri="{FF2B5EF4-FFF2-40B4-BE49-F238E27FC236}">
                  <a16:creationId xmlns:a16="http://schemas.microsoft.com/office/drawing/2014/main" id="{C59D8E08-63E8-40D3-B318-574B3BD026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90" name="Rectangle 335">
              <a:extLst>
                <a:ext uri="{FF2B5EF4-FFF2-40B4-BE49-F238E27FC236}">
                  <a16:creationId xmlns:a16="http://schemas.microsoft.com/office/drawing/2014/main" id="{3FDDC384-971D-454A-839E-CDC414FC9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0" y="1555"/>
              <a:ext cx="393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691" name="Line 336">
              <a:extLst>
                <a:ext uri="{FF2B5EF4-FFF2-40B4-BE49-F238E27FC236}">
                  <a16:creationId xmlns:a16="http://schemas.microsoft.com/office/drawing/2014/main" id="{91FF5096-ECB7-4DEA-8E25-5046D0F998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0" y="1555"/>
              <a:ext cx="39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92" name="Rectangle 337">
              <a:extLst>
                <a:ext uri="{FF2B5EF4-FFF2-40B4-BE49-F238E27FC236}">
                  <a16:creationId xmlns:a16="http://schemas.microsoft.com/office/drawing/2014/main" id="{3A97FA9E-FC6E-406A-ABFB-767691EE5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3" y="1555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693" name="Line 338">
              <a:extLst>
                <a:ext uri="{FF2B5EF4-FFF2-40B4-BE49-F238E27FC236}">
                  <a16:creationId xmlns:a16="http://schemas.microsoft.com/office/drawing/2014/main" id="{6F724020-F661-440E-B297-334430E140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1555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94" name="Line 339">
              <a:extLst>
                <a:ext uri="{FF2B5EF4-FFF2-40B4-BE49-F238E27FC236}">
                  <a16:creationId xmlns:a16="http://schemas.microsoft.com/office/drawing/2014/main" id="{5676D268-A34E-4818-8215-F8E816D2B4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95" name="Rectangle 340">
              <a:extLst>
                <a:ext uri="{FF2B5EF4-FFF2-40B4-BE49-F238E27FC236}">
                  <a16:creationId xmlns:a16="http://schemas.microsoft.com/office/drawing/2014/main" id="{E3FBB702-51EF-4396-9C87-5780E368A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5" y="1555"/>
              <a:ext cx="420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696" name="Line 341">
              <a:extLst>
                <a:ext uri="{FF2B5EF4-FFF2-40B4-BE49-F238E27FC236}">
                  <a16:creationId xmlns:a16="http://schemas.microsoft.com/office/drawing/2014/main" id="{020AE865-D4DB-41D6-82AA-B860CA96AD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5" y="1555"/>
              <a:ext cx="42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97" name="Rectangle 342">
              <a:extLst>
                <a:ext uri="{FF2B5EF4-FFF2-40B4-BE49-F238E27FC236}">
                  <a16:creationId xmlns:a16="http://schemas.microsoft.com/office/drawing/2014/main" id="{773F20EA-1756-481C-9B48-644B41C0C3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5" y="1555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698" name="Line 343">
              <a:extLst>
                <a:ext uri="{FF2B5EF4-FFF2-40B4-BE49-F238E27FC236}">
                  <a16:creationId xmlns:a16="http://schemas.microsoft.com/office/drawing/2014/main" id="{EBA8CB88-55FC-41A3-B1A3-65D3F49DF2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1555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99" name="Line 344">
              <a:extLst>
                <a:ext uri="{FF2B5EF4-FFF2-40B4-BE49-F238E27FC236}">
                  <a16:creationId xmlns:a16="http://schemas.microsoft.com/office/drawing/2014/main" id="{F1BC055D-293A-4A34-B616-00C62DC507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00" name="Rectangle 345">
              <a:extLst>
                <a:ext uri="{FF2B5EF4-FFF2-40B4-BE49-F238E27FC236}">
                  <a16:creationId xmlns:a16="http://schemas.microsoft.com/office/drawing/2014/main" id="{62738AAF-FDA3-4E8B-83F3-33132CC1F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" y="1555"/>
              <a:ext cx="456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01" name="Line 346">
              <a:extLst>
                <a:ext uri="{FF2B5EF4-FFF2-40B4-BE49-F238E27FC236}">
                  <a16:creationId xmlns:a16="http://schemas.microsoft.com/office/drawing/2014/main" id="{7B899D3A-357D-42A9-8D3B-4EE19562A3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6" y="1555"/>
              <a:ext cx="45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02" name="Rectangle 347">
              <a:extLst>
                <a:ext uri="{FF2B5EF4-FFF2-40B4-BE49-F238E27FC236}">
                  <a16:creationId xmlns:a16="http://schemas.microsoft.com/office/drawing/2014/main" id="{9AC3D072-E7F6-4094-81C7-06E35CCDDB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2" y="1555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03" name="Line 348">
              <a:extLst>
                <a:ext uri="{FF2B5EF4-FFF2-40B4-BE49-F238E27FC236}">
                  <a16:creationId xmlns:a16="http://schemas.microsoft.com/office/drawing/2014/main" id="{8BC5EF3F-D5B2-48C9-AD91-B7895FBC6C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1555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04" name="Line 349">
              <a:extLst>
                <a:ext uri="{FF2B5EF4-FFF2-40B4-BE49-F238E27FC236}">
                  <a16:creationId xmlns:a16="http://schemas.microsoft.com/office/drawing/2014/main" id="{CAA82428-F815-474D-9404-86A26573B9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05" name="Rectangle 350">
              <a:extLst>
                <a:ext uri="{FF2B5EF4-FFF2-40B4-BE49-F238E27FC236}">
                  <a16:creationId xmlns:a16="http://schemas.microsoft.com/office/drawing/2014/main" id="{9EAB0AEA-6E48-4600-B8AA-2C0DD7883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4" y="1555"/>
              <a:ext cx="456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06" name="Line 351">
              <a:extLst>
                <a:ext uri="{FF2B5EF4-FFF2-40B4-BE49-F238E27FC236}">
                  <a16:creationId xmlns:a16="http://schemas.microsoft.com/office/drawing/2014/main" id="{E5A34C64-DB58-49EA-B3A2-DC43067D3A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4" y="1555"/>
              <a:ext cx="45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07" name="Rectangle 352">
              <a:extLst>
                <a:ext uri="{FF2B5EF4-FFF2-40B4-BE49-F238E27FC236}">
                  <a16:creationId xmlns:a16="http://schemas.microsoft.com/office/drawing/2014/main" id="{A3CDACB4-E53D-4421-9F32-4E36021F7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" y="1555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08" name="Line 353">
              <a:extLst>
                <a:ext uri="{FF2B5EF4-FFF2-40B4-BE49-F238E27FC236}">
                  <a16:creationId xmlns:a16="http://schemas.microsoft.com/office/drawing/2014/main" id="{A3E56446-A4BD-439F-988A-6E0BEDB74F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1555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09" name="Line 354">
              <a:extLst>
                <a:ext uri="{FF2B5EF4-FFF2-40B4-BE49-F238E27FC236}">
                  <a16:creationId xmlns:a16="http://schemas.microsoft.com/office/drawing/2014/main" id="{1A73542F-ED36-4543-9778-EB27010217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10" name="Rectangle 355">
              <a:extLst>
                <a:ext uri="{FF2B5EF4-FFF2-40B4-BE49-F238E27FC236}">
                  <a16:creationId xmlns:a16="http://schemas.microsoft.com/office/drawing/2014/main" id="{E3F3FCC3-7F19-495A-8108-62909FA98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2" y="1555"/>
              <a:ext cx="489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11" name="Line 356">
              <a:extLst>
                <a:ext uri="{FF2B5EF4-FFF2-40B4-BE49-F238E27FC236}">
                  <a16:creationId xmlns:a16="http://schemas.microsoft.com/office/drawing/2014/main" id="{77D78C91-41FE-4670-9C10-C65EBFA99A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2" y="1555"/>
              <a:ext cx="48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12" name="Rectangle 357">
              <a:extLst>
                <a:ext uri="{FF2B5EF4-FFF2-40B4-BE49-F238E27FC236}">
                  <a16:creationId xmlns:a16="http://schemas.microsoft.com/office/drawing/2014/main" id="{342E1B27-602A-4919-BD5F-DCD963E41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1555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13" name="Line 358">
              <a:extLst>
                <a:ext uri="{FF2B5EF4-FFF2-40B4-BE49-F238E27FC236}">
                  <a16:creationId xmlns:a16="http://schemas.microsoft.com/office/drawing/2014/main" id="{A60EF711-153A-4D31-8C35-A706562C76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1555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14" name="Line 359">
              <a:extLst>
                <a:ext uri="{FF2B5EF4-FFF2-40B4-BE49-F238E27FC236}">
                  <a16:creationId xmlns:a16="http://schemas.microsoft.com/office/drawing/2014/main" id="{73FAEAB6-7CC8-4BB6-8E89-80C285F183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15" name="Rectangle 360">
              <a:extLst>
                <a:ext uri="{FF2B5EF4-FFF2-40B4-BE49-F238E27FC236}">
                  <a16:creationId xmlns:a16="http://schemas.microsoft.com/office/drawing/2014/main" id="{09CA7E15-A7EB-41EB-97EB-A15F2278E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1555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16" name="Line 361">
              <a:extLst>
                <a:ext uri="{FF2B5EF4-FFF2-40B4-BE49-F238E27FC236}">
                  <a16:creationId xmlns:a16="http://schemas.microsoft.com/office/drawing/2014/main" id="{B0014A43-6F6B-4C96-B220-99E43F5A8B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1555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17" name="Line 362">
              <a:extLst>
                <a:ext uri="{FF2B5EF4-FFF2-40B4-BE49-F238E27FC236}">
                  <a16:creationId xmlns:a16="http://schemas.microsoft.com/office/drawing/2014/main" id="{56DEC581-857F-4FF2-B781-DF82BE9E7C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18" name="Rectangle 363">
              <a:extLst>
                <a:ext uri="{FF2B5EF4-FFF2-40B4-BE49-F238E27FC236}">
                  <a16:creationId xmlns:a16="http://schemas.microsoft.com/office/drawing/2014/main" id="{80C594E2-502B-41DE-BEAE-049E778F8C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" y="1567"/>
              <a:ext cx="11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19" name="Line 364">
              <a:extLst>
                <a:ext uri="{FF2B5EF4-FFF2-40B4-BE49-F238E27FC236}">
                  <a16:creationId xmlns:a16="http://schemas.microsoft.com/office/drawing/2014/main" id="{CA48C8FD-86FE-45E7-B465-1989C07638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156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20" name="Line 365">
              <a:extLst>
                <a:ext uri="{FF2B5EF4-FFF2-40B4-BE49-F238E27FC236}">
                  <a16:creationId xmlns:a16="http://schemas.microsoft.com/office/drawing/2014/main" id="{07F56C66-6E65-4288-A28A-8FD4D66CDA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156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21" name="Line 366">
              <a:extLst>
                <a:ext uri="{FF2B5EF4-FFF2-40B4-BE49-F238E27FC236}">
                  <a16:creationId xmlns:a16="http://schemas.microsoft.com/office/drawing/2014/main" id="{0D18194D-06C2-41CE-9B21-2B16D10484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156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22" name="Rectangle 367">
              <a:extLst>
                <a:ext uri="{FF2B5EF4-FFF2-40B4-BE49-F238E27FC236}">
                  <a16:creationId xmlns:a16="http://schemas.microsoft.com/office/drawing/2014/main" id="{DCAE7381-AE2D-4953-9000-536AF970D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2" y="1567"/>
              <a:ext cx="6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23" name="Line 368">
              <a:extLst>
                <a:ext uri="{FF2B5EF4-FFF2-40B4-BE49-F238E27FC236}">
                  <a16:creationId xmlns:a16="http://schemas.microsoft.com/office/drawing/2014/main" id="{C96B64AD-6377-4874-8938-CF837A35F6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156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24" name="Rectangle 369">
              <a:extLst>
                <a:ext uri="{FF2B5EF4-FFF2-40B4-BE49-F238E27FC236}">
                  <a16:creationId xmlns:a16="http://schemas.microsoft.com/office/drawing/2014/main" id="{C80585EB-B0B4-4970-9021-01E56E1CA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" y="1567"/>
              <a:ext cx="6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25" name="Line 370">
              <a:extLst>
                <a:ext uri="{FF2B5EF4-FFF2-40B4-BE49-F238E27FC236}">
                  <a16:creationId xmlns:a16="http://schemas.microsoft.com/office/drawing/2014/main" id="{88047E75-048B-4961-A81A-26EE57670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156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26" name="Rectangle 371">
              <a:extLst>
                <a:ext uri="{FF2B5EF4-FFF2-40B4-BE49-F238E27FC236}">
                  <a16:creationId xmlns:a16="http://schemas.microsoft.com/office/drawing/2014/main" id="{CC6A2EF4-52AD-4C43-A48E-55B909CF9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1567"/>
              <a:ext cx="11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27" name="Line 372">
              <a:extLst>
                <a:ext uri="{FF2B5EF4-FFF2-40B4-BE49-F238E27FC236}">
                  <a16:creationId xmlns:a16="http://schemas.microsoft.com/office/drawing/2014/main" id="{440EC5C7-FA1A-487A-95E5-36F231A43F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156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28" name="Rectangle 373">
              <a:extLst>
                <a:ext uri="{FF2B5EF4-FFF2-40B4-BE49-F238E27FC236}">
                  <a16:creationId xmlns:a16="http://schemas.microsoft.com/office/drawing/2014/main" id="{AFAA5C7E-08E3-4E79-B312-9DCCF3D65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7" y="1855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29" name="Rectangle 374">
              <a:extLst>
                <a:ext uri="{FF2B5EF4-FFF2-40B4-BE49-F238E27FC236}">
                  <a16:creationId xmlns:a16="http://schemas.microsoft.com/office/drawing/2014/main" id="{B26A219B-0E40-4D39-9842-4AF28EAF9E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" y="185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30" name="Rectangle 375">
              <a:extLst>
                <a:ext uri="{FF2B5EF4-FFF2-40B4-BE49-F238E27FC236}">
                  <a16:creationId xmlns:a16="http://schemas.microsoft.com/office/drawing/2014/main" id="{93F6296C-172A-44AB-9129-F6A9324DF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" y="185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31" name="Rectangle 376">
              <a:extLst>
                <a:ext uri="{FF2B5EF4-FFF2-40B4-BE49-F238E27FC236}">
                  <a16:creationId xmlns:a16="http://schemas.microsoft.com/office/drawing/2014/main" id="{6C33A79B-96B3-4942-B09D-5F8D6CDEC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2" y="185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32" name="Rectangle 377">
              <a:extLst>
                <a:ext uri="{FF2B5EF4-FFF2-40B4-BE49-F238E27FC236}">
                  <a16:creationId xmlns:a16="http://schemas.microsoft.com/office/drawing/2014/main" id="{7A2B0271-2AE7-4FB9-87F6-25A8EC5359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4" y="185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33" name="Rectangle 378">
              <a:extLst>
                <a:ext uri="{FF2B5EF4-FFF2-40B4-BE49-F238E27FC236}">
                  <a16:creationId xmlns:a16="http://schemas.microsoft.com/office/drawing/2014/main" id="{4E56D543-F8E2-4C4E-AF60-07A233C46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185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34" name="Rectangle 379">
              <a:extLst>
                <a:ext uri="{FF2B5EF4-FFF2-40B4-BE49-F238E27FC236}">
                  <a16:creationId xmlns:a16="http://schemas.microsoft.com/office/drawing/2014/main" id="{B97B65E0-7B7A-4A39-92DD-1BA803BDD8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0" y="185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35" name="Rectangle 380">
              <a:extLst>
                <a:ext uri="{FF2B5EF4-FFF2-40B4-BE49-F238E27FC236}">
                  <a16:creationId xmlns:a16="http://schemas.microsoft.com/office/drawing/2014/main" id="{D115B828-0913-4C0B-AA28-A95796DBF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6" y="185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36" name="Rectangle 381">
              <a:extLst>
                <a:ext uri="{FF2B5EF4-FFF2-40B4-BE49-F238E27FC236}">
                  <a16:creationId xmlns:a16="http://schemas.microsoft.com/office/drawing/2014/main" id="{B44BE903-A80A-40BC-A838-C9BB5127B1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7" y="185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37" name="Rectangle 382">
              <a:extLst>
                <a:ext uri="{FF2B5EF4-FFF2-40B4-BE49-F238E27FC236}">
                  <a16:creationId xmlns:a16="http://schemas.microsoft.com/office/drawing/2014/main" id="{59B2688B-BE8D-4BB2-9A0D-F59AEA4C5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3" y="185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38" name="Line 383">
              <a:extLst>
                <a:ext uri="{FF2B5EF4-FFF2-40B4-BE49-F238E27FC236}">
                  <a16:creationId xmlns:a16="http://schemas.microsoft.com/office/drawing/2014/main" id="{BF01CAF5-4C65-4E94-9103-5C9692C14F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1841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39" name="Line 384">
              <a:extLst>
                <a:ext uri="{FF2B5EF4-FFF2-40B4-BE49-F238E27FC236}">
                  <a16:creationId xmlns:a16="http://schemas.microsoft.com/office/drawing/2014/main" id="{5DC4FB72-DF5C-434C-B153-EDC2064729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0" y="1841"/>
              <a:ext cx="39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40" name="Line 385">
              <a:extLst>
                <a:ext uri="{FF2B5EF4-FFF2-40B4-BE49-F238E27FC236}">
                  <a16:creationId xmlns:a16="http://schemas.microsoft.com/office/drawing/2014/main" id="{663992C5-4C6D-4D41-8E6D-742055EACE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1841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41" name="Line 386">
              <a:extLst>
                <a:ext uri="{FF2B5EF4-FFF2-40B4-BE49-F238E27FC236}">
                  <a16:creationId xmlns:a16="http://schemas.microsoft.com/office/drawing/2014/main" id="{F3DCC6A0-6FE7-4F42-ABA0-17898022C9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184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42" name="Line 387">
              <a:extLst>
                <a:ext uri="{FF2B5EF4-FFF2-40B4-BE49-F238E27FC236}">
                  <a16:creationId xmlns:a16="http://schemas.microsoft.com/office/drawing/2014/main" id="{CD0085D3-8D8E-488F-A24F-2278F3B9A4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9" y="1841"/>
              <a:ext cx="42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43" name="Line 388">
              <a:extLst>
                <a:ext uri="{FF2B5EF4-FFF2-40B4-BE49-F238E27FC236}">
                  <a16:creationId xmlns:a16="http://schemas.microsoft.com/office/drawing/2014/main" id="{A888E3C2-9CE3-466F-9E7A-9ECB7F7406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1841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44" name="Line 389">
              <a:extLst>
                <a:ext uri="{FF2B5EF4-FFF2-40B4-BE49-F238E27FC236}">
                  <a16:creationId xmlns:a16="http://schemas.microsoft.com/office/drawing/2014/main" id="{D9ACC67F-162F-4677-BD2F-441CFE49DE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184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45" name="Line 390">
              <a:extLst>
                <a:ext uri="{FF2B5EF4-FFF2-40B4-BE49-F238E27FC236}">
                  <a16:creationId xmlns:a16="http://schemas.microsoft.com/office/drawing/2014/main" id="{B22B91C8-05A9-4390-A0C0-03F84F4730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0" y="1841"/>
              <a:ext cx="46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46" name="Line 391">
              <a:extLst>
                <a:ext uri="{FF2B5EF4-FFF2-40B4-BE49-F238E27FC236}">
                  <a16:creationId xmlns:a16="http://schemas.microsoft.com/office/drawing/2014/main" id="{52689774-86A2-4AEF-B3F6-7B25C1E1CE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1841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47" name="Line 392">
              <a:extLst>
                <a:ext uri="{FF2B5EF4-FFF2-40B4-BE49-F238E27FC236}">
                  <a16:creationId xmlns:a16="http://schemas.microsoft.com/office/drawing/2014/main" id="{203512EA-F4B7-41E9-9AB6-A6E0008DF6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184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48" name="Line 393">
              <a:extLst>
                <a:ext uri="{FF2B5EF4-FFF2-40B4-BE49-F238E27FC236}">
                  <a16:creationId xmlns:a16="http://schemas.microsoft.com/office/drawing/2014/main" id="{1BB136C9-14C2-4DBB-9B29-AA7A89F109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841"/>
              <a:ext cx="46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49" name="Line 394">
              <a:extLst>
                <a:ext uri="{FF2B5EF4-FFF2-40B4-BE49-F238E27FC236}">
                  <a16:creationId xmlns:a16="http://schemas.microsoft.com/office/drawing/2014/main" id="{9D65FF81-2320-4DAA-BDC3-B5A331244B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1841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50" name="Line 395">
              <a:extLst>
                <a:ext uri="{FF2B5EF4-FFF2-40B4-BE49-F238E27FC236}">
                  <a16:creationId xmlns:a16="http://schemas.microsoft.com/office/drawing/2014/main" id="{851669D0-5142-4BA8-9624-4835B0957A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184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51" name="Line 396">
              <a:extLst>
                <a:ext uri="{FF2B5EF4-FFF2-40B4-BE49-F238E27FC236}">
                  <a16:creationId xmlns:a16="http://schemas.microsoft.com/office/drawing/2014/main" id="{003D89B6-45D4-4BCB-B7CF-CA525DC6AD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6" y="1841"/>
              <a:ext cx="4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52" name="Line 397">
              <a:extLst>
                <a:ext uri="{FF2B5EF4-FFF2-40B4-BE49-F238E27FC236}">
                  <a16:creationId xmlns:a16="http://schemas.microsoft.com/office/drawing/2014/main" id="{D87602E8-BC14-48C3-AC1C-52FD8F54B2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1841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53" name="Rectangle 398">
              <a:extLst>
                <a:ext uri="{FF2B5EF4-FFF2-40B4-BE49-F238E27FC236}">
                  <a16:creationId xmlns:a16="http://schemas.microsoft.com/office/drawing/2014/main" id="{44147945-44C7-46F8-B6BA-EC95797B5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" y="1847"/>
              <a:ext cx="11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54" name="Line 399">
              <a:extLst>
                <a:ext uri="{FF2B5EF4-FFF2-40B4-BE49-F238E27FC236}">
                  <a16:creationId xmlns:a16="http://schemas.microsoft.com/office/drawing/2014/main" id="{0F9B554E-4C0E-4C11-9942-182B00DA2A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184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55" name="Line 400">
              <a:extLst>
                <a:ext uri="{FF2B5EF4-FFF2-40B4-BE49-F238E27FC236}">
                  <a16:creationId xmlns:a16="http://schemas.microsoft.com/office/drawing/2014/main" id="{32829379-5FD0-460C-9ED2-5EC0000EF6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184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56" name="Line 401">
              <a:extLst>
                <a:ext uri="{FF2B5EF4-FFF2-40B4-BE49-F238E27FC236}">
                  <a16:creationId xmlns:a16="http://schemas.microsoft.com/office/drawing/2014/main" id="{883131CE-81E3-44FE-8E61-2055BA79F3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184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57" name="Rectangle 402">
              <a:extLst>
                <a:ext uri="{FF2B5EF4-FFF2-40B4-BE49-F238E27FC236}">
                  <a16:creationId xmlns:a16="http://schemas.microsoft.com/office/drawing/2014/main" id="{49B05D93-5D09-4BFF-8A6D-E716675B5C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2" y="1847"/>
              <a:ext cx="6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58" name="Line 403">
              <a:extLst>
                <a:ext uri="{FF2B5EF4-FFF2-40B4-BE49-F238E27FC236}">
                  <a16:creationId xmlns:a16="http://schemas.microsoft.com/office/drawing/2014/main" id="{FC3D75C4-707D-4C5A-8C9C-E3EB5A6393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184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59" name="Rectangle 404">
              <a:extLst>
                <a:ext uri="{FF2B5EF4-FFF2-40B4-BE49-F238E27FC236}">
                  <a16:creationId xmlns:a16="http://schemas.microsoft.com/office/drawing/2014/main" id="{F494982D-7363-4630-8A84-6C4E1DF96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" y="1847"/>
              <a:ext cx="6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60" name="Line 405">
              <a:extLst>
                <a:ext uri="{FF2B5EF4-FFF2-40B4-BE49-F238E27FC236}">
                  <a16:creationId xmlns:a16="http://schemas.microsoft.com/office/drawing/2014/main" id="{A8AEDC8C-7C82-4AD6-8BF5-726595596B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184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61" name="Rectangle 406">
              <a:extLst>
                <a:ext uri="{FF2B5EF4-FFF2-40B4-BE49-F238E27FC236}">
                  <a16:creationId xmlns:a16="http://schemas.microsoft.com/office/drawing/2014/main" id="{11EC19F3-ACD6-4728-9A56-3D10CC031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1847"/>
              <a:ext cx="11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62" name="Line 407">
              <a:extLst>
                <a:ext uri="{FF2B5EF4-FFF2-40B4-BE49-F238E27FC236}">
                  <a16:creationId xmlns:a16="http://schemas.microsoft.com/office/drawing/2014/main" id="{7FEDF13B-2AB8-446E-843F-814BB5EA58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184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63" name="Rectangle 408">
              <a:extLst>
                <a:ext uri="{FF2B5EF4-FFF2-40B4-BE49-F238E27FC236}">
                  <a16:creationId xmlns:a16="http://schemas.microsoft.com/office/drawing/2014/main" id="{64834A41-7BA9-4BC4-938A-0297C4CEA2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7" y="2135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64" name="Rectangle 409">
              <a:extLst>
                <a:ext uri="{FF2B5EF4-FFF2-40B4-BE49-F238E27FC236}">
                  <a16:creationId xmlns:a16="http://schemas.microsoft.com/office/drawing/2014/main" id="{7F422293-0469-4CDB-895C-60C149FC6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" y="213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65" name="Rectangle 410">
              <a:extLst>
                <a:ext uri="{FF2B5EF4-FFF2-40B4-BE49-F238E27FC236}">
                  <a16:creationId xmlns:a16="http://schemas.microsoft.com/office/drawing/2014/main" id="{B599B25B-0B3E-45FF-85CD-EAC03BFE82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" y="213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66" name="Rectangle 411">
              <a:extLst>
                <a:ext uri="{FF2B5EF4-FFF2-40B4-BE49-F238E27FC236}">
                  <a16:creationId xmlns:a16="http://schemas.microsoft.com/office/drawing/2014/main" id="{5AFDF18C-C999-4145-AC69-D363F3387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2" y="213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67" name="Rectangle 412">
              <a:extLst>
                <a:ext uri="{FF2B5EF4-FFF2-40B4-BE49-F238E27FC236}">
                  <a16:creationId xmlns:a16="http://schemas.microsoft.com/office/drawing/2014/main" id="{D3E337AB-F340-4532-954D-EDEE21EF9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4" y="213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68" name="Rectangle 413">
              <a:extLst>
                <a:ext uri="{FF2B5EF4-FFF2-40B4-BE49-F238E27FC236}">
                  <a16:creationId xmlns:a16="http://schemas.microsoft.com/office/drawing/2014/main" id="{313A1146-A09F-4CC2-890A-9997D9C97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213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69" name="Rectangle 414">
              <a:extLst>
                <a:ext uri="{FF2B5EF4-FFF2-40B4-BE49-F238E27FC236}">
                  <a16:creationId xmlns:a16="http://schemas.microsoft.com/office/drawing/2014/main" id="{B3F50794-15EE-42C1-AD1F-A3E60B607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0" y="213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70" name="Rectangle 415">
              <a:extLst>
                <a:ext uri="{FF2B5EF4-FFF2-40B4-BE49-F238E27FC236}">
                  <a16:creationId xmlns:a16="http://schemas.microsoft.com/office/drawing/2014/main" id="{151BCCF0-C47E-444F-B8AD-3B6BB5A9E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6" y="213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71" name="Rectangle 416">
              <a:extLst>
                <a:ext uri="{FF2B5EF4-FFF2-40B4-BE49-F238E27FC236}">
                  <a16:creationId xmlns:a16="http://schemas.microsoft.com/office/drawing/2014/main" id="{8C3F424E-A778-4F28-B92C-EA19D3278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7" y="213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72" name="Rectangle 417">
              <a:extLst>
                <a:ext uri="{FF2B5EF4-FFF2-40B4-BE49-F238E27FC236}">
                  <a16:creationId xmlns:a16="http://schemas.microsoft.com/office/drawing/2014/main" id="{775871C6-F4CD-42BE-AB87-E23F4B4158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3" y="213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73" name="Rectangle 418">
              <a:extLst>
                <a:ext uri="{FF2B5EF4-FFF2-40B4-BE49-F238E27FC236}">
                  <a16:creationId xmlns:a16="http://schemas.microsoft.com/office/drawing/2014/main" id="{09623649-8BD1-40F1-AFE8-8BE9257B3D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" y="2121"/>
              <a:ext cx="11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74" name="Line 419">
              <a:extLst>
                <a:ext uri="{FF2B5EF4-FFF2-40B4-BE49-F238E27FC236}">
                  <a16:creationId xmlns:a16="http://schemas.microsoft.com/office/drawing/2014/main" id="{61B3A4E7-0CB0-4805-B4BA-5E8C1E4013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2121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75" name="Rectangle 420">
              <a:extLst>
                <a:ext uri="{FF2B5EF4-FFF2-40B4-BE49-F238E27FC236}">
                  <a16:creationId xmlns:a16="http://schemas.microsoft.com/office/drawing/2014/main" id="{5734FC70-5CB5-493F-B50D-C5458522E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0" y="2121"/>
              <a:ext cx="393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76" name="Line 421">
              <a:extLst>
                <a:ext uri="{FF2B5EF4-FFF2-40B4-BE49-F238E27FC236}">
                  <a16:creationId xmlns:a16="http://schemas.microsoft.com/office/drawing/2014/main" id="{D4112505-6A99-473A-A96E-03865E39CA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0" y="2121"/>
              <a:ext cx="39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77" name="Line 422">
              <a:extLst>
                <a:ext uri="{FF2B5EF4-FFF2-40B4-BE49-F238E27FC236}">
                  <a16:creationId xmlns:a16="http://schemas.microsoft.com/office/drawing/2014/main" id="{E7DB010A-DD4A-430A-B4D8-87F1F8A959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2121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78" name="Line 423">
              <a:extLst>
                <a:ext uri="{FF2B5EF4-FFF2-40B4-BE49-F238E27FC236}">
                  <a16:creationId xmlns:a16="http://schemas.microsoft.com/office/drawing/2014/main" id="{C2E345A9-B781-474D-B923-C66548717F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212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79" name="Rectangle 424">
              <a:extLst>
                <a:ext uri="{FF2B5EF4-FFF2-40B4-BE49-F238E27FC236}">
                  <a16:creationId xmlns:a16="http://schemas.microsoft.com/office/drawing/2014/main" id="{C2D72E80-5D8C-4382-A9CC-6DC0F461F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9" y="2121"/>
              <a:ext cx="426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80" name="Line 425">
              <a:extLst>
                <a:ext uri="{FF2B5EF4-FFF2-40B4-BE49-F238E27FC236}">
                  <a16:creationId xmlns:a16="http://schemas.microsoft.com/office/drawing/2014/main" id="{6E835DE6-9F74-41C9-96B1-5D41E7F97F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9" y="2121"/>
              <a:ext cx="42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81" name="Line 426">
              <a:extLst>
                <a:ext uri="{FF2B5EF4-FFF2-40B4-BE49-F238E27FC236}">
                  <a16:creationId xmlns:a16="http://schemas.microsoft.com/office/drawing/2014/main" id="{3A394AA5-A5CB-44A3-A38B-106D4E90F8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2121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82" name="Line 427">
              <a:extLst>
                <a:ext uri="{FF2B5EF4-FFF2-40B4-BE49-F238E27FC236}">
                  <a16:creationId xmlns:a16="http://schemas.microsoft.com/office/drawing/2014/main" id="{D9153E5D-8A4E-4BA7-8E83-EAF4ACE102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212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83" name="Rectangle 428">
              <a:extLst>
                <a:ext uri="{FF2B5EF4-FFF2-40B4-BE49-F238E27FC236}">
                  <a16:creationId xmlns:a16="http://schemas.microsoft.com/office/drawing/2014/main" id="{93DCE952-3546-4A87-814A-96006BA00F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2121"/>
              <a:ext cx="462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84" name="Line 429">
              <a:extLst>
                <a:ext uri="{FF2B5EF4-FFF2-40B4-BE49-F238E27FC236}">
                  <a16:creationId xmlns:a16="http://schemas.microsoft.com/office/drawing/2014/main" id="{BCF415C7-52E0-4835-954A-C03558EB9D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0" y="2121"/>
              <a:ext cx="46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85" name="Rectangle 430">
              <a:extLst>
                <a:ext uri="{FF2B5EF4-FFF2-40B4-BE49-F238E27FC236}">
                  <a16:creationId xmlns:a16="http://schemas.microsoft.com/office/drawing/2014/main" id="{39206989-FEE3-4CF7-9F66-D3DA837CD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2" y="2121"/>
              <a:ext cx="6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86" name="Line 431">
              <a:extLst>
                <a:ext uri="{FF2B5EF4-FFF2-40B4-BE49-F238E27FC236}">
                  <a16:creationId xmlns:a16="http://schemas.microsoft.com/office/drawing/2014/main" id="{80765B14-59CC-496D-9B85-EE700F5A18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2121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87" name="Line 432">
              <a:extLst>
                <a:ext uri="{FF2B5EF4-FFF2-40B4-BE49-F238E27FC236}">
                  <a16:creationId xmlns:a16="http://schemas.microsoft.com/office/drawing/2014/main" id="{C4CE6B99-81F6-48B6-9EDA-95D1A17E34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212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88" name="Rectangle 433">
              <a:extLst>
                <a:ext uri="{FF2B5EF4-FFF2-40B4-BE49-F238E27FC236}">
                  <a16:creationId xmlns:a16="http://schemas.microsoft.com/office/drawing/2014/main" id="{8D8C611C-7900-4483-8734-DE7FF0B2E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121"/>
              <a:ext cx="462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89" name="Line 434">
              <a:extLst>
                <a:ext uri="{FF2B5EF4-FFF2-40B4-BE49-F238E27FC236}">
                  <a16:creationId xmlns:a16="http://schemas.microsoft.com/office/drawing/2014/main" id="{1939FD6B-FB81-4401-8886-4C5D68946B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2121"/>
              <a:ext cx="46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90" name="Rectangle 435">
              <a:extLst>
                <a:ext uri="{FF2B5EF4-FFF2-40B4-BE49-F238E27FC236}">
                  <a16:creationId xmlns:a16="http://schemas.microsoft.com/office/drawing/2014/main" id="{6748663C-DF72-40F1-A564-218AD10E0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" y="2121"/>
              <a:ext cx="6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91" name="Line 436">
              <a:extLst>
                <a:ext uri="{FF2B5EF4-FFF2-40B4-BE49-F238E27FC236}">
                  <a16:creationId xmlns:a16="http://schemas.microsoft.com/office/drawing/2014/main" id="{711BC018-A608-4C6E-AEA6-B1B204513A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2121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92" name="Line 437">
              <a:extLst>
                <a:ext uri="{FF2B5EF4-FFF2-40B4-BE49-F238E27FC236}">
                  <a16:creationId xmlns:a16="http://schemas.microsoft.com/office/drawing/2014/main" id="{B6077DFC-3EBA-4863-8FDA-6E08523EE1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212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93" name="Rectangle 438">
              <a:extLst>
                <a:ext uri="{FF2B5EF4-FFF2-40B4-BE49-F238E27FC236}">
                  <a16:creationId xmlns:a16="http://schemas.microsoft.com/office/drawing/2014/main" id="{0151B0E0-6F53-48CC-BA44-3159550CC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6" y="2121"/>
              <a:ext cx="495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94" name="Line 439">
              <a:extLst>
                <a:ext uri="{FF2B5EF4-FFF2-40B4-BE49-F238E27FC236}">
                  <a16:creationId xmlns:a16="http://schemas.microsoft.com/office/drawing/2014/main" id="{54B30C0C-FC60-43E7-A232-3B48499EE0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6" y="2121"/>
              <a:ext cx="4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95" name="Rectangle 440">
              <a:extLst>
                <a:ext uri="{FF2B5EF4-FFF2-40B4-BE49-F238E27FC236}">
                  <a16:creationId xmlns:a16="http://schemas.microsoft.com/office/drawing/2014/main" id="{E5EA70C9-F04B-4398-8D6F-3E4FBA492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2121"/>
              <a:ext cx="11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96" name="Line 441">
              <a:extLst>
                <a:ext uri="{FF2B5EF4-FFF2-40B4-BE49-F238E27FC236}">
                  <a16:creationId xmlns:a16="http://schemas.microsoft.com/office/drawing/2014/main" id="{2C7466BF-103B-4CB0-BFE4-B2A2BE1A03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2121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97" name="Rectangle 442">
              <a:extLst>
                <a:ext uri="{FF2B5EF4-FFF2-40B4-BE49-F238E27FC236}">
                  <a16:creationId xmlns:a16="http://schemas.microsoft.com/office/drawing/2014/main" id="{8479A414-CC09-4793-AEBE-66F7177DB0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" y="2127"/>
              <a:ext cx="11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98" name="Line 443">
              <a:extLst>
                <a:ext uri="{FF2B5EF4-FFF2-40B4-BE49-F238E27FC236}">
                  <a16:creationId xmlns:a16="http://schemas.microsoft.com/office/drawing/2014/main" id="{816BFD50-3496-4706-9EB7-54BE6F7E02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212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99" name="Line 444">
              <a:extLst>
                <a:ext uri="{FF2B5EF4-FFF2-40B4-BE49-F238E27FC236}">
                  <a16:creationId xmlns:a16="http://schemas.microsoft.com/office/drawing/2014/main" id="{E51EEE4C-A1A0-4879-A37B-2F99695082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212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00" name="Line 445">
              <a:extLst>
                <a:ext uri="{FF2B5EF4-FFF2-40B4-BE49-F238E27FC236}">
                  <a16:creationId xmlns:a16="http://schemas.microsoft.com/office/drawing/2014/main" id="{D0268599-FCB3-4385-B4A0-27D9532696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212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01" name="Rectangle 446">
              <a:extLst>
                <a:ext uri="{FF2B5EF4-FFF2-40B4-BE49-F238E27FC236}">
                  <a16:creationId xmlns:a16="http://schemas.microsoft.com/office/drawing/2014/main" id="{21C6421B-6323-47EE-BBF2-3C4449C3D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2" y="2127"/>
              <a:ext cx="6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02" name="Line 447">
              <a:extLst>
                <a:ext uri="{FF2B5EF4-FFF2-40B4-BE49-F238E27FC236}">
                  <a16:creationId xmlns:a16="http://schemas.microsoft.com/office/drawing/2014/main" id="{CDCAE5C0-AAF8-4511-AC19-AAF7163B3B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212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03" name="Rectangle 448">
              <a:extLst>
                <a:ext uri="{FF2B5EF4-FFF2-40B4-BE49-F238E27FC236}">
                  <a16:creationId xmlns:a16="http://schemas.microsoft.com/office/drawing/2014/main" id="{D8832293-0422-43DD-B1E0-780A6EC127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" y="2127"/>
              <a:ext cx="6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04" name="Line 449">
              <a:extLst>
                <a:ext uri="{FF2B5EF4-FFF2-40B4-BE49-F238E27FC236}">
                  <a16:creationId xmlns:a16="http://schemas.microsoft.com/office/drawing/2014/main" id="{05C0673B-5E95-4DB8-B1AA-BD4D131325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212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05" name="Rectangle 450">
              <a:extLst>
                <a:ext uri="{FF2B5EF4-FFF2-40B4-BE49-F238E27FC236}">
                  <a16:creationId xmlns:a16="http://schemas.microsoft.com/office/drawing/2014/main" id="{8964960C-349C-4137-9C36-B4AAC207AB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2127"/>
              <a:ext cx="11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06" name="Line 451">
              <a:extLst>
                <a:ext uri="{FF2B5EF4-FFF2-40B4-BE49-F238E27FC236}">
                  <a16:creationId xmlns:a16="http://schemas.microsoft.com/office/drawing/2014/main" id="{C8C0D43B-CE5B-47EE-A5CF-3C12E2D65A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212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07" name="Rectangle 452">
              <a:extLst>
                <a:ext uri="{FF2B5EF4-FFF2-40B4-BE49-F238E27FC236}">
                  <a16:creationId xmlns:a16="http://schemas.microsoft.com/office/drawing/2014/main" id="{97E2C67C-FC74-41B1-A8E4-7D713AD38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7" y="2415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08" name="Rectangle 453">
              <a:extLst>
                <a:ext uri="{FF2B5EF4-FFF2-40B4-BE49-F238E27FC236}">
                  <a16:creationId xmlns:a16="http://schemas.microsoft.com/office/drawing/2014/main" id="{17C17DBA-8BF2-4D58-9AD2-D1F39DEED3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" y="241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09" name="Rectangle 454">
              <a:extLst>
                <a:ext uri="{FF2B5EF4-FFF2-40B4-BE49-F238E27FC236}">
                  <a16:creationId xmlns:a16="http://schemas.microsoft.com/office/drawing/2014/main" id="{E300EEA8-09A6-4259-A746-38775D81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" y="241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10" name="Rectangle 455">
              <a:extLst>
                <a:ext uri="{FF2B5EF4-FFF2-40B4-BE49-F238E27FC236}">
                  <a16:creationId xmlns:a16="http://schemas.microsoft.com/office/drawing/2014/main" id="{E0B07B2B-15B3-4BFA-9493-CE7B79D93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2" y="241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11" name="Rectangle 456">
              <a:extLst>
                <a:ext uri="{FF2B5EF4-FFF2-40B4-BE49-F238E27FC236}">
                  <a16:creationId xmlns:a16="http://schemas.microsoft.com/office/drawing/2014/main" id="{0872B4EA-F6B9-425F-89B2-A3AC3D4FF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4" y="241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12" name="Rectangle 457">
              <a:extLst>
                <a:ext uri="{FF2B5EF4-FFF2-40B4-BE49-F238E27FC236}">
                  <a16:creationId xmlns:a16="http://schemas.microsoft.com/office/drawing/2014/main" id="{185C444A-3BB8-44C4-ACD2-2C382F84B6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241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13" name="Rectangle 458">
              <a:extLst>
                <a:ext uri="{FF2B5EF4-FFF2-40B4-BE49-F238E27FC236}">
                  <a16:creationId xmlns:a16="http://schemas.microsoft.com/office/drawing/2014/main" id="{74899D70-F1EE-42CA-AFAD-3394C6450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0" y="241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14" name="Rectangle 459">
              <a:extLst>
                <a:ext uri="{FF2B5EF4-FFF2-40B4-BE49-F238E27FC236}">
                  <a16:creationId xmlns:a16="http://schemas.microsoft.com/office/drawing/2014/main" id="{8F3302D4-7BC4-47A6-BBB6-A1CFCA0140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6" y="241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15" name="Rectangle 460">
              <a:extLst>
                <a:ext uri="{FF2B5EF4-FFF2-40B4-BE49-F238E27FC236}">
                  <a16:creationId xmlns:a16="http://schemas.microsoft.com/office/drawing/2014/main" id="{3367EEC7-67F2-40D2-B790-86199D88B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7" y="241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16" name="Rectangle 461">
              <a:extLst>
                <a:ext uri="{FF2B5EF4-FFF2-40B4-BE49-F238E27FC236}">
                  <a16:creationId xmlns:a16="http://schemas.microsoft.com/office/drawing/2014/main" id="{D5CAB34E-3C15-45CF-A241-631BAE532A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3" y="241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17" name="Rectangle 462">
              <a:extLst>
                <a:ext uri="{FF2B5EF4-FFF2-40B4-BE49-F238E27FC236}">
                  <a16:creationId xmlns:a16="http://schemas.microsoft.com/office/drawing/2014/main" id="{696AF232-61AB-47ED-A0E2-FA302DFB03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" y="2402"/>
              <a:ext cx="11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18" name="Line 463">
              <a:extLst>
                <a:ext uri="{FF2B5EF4-FFF2-40B4-BE49-F238E27FC236}">
                  <a16:creationId xmlns:a16="http://schemas.microsoft.com/office/drawing/2014/main" id="{3EB46F3B-11B8-437D-B878-8B8771C7F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240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19" name="Rectangle 464">
              <a:extLst>
                <a:ext uri="{FF2B5EF4-FFF2-40B4-BE49-F238E27FC236}">
                  <a16:creationId xmlns:a16="http://schemas.microsoft.com/office/drawing/2014/main" id="{B1601C24-85D4-4393-AE65-601D9A1BE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0" y="2402"/>
              <a:ext cx="393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20" name="Line 465">
              <a:extLst>
                <a:ext uri="{FF2B5EF4-FFF2-40B4-BE49-F238E27FC236}">
                  <a16:creationId xmlns:a16="http://schemas.microsoft.com/office/drawing/2014/main" id="{959CE782-77D6-4083-A615-E2ED2E5D5A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0" y="2402"/>
              <a:ext cx="39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21" name="Line 466">
              <a:extLst>
                <a:ext uri="{FF2B5EF4-FFF2-40B4-BE49-F238E27FC236}">
                  <a16:creationId xmlns:a16="http://schemas.microsoft.com/office/drawing/2014/main" id="{4E30C6AC-5B1C-4F8C-A913-B2774BF3CC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2402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22" name="Line 467">
              <a:extLst>
                <a:ext uri="{FF2B5EF4-FFF2-40B4-BE49-F238E27FC236}">
                  <a16:creationId xmlns:a16="http://schemas.microsoft.com/office/drawing/2014/main" id="{C97759B7-3E49-479E-82EA-D50A1609E7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2402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23" name="Rectangle 468">
              <a:extLst>
                <a:ext uri="{FF2B5EF4-FFF2-40B4-BE49-F238E27FC236}">
                  <a16:creationId xmlns:a16="http://schemas.microsoft.com/office/drawing/2014/main" id="{49FCFA33-FE68-4647-8872-AB3A07E60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9" y="2402"/>
              <a:ext cx="426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24" name="Line 469">
              <a:extLst>
                <a:ext uri="{FF2B5EF4-FFF2-40B4-BE49-F238E27FC236}">
                  <a16:creationId xmlns:a16="http://schemas.microsoft.com/office/drawing/2014/main" id="{41B8EFAD-0B11-4EA7-962F-C6E3159844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9" y="2402"/>
              <a:ext cx="42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25" name="Line 470">
              <a:extLst>
                <a:ext uri="{FF2B5EF4-FFF2-40B4-BE49-F238E27FC236}">
                  <a16:creationId xmlns:a16="http://schemas.microsoft.com/office/drawing/2014/main" id="{BC4018EA-B853-41CB-95F4-05FCB4B50A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2402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26" name="Line 471">
              <a:extLst>
                <a:ext uri="{FF2B5EF4-FFF2-40B4-BE49-F238E27FC236}">
                  <a16:creationId xmlns:a16="http://schemas.microsoft.com/office/drawing/2014/main" id="{ADE1D6C6-05FA-4114-9C68-1FCFB4F283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2402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27" name="Rectangle 472">
              <a:extLst>
                <a:ext uri="{FF2B5EF4-FFF2-40B4-BE49-F238E27FC236}">
                  <a16:creationId xmlns:a16="http://schemas.microsoft.com/office/drawing/2014/main" id="{7D479292-6A23-41CA-935D-BAA15DA17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2402"/>
              <a:ext cx="462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28" name="Line 473">
              <a:extLst>
                <a:ext uri="{FF2B5EF4-FFF2-40B4-BE49-F238E27FC236}">
                  <a16:creationId xmlns:a16="http://schemas.microsoft.com/office/drawing/2014/main" id="{F82A5EC4-D4BB-4AB2-A3E3-C99F947B12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0" y="2402"/>
              <a:ext cx="46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29" name="Rectangle 474">
              <a:extLst>
                <a:ext uri="{FF2B5EF4-FFF2-40B4-BE49-F238E27FC236}">
                  <a16:creationId xmlns:a16="http://schemas.microsoft.com/office/drawing/2014/main" id="{B1F85CA3-F994-4E68-9DE5-C05AA6C45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2" y="2402"/>
              <a:ext cx="6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30" name="Line 475">
              <a:extLst>
                <a:ext uri="{FF2B5EF4-FFF2-40B4-BE49-F238E27FC236}">
                  <a16:creationId xmlns:a16="http://schemas.microsoft.com/office/drawing/2014/main" id="{1FDEE4BF-9B46-4102-8551-C51B5F139D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2402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31" name="Line 476">
              <a:extLst>
                <a:ext uri="{FF2B5EF4-FFF2-40B4-BE49-F238E27FC236}">
                  <a16:creationId xmlns:a16="http://schemas.microsoft.com/office/drawing/2014/main" id="{6A929103-7F08-45BE-8EE6-2C276D88E1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2402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32" name="Rectangle 477">
              <a:extLst>
                <a:ext uri="{FF2B5EF4-FFF2-40B4-BE49-F238E27FC236}">
                  <a16:creationId xmlns:a16="http://schemas.microsoft.com/office/drawing/2014/main" id="{4670EF1B-4582-44F7-B81C-2A5450A1D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402"/>
              <a:ext cx="462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33" name="Line 478">
              <a:extLst>
                <a:ext uri="{FF2B5EF4-FFF2-40B4-BE49-F238E27FC236}">
                  <a16:creationId xmlns:a16="http://schemas.microsoft.com/office/drawing/2014/main" id="{FD934A57-46C2-4056-BA98-7DD5AD37C2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2402"/>
              <a:ext cx="46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34" name="Rectangle 479">
              <a:extLst>
                <a:ext uri="{FF2B5EF4-FFF2-40B4-BE49-F238E27FC236}">
                  <a16:creationId xmlns:a16="http://schemas.microsoft.com/office/drawing/2014/main" id="{ED3F74A3-CFE4-4FC4-B986-8AF5D5B861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" y="2402"/>
              <a:ext cx="6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35" name="Line 480">
              <a:extLst>
                <a:ext uri="{FF2B5EF4-FFF2-40B4-BE49-F238E27FC236}">
                  <a16:creationId xmlns:a16="http://schemas.microsoft.com/office/drawing/2014/main" id="{DBC1E0BC-164D-4B93-ACEC-2BD63CCA53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2402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36" name="Line 481">
              <a:extLst>
                <a:ext uri="{FF2B5EF4-FFF2-40B4-BE49-F238E27FC236}">
                  <a16:creationId xmlns:a16="http://schemas.microsoft.com/office/drawing/2014/main" id="{FE30AC40-48A6-49DD-A1F3-DF6B8E88CB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2402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37" name="Rectangle 482">
              <a:extLst>
                <a:ext uri="{FF2B5EF4-FFF2-40B4-BE49-F238E27FC236}">
                  <a16:creationId xmlns:a16="http://schemas.microsoft.com/office/drawing/2014/main" id="{D3B7A2FD-A1DA-4AB9-814E-338C19A11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6" y="2402"/>
              <a:ext cx="495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38" name="Line 483">
              <a:extLst>
                <a:ext uri="{FF2B5EF4-FFF2-40B4-BE49-F238E27FC236}">
                  <a16:creationId xmlns:a16="http://schemas.microsoft.com/office/drawing/2014/main" id="{66E7AB45-9EE7-454C-BCFD-85D2EEC00D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6" y="2402"/>
              <a:ext cx="4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39" name="Rectangle 484">
              <a:extLst>
                <a:ext uri="{FF2B5EF4-FFF2-40B4-BE49-F238E27FC236}">
                  <a16:creationId xmlns:a16="http://schemas.microsoft.com/office/drawing/2014/main" id="{3E42EDCE-A952-4092-B58D-D8C2E8C37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2402"/>
              <a:ext cx="11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40" name="Line 485">
              <a:extLst>
                <a:ext uri="{FF2B5EF4-FFF2-40B4-BE49-F238E27FC236}">
                  <a16:creationId xmlns:a16="http://schemas.microsoft.com/office/drawing/2014/main" id="{535C99E1-BE0A-46FC-8BA0-85E3A6625F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240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41" name="Rectangle 486">
              <a:extLst>
                <a:ext uri="{FF2B5EF4-FFF2-40B4-BE49-F238E27FC236}">
                  <a16:creationId xmlns:a16="http://schemas.microsoft.com/office/drawing/2014/main" id="{EE8B5365-3EB4-4E36-A89F-7E74BB0E9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" y="2407"/>
              <a:ext cx="11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42" name="Line 487">
              <a:extLst>
                <a:ext uri="{FF2B5EF4-FFF2-40B4-BE49-F238E27FC236}">
                  <a16:creationId xmlns:a16="http://schemas.microsoft.com/office/drawing/2014/main" id="{8EE512E3-7B24-4108-9748-208C12931B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240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43" name="Line 488">
              <a:extLst>
                <a:ext uri="{FF2B5EF4-FFF2-40B4-BE49-F238E27FC236}">
                  <a16:creationId xmlns:a16="http://schemas.microsoft.com/office/drawing/2014/main" id="{83D574F8-B06D-474C-BABD-978E1E5C0F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240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44" name="Line 489">
              <a:extLst>
                <a:ext uri="{FF2B5EF4-FFF2-40B4-BE49-F238E27FC236}">
                  <a16:creationId xmlns:a16="http://schemas.microsoft.com/office/drawing/2014/main" id="{2EA97D75-DE9F-454C-A697-5C0C75A894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240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45" name="Rectangle 490">
              <a:extLst>
                <a:ext uri="{FF2B5EF4-FFF2-40B4-BE49-F238E27FC236}">
                  <a16:creationId xmlns:a16="http://schemas.microsoft.com/office/drawing/2014/main" id="{3D1ACEEB-E911-4BD6-BB83-B11F5B721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2" y="2407"/>
              <a:ext cx="6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46" name="Line 491">
              <a:extLst>
                <a:ext uri="{FF2B5EF4-FFF2-40B4-BE49-F238E27FC236}">
                  <a16:creationId xmlns:a16="http://schemas.microsoft.com/office/drawing/2014/main" id="{228D9EFD-0254-4D21-BD5C-B8B81957C1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240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47" name="Rectangle 492">
              <a:extLst>
                <a:ext uri="{FF2B5EF4-FFF2-40B4-BE49-F238E27FC236}">
                  <a16:creationId xmlns:a16="http://schemas.microsoft.com/office/drawing/2014/main" id="{EF3469B5-E543-4B8B-B95C-B86DAF48D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" y="2407"/>
              <a:ext cx="6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48" name="Line 493">
              <a:extLst>
                <a:ext uri="{FF2B5EF4-FFF2-40B4-BE49-F238E27FC236}">
                  <a16:creationId xmlns:a16="http://schemas.microsoft.com/office/drawing/2014/main" id="{862D1837-65CF-44F6-96D6-C72451D528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240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49" name="Rectangle 494">
              <a:extLst>
                <a:ext uri="{FF2B5EF4-FFF2-40B4-BE49-F238E27FC236}">
                  <a16:creationId xmlns:a16="http://schemas.microsoft.com/office/drawing/2014/main" id="{A28AD7CB-2DDF-42F8-87B4-260267A89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2407"/>
              <a:ext cx="11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50" name="Line 495">
              <a:extLst>
                <a:ext uri="{FF2B5EF4-FFF2-40B4-BE49-F238E27FC236}">
                  <a16:creationId xmlns:a16="http://schemas.microsoft.com/office/drawing/2014/main" id="{7ADDA56C-25BC-4683-B25F-74AE1B8ADC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240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51" name="Rectangle 496">
              <a:extLst>
                <a:ext uri="{FF2B5EF4-FFF2-40B4-BE49-F238E27FC236}">
                  <a16:creationId xmlns:a16="http://schemas.microsoft.com/office/drawing/2014/main" id="{C36795DB-F192-441A-9265-E3E5A7EC6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7" y="2695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52" name="Rectangle 497">
              <a:extLst>
                <a:ext uri="{FF2B5EF4-FFF2-40B4-BE49-F238E27FC236}">
                  <a16:creationId xmlns:a16="http://schemas.microsoft.com/office/drawing/2014/main" id="{0707372A-864B-45A1-8560-9156E257C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" y="269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53" name="Rectangle 498">
              <a:extLst>
                <a:ext uri="{FF2B5EF4-FFF2-40B4-BE49-F238E27FC236}">
                  <a16:creationId xmlns:a16="http://schemas.microsoft.com/office/drawing/2014/main" id="{C94A572F-CF9B-40BB-B8FA-5480EEC02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" y="269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54" name="Rectangle 499">
              <a:extLst>
                <a:ext uri="{FF2B5EF4-FFF2-40B4-BE49-F238E27FC236}">
                  <a16:creationId xmlns:a16="http://schemas.microsoft.com/office/drawing/2014/main" id="{F31FA39F-6DB4-4EC5-90E2-CF6CF2FA50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2" y="269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55" name="Rectangle 500">
              <a:extLst>
                <a:ext uri="{FF2B5EF4-FFF2-40B4-BE49-F238E27FC236}">
                  <a16:creationId xmlns:a16="http://schemas.microsoft.com/office/drawing/2014/main" id="{078E2C50-A3A6-41E4-8E7D-E3C3EB728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4" y="269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56" name="Rectangle 501">
              <a:extLst>
                <a:ext uri="{FF2B5EF4-FFF2-40B4-BE49-F238E27FC236}">
                  <a16:creationId xmlns:a16="http://schemas.microsoft.com/office/drawing/2014/main" id="{FEB84C79-AF56-475A-B241-8DF456A19C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269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57" name="Rectangle 502">
              <a:extLst>
                <a:ext uri="{FF2B5EF4-FFF2-40B4-BE49-F238E27FC236}">
                  <a16:creationId xmlns:a16="http://schemas.microsoft.com/office/drawing/2014/main" id="{19BC0B15-4912-489C-BF83-963CAF60E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0" y="269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58" name="Rectangle 503">
              <a:extLst>
                <a:ext uri="{FF2B5EF4-FFF2-40B4-BE49-F238E27FC236}">
                  <a16:creationId xmlns:a16="http://schemas.microsoft.com/office/drawing/2014/main" id="{E5B4CB99-904B-443D-9FA0-62F1F37BD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6" y="269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59" name="Rectangle 504">
              <a:extLst>
                <a:ext uri="{FF2B5EF4-FFF2-40B4-BE49-F238E27FC236}">
                  <a16:creationId xmlns:a16="http://schemas.microsoft.com/office/drawing/2014/main" id="{CDBE56DE-E068-4AD0-AD07-96600FC4DA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7" y="269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60" name="Rectangle 505">
              <a:extLst>
                <a:ext uri="{FF2B5EF4-FFF2-40B4-BE49-F238E27FC236}">
                  <a16:creationId xmlns:a16="http://schemas.microsoft.com/office/drawing/2014/main" id="{8C4FF829-0476-4D23-9687-06D59F05F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3" y="269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61" name="Rectangle 506">
              <a:extLst>
                <a:ext uri="{FF2B5EF4-FFF2-40B4-BE49-F238E27FC236}">
                  <a16:creationId xmlns:a16="http://schemas.microsoft.com/office/drawing/2014/main" id="{EDED419E-556E-4384-AA87-6E346A746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" y="2682"/>
              <a:ext cx="11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62" name="Line 507">
              <a:extLst>
                <a:ext uri="{FF2B5EF4-FFF2-40B4-BE49-F238E27FC236}">
                  <a16:creationId xmlns:a16="http://schemas.microsoft.com/office/drawing/2014/main" id="{B0F89A73-6E2E-4495-AA29-B13F4E41F2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268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63" name="Rectangle 508">
              <a:extLst>
                <a:ext uri="{FF2B5EF4-FFF2-40B4-BE49-F238E27FC236}">
                  <a16:creationId xmlns:a16="http://schemas.microsoft.com/office/drawing/2014/main" id="{2CC537CD-1995-4575-91C8-81A6F79BF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0" y="2682"/>
              <a:ext cx="393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64" name="Line 509">
              <a:extLst>
                <a:ext uri="{FF2B5EF4-FFF2-40B4-BE49-F238E27FC236}">
                  <a16:creationId xmlns:a16="http://schemas.microsoft.com/office/drawing/2014/main" id="{06CC5A90-ECE8-4C3E-86C4-CCFDFF6EA3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0" y="2682"/>
              <a:ext cx="39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65" name="Line 510">
              <a:extLst>
                <a:ext uri="{FF2B5EF4-FFF2-40B4-BE49-F238E27FC236}">
                  <a16:creationId xmlns:a16="http://schemas.microsoft.com/office/drawing/2014/main" id="{B4919BE0-3F4D-4A71-9BE5-7ED1D2C456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2682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66" name="Line 511">
              <a:extLst>
                <a:ext uri="{FF2B5EF4-FFF2-40B4-BE49-F238E27FC236}">
                  <a16:creationId xmlns:a16="http://schemas.microsoft.com/office/drawing/2014/main" id="{B678F336-C6D0-411D-A3AB-88F5387471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2682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67" name="Rectangle 512">
              <a:extLst>
                <a:ext uri="{FF2B5EF4-FFF2-40B4-BE49-F238E27FC236}">
                  <a16:creationId xmlns:a16="http://schemas.microsoft.com/office/drawing/2014/main" id="{ABCEE6BD-ABEA-4A7E-8261-B57EF1A2E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9" y="2682"/>
              <a:ext cx="426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68" name="Line 513">
              <a:extLst>
                <a:ext uri="{FF2B5EF4-FFF2-40B4-BE49-F238E27FC236}">
                  <a16:creationId xmlns:a16="http://schemas.microsoft.com/office/drawing/2014/main" id="{85E55959-CD2C-409C-A05C-5D61B63C26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9" y="2682"/>
              <a:ext cx="42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69" name="Line 514">
              <a:extLst>
                <a:ext uri="{FF2B5EF4-FFF2-40B4-BE49-F238E27FC236}">
                  <a16:creationId xmlns:a16="http://schemas.microsoft.com/office/drawing/2014/main" id="{B4A25471-E132-474F-AA27-24AF87E3FF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2682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70" name="Line 515">
              <a:extLst>
                <a:ext uri="{FF2B5EF4-FFF2-40B4-BE49-F238E27FC236}">
                  <a16:creationId xmlns:a16="http://schemas.microsoft.com/office/drawing/2014/main" id="{52BB39B2-B7B2-4096-8F39-1EFB71778F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2682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71" name="Rectangle 516">
              <a:extLst>
                <a:ext uri="{FF2B5EF4-FFF2-40B4-BE49-F238E27FC236}">
                  <a16:creationId xmlns:a16="http://schemas.microsoft.com/office/drawing/2014/main" id="{E62FE935-FAB5-4D47-BA38-A27FC478A1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2682"/>
              <a:ext cx="462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72" name="Line 517">
              <a:extLst>
                <a:ext uri="{FF2B5EF4-FFF2-40B4-BE49-F238E27FC236}">
                  <a16:creationId xmlns:a16="http://schemas.microsoft.com/office/drawing/2014/main" id="{DE42DABE-8319-4F87-8888-3CEC3ED5E5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0" y="2682"/>
              <a:ext cx="46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73" name="Rectangle 518">
              <a:extLst>
                <a:ext uri="{FF2B5EF4-FFF2-40B4-BE49-F238E27FC236}">
                  <a16:creationId xmlns:a16="http://schemas.microsoft.com/office/drawing/2014/main" id="{D519AE4F-CD21-496D-8A2F-3A3FAD004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2" y="2682"/>
              <a:ext cx="6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74" name="Line 519">
              <a:extLst>
                <a:ext uri="{FF2B5EF4-FFF2-40B4-BE49-F238E27FC236}">
                  <a16:creationId xmlns:a16="http://schemas.microsoft.com/office/drawing/2014/main" id="{2E1654F4-0D92-49AD-8D68-6B45CDC883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2682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75" name="Line 520">
              <a:extLst>
                <a:ext uri="{FF2B5EF4-FFF2-40B4-BE49-F238E27FC236}">
                  <a16:creationId xmlns:a16="http://schemas.microsoft.com/office/drawing/2014/main" id="{46777A4E-EB12-44A5-B85D-A4F16F0EA6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2682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76" name="Rectangle 521">
              <a:extLst>
                <a:ext uri="{FF2B5EF4-FFF2-40B4-BE49-F238E27FC236}">
                  <a16:creationId xmlns:a16="http://schemas.microsoft.com/office/drawing/2014/main" id="{234FB842-2278-4436-9130-9228838789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682"/>
              <a:ext cx="462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77" name="Line 522">
              <a:extLst>
                <a:ext uri="{FF2B5EF4-FFF2-40B4-BE49-F238E27FC236}">
                  <a16:creationId xmlns:a16="http://schemas.microsoft.com/office/drawing/2014/main" id="{B9B2696D-AE4D-4AD0-AC70-856415BB13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2682"/>
              <a:ext cx="46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78" name="Rectangle 523">
              <a:extLst>
                <a:ext uri="{FF2B5EF4-FFF2-40B4-BE49-F238E27FC236}">
                  <a16:creationId xmlns:a16="http://schemas.microsoft.com/office/drawing/2014/main" id="{CC9EFD89-8414-4ED6-BE3C-A280FD0F2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" y="2682"/>
              <a:ext cx="6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79" name="Line 524">
              <a:extLst>
                <a:ext uri="{FF2B5EF4-FFF2-40B4-BE49-F238E27FC236}">
                  <a16:creationId xmlns:a16="http://schemas.microsoft.com/office/drawing/2014/main" id="{4079FAC3-6450-41E9-9A32-E21AAD4215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2682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80" name="Line 525">
              <a:extLst>
                <a:ext uri="{FF2B5EF4-FFF2-40B4-BE49-F238E27FC236}">
                  <a16:creationId xmlns:a16="http://schemas.microsoft.com/office/drawing/2014/main" id="{5195A5CF-2B91-4664-9606-BE3ADD2E34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2682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81" name="Rectangle 526">
              <a:extLst>
                <a:ext uri="{FF2B5EF4-FFF2-40B4-BE49-F238E27FC236}">
                  <a16:creationId xmlns:a16="http://schemas.microsoft.com/office/drawing/2014/main" id="{659C0A64-D86B-400B-98BA-626C9A9EB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6" y="2682"/>
              <a:ext cx="495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82" name="Line 527">
              <a:extLst>
                <a:ext uri="{FF2B5EF4-FFF2-40B4-BE49-F238E27FC236}">
                  <a16:creationId xmlns:a16="http://schemas.microsoft.com/office/drawing/2014/main" id="{252562D5-3988-4527-9CA8-732F6B58FA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6" y="2682"/>
              <a:ext cx="4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83" name="Rectangle 528">
              <a:extLst>
                <a:ext uri="{FF2B5EF4-FFF2-40B4-BE49-F238E27FC236}">
                  <a16:creationId xmlns:a16="http://schemas.microsoft.com/office/drawing/2014/main" id="{DACB57A5-95C6-48A9-8842-4801EC72C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2682"/>
              <a:ext cx="11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84" name="Line 529">
              <a:extLst>
                <a:ext uri="{FF2B5EF4-FFF2-40B4-BE49-F238E27FC236}">
                  <a16:creationId xmlns:a16="http://schemas.microsoft.com/office/drawing/2014/main" id="{5884043A-05C0-4D61-BA4B-F7CAF7F4B6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268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85" name="Rectangle 530">
              <a:extLst>
                <a:ext uri="{FF2B5EF4-FFF2-40B4-BE49-F238E27FC236}">
                  <a16:creationId xmlns:a16="http://schemas.microsoft.com/office/drawing/2014/main" id="{ABC37990-054D-4E52-BE0E-744BB2655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" y="2688"/>
              <a:ext cx="11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86" name="Line 531">
              <a:extLst>
                <a:ext uri="{FF2B5EF4-FFF2-40B4-BE49-F238E27FC236}">
                  <a16:creationId xmlns:a16="http://schemas.microsoft.com/office/drawing/2014/main" id="{F331E8F8-6D84-4A36-947D-FB387A322E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2688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87" name="Rectangle 532">
              <a:extLst>
                <a:ext uri="{FF2B5EF4-FFF2-40B4-BE49-F238E27FC236}">
                  <a16:creationId xmlns:a16="http://schemas.microsoft.com/office/drawing/2014/main" id="{3449CD07-87F6-4ADB-8981-6EE6B8BDD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" y="2962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88" name="Line 533">
              <a:extLst>
                <a:ext uri="{FF2B5EF4-FFF2-40B4-BE49-F238E27FC236}">
                  <a16:creationId xmlns:a16="http://schemas.microsoft.com/office/drawing/2014/main" id="{32055978-7C64-4BF5-A97A-757C2DA368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296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89" name="Line 534">
              <a:extLst>
                <a:ext uri="{FF2B5EF4-FFF2-40B4-BE49-F238E27FC236}">
                  <a16:creationId xmlns:a16="http://schemas.microsoft.com/office/drawing/2014/main" id="{12523949-2864-4590-B6F2-8FAE9442A1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2962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90" name="Rectangle 535">
              <a:extLst>
                <a:ext uri="{FF2B5EF4-FFF2-40B4-BE49-F238E27FC236}">
                  <a16:creationId xmlns:a16="http://schemas.microsoft.com/office/drawing/2014/main" id="{15BA4774-8C25-4F24-B06D-ECC8E6DC4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" y="2962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91" name="Line 536">
              <a:extLst>
                <a:ext uri="{FF2B5EF4-FFF2-40B4-BE49-F238E27FC236}">
                  <a16:creationId xmlns:a16="http://schemas.microsoft.com/office/drawing/2014/main" id="{420CCC4C-462C-4E48-9B76-2221DF22E5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296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92" name="Line 537">
              <a:extLst>
                <a:ext uri="{FF2B5EF4-FFF2-40B4-BE49-F238E27FC236}">
                  <a16:creationId xmlns:a16="http://schemas.microsoft.com/office/drawing/2014/main" id="{59DD2DBC-8930-4CCE-B22B-F058A1ED1F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2962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93" name="Rectangle 538">
              <a:extLst>
                <a:ext uri="{FF2B5EF4-FFF2-40B4-BE49-F238E27FC236}">
                  <a16:creationId xmlns:a16="http://schemas.microsoft.com/office/drawing/2014/main" id="{4A9CFBA7-5186-4419-8D0C-D9C6C056D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0" y="2962"/>
              <a:ext cx="393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94" name="Line 539">
              <a:extLst>
                <a:ext uri="{FF2B5EF4-FFF2-40B4-BE49-F238E27FC236}">
                  <a16:creationId xmlns:a16="http://schemas.microsoft.com/office/drawing/2014/main" id="{ED10BA85-2A82-44AD-A9A4-D17D071071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0" y="2962"/>
              <a:ext cx="39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95" name="Line 540">
              <a:extLst>
                <a:ext uri="{FF2B5EF4-FFF2-40B4-BE49-F238E27FC236}">
                  <a16:creationId xmlns:a16="http://schemas.microsoft.com/office/drawing/2014/main" id="{0E0649FF-60E8-4FF4-A386-CDE3F1E8C7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2688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96" name="Rectangle 541">
              <a:extLst>
                <a:ext uri="{FF2B5EF4-FFF2-40B4-BE49-F238E27FC236}">
                  <a16:creationId xmlns:a16="http://schemas.microsoft.com/office/drawing/2014/main" id="{4C8F6BFA-4757-498F-BA95-2C5CF2160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3" y="2962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97" name="Line 542">
              <a:extLst>
                <a:ext uri="{FF2B5EF4-FFF2-40B4-BE49-F238E27FC236}">
                  <a16:creationId xmlns:a16="http://schemas.microsoft.com/office/drawing/2014/main" id="{F5DCD3E8-C58D-4D17-AB66-772B896B81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2962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98" name="Line 543">
              <a:extLst>
                <a:ext uri="{FF2B5EF4-FFF2-40B4-BE49-F238E27FC236}">
                  <a16:creationId xmlns:a16="http://schemas.microsoft.com/office/drawing/2014/main" id="{7873800A-728E-4BC0-BB47-A4C4D5557A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2962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99" name="Rectangle 544">
              <a:extLst>
                <a:ext uri="{FF2B5EF4-FFF2-40B4-BE49-F238E27FC236}">
                  <a16:creationId xmlns:a16="http://schemas.microsoft.com/office/drawing/2014/main" id="{03410518-61B8-4666-ADB4-F33282F11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5" y="2962"/>
              <a:ext cx="420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00" name="Line 545">
              <a:extLst>
                <a:ext uri="{FF2B5EF4-FFF2-40B4-BE49-F238E27FC236}">
                  <a16:creationId xmlns:a16="http://schemas.microsoft.com/office/drawing/2014/main" id="{F4EB8B4C-F132-4E7D-8ADD-66377566CC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5" y="2962"/>
              <a:ext cx="42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01" name="Line 546">
              <a:extLst>
                <a:ext uri="{FF2B5EF4-FFF2-40B4-BE49-F238E27FC236}">
                  <a16:creationId xmlns:a16="http://schemas.microsoft.com/office/drawing/2014/main" id="{D3B134D3-4895-4588-BBAD-F3CC743645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2688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02" name="Rectangle 547">
              <a:extLst>
                <a:ext uri="{FF2B5EF4-FFF2-40B4-BE49-F238E27FC236}">
                  <a16:creationId xmlns:a16="http://schemas.microsoft.com/office/drawing/2014/main" id="{479D54C6-EEBB-4DEF-9263-0748A259A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5" y="2962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03" name="Line 548">
              <a:extLst>
                <a:ext uri="{FF2B5EF4-FFF2-40B4-BE49-F238E27FC236}">
                  <a16:creationId xmlns:a16="http://schemas.microsoft.com/office/drawing/2014/main" id="{8DB3BC57-A476-4386-AA5A-0155A38EDD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296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04" name="Line 549">
              <a:extLst>
                <a:ext uri="{FF2B5EF4-FFF2-40B4-BE49-F238E27FC236}">
                  <a16:creationId xmlns:a16="http://schemas.microsoft.com/office/drawing/2014/main" id="{40851626-D64F-4F16-98BF-D913651E0B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2962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05" name="Rectangle 550">
              <a:extLst>
                <a:ext uri="{FF2B5EF4-FFF2-40B4-BE49-F238E27FC236}">
                  <a16:creationId xmlns:a16="http://schemas.microsoft.com/office/drawing/2014/main" id="{5F29322A-40F4-4C02-9E73-E607909FC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" y="2962"/>
              <a:ext cx="456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06" name="Line 551">
              <a:extLst>
                <a:ext uri="{FF2B5EF4-FFF2-40B4-BE49-F238E27FC236}">
                  <a16:creationId xmlns:a16="http://schemas.microsoft.com/office/drawing/2014/main" id="{AE98F457-EFB7-489B-BCEF-AB74534045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6" y="2962"/>
              <a:ext cx="45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07" name="Rectangle 552">
              <a:extLst>
                <a:ext uri="{FF2B5EF4-FFF2-40B4-BE49-F238E27FC236}">
                  <a16:creationId xmlns:a16="http://schemas.microsoft.com/office/drawing/2014/main" id="{40281FE8-EDEA-4EE6-AB3E-51C7B9F35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2" y="2688"/>
              <a:ext cx="6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08" name="Line 553">
              <a:extLst>
                <a:ext uri="{FF2B5EF4-FFF2-40B4-BE49-F238E27FC236}">
                  <a16:creationId xmlns:a16="http://schemas.microsoft.com/office/drawing/2014/main" id="{6CDB8C08-EC85-4EEE-9985-E7BE28E0E5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2688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09" name="Rectangle 554">
              <a:extLst>
                <a:ext uri="{FF2B5EF4-FFF2-40B4-BE49-F238E27FC236}">
                  <a16:creationId xmlns:a16="http://schemas.microsoft.com/office/drawing/2014/main" id="{C7FBA6C2-A57B-4D09-9AA0-EE617F6CA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2" y="2962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10" name="Line 555">
              <a:extLst>
                <a:ext uri="{FF2B5EF4-FFF2-40B4-BE49-F238E27FC236}">
                  <a16:creationId xmlns:a16="http://schemas.microsoft.com/office/drawing/2014/main" id="{38D187ED-7BE0-4B3F-ADE7-E159FB4F02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2962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11" name="Line 556">
              <a:extLst>
                <a:ext uri="{FF2B5EF4-FFF2-40B4-BE49-F238E27FC236}">
                  <a16:creationId xmlns:a16="http://schemas.microsoft.com/office/drawing/2014/main" id="{C71D9A80-355D-4D5C-A284-65BEC66F14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2962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12" name="Rectangle 557">
              <a:extLst>
                <a:ext uri="{FF2B5EF4-FFF2-40B4-BE49-F238E27FC236}">
                  <a16:creationId xmlns:a16="http://schemas.microsoft.com/office/drawing/2014/main" id="{1AF742C3-9854-41F9-BF29-CCCA993386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4" y="2962"/>
              <a:ext cx="456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13" name="Line 558">
              <a:extLst>
                <a:ext uri="{FF2B5EF4-FFF2-40B4-BE49-F238E27FC236}">
                  <a16:creationId xmlns:a16="http://schemas.microsoft.com/office/drawing/2014/main" id="{3084A642-578D-41E4-BE6B-1C68CD5E61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4" y="2962"/>
              <a:ext cx="45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14" name="Rectangle 559">
              <a:extLst>
                <a:ext uri="{FF2B5EF4-FFF2-40B4-BE49-F238E27FC236}">
                  <a16:creationId xmlns:a16="http://schemas.microsoft.com/office/drawing/2014/main" id="{4CB51383-7A02-47A1-9FC2-4512E53EC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" y="2688"/>
              <a:ext cx="6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15" name="Line 560">
              <a:extLst>
                <a:ext uri="{FF2B5EF4-FFF2-40B4-BE49-F238E27FC236}">
                  <a16:creationId xmlns:a16="http://schemas.microsoft.com/office/drawing/2014/main" id="{61D7D5FE-C8DC-4FA3-8F24-6B4B4F2754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2688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16" name="Rectangle 561">
              <a:extLst>
                <a:ext uri="{FF2B5EF4-FFF2-40B4-BE49-F238E27FC236}">
                  <a16:creationId xmlns:a16="http://schemas.microsoft.com/office/drawing/2014/main" id="{2BC1FEBD-36ED-44F3-B701-1481D3E50C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" y="2962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17" name="Line 562">
              <a:extLst>
                <a:ext uri="{FF2B5EF4-FFF2-40B4-BE49-F238E27FC236}">
                  <a16:creationId xmlns:a16="http://schemas.microsoft.com/office/drawing/2014/main" id="{C0E0F9BF-FF75-4710-922F-6E4C10A776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2962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18" name="Line 563">
              <a:extLst>
                <a:ext uri="{FF2B5EF4-FFF2-40B4-BE49-F238E27FC236}">
                  <a16:creationId xmlns:a16="http://schemas.microsoft.com/office/drawing/2014/main" id="{10D345B0-C894-4EC2-B146-3E510EA8B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2962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19" name="Rectangle 564">
              <a:extLst>
                <a:ext uri="{FF2B5EF4-FFF2-40B4-BE49-F238E27FC236}">
                  <a16:creationId xmlns:a16="http://schemas.microsoft.com/office/drawing/2014/main" id="{8C859DE9-4460-4C03-A388-D757F7168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2" y="2962"/>
              <a:ext cx="489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20" name="Line 565">
              <a:extLst>
                <a:ext uri="{FF2B5EF4-FFF2-40B4-BE49-F238E27FC236}">
                  <a16:creationId xmlns:a16="http://schemas.microsoft.com/office/drawing/2014/main" id="{AB98F281-042C-4B50-88C1-F0623AEF7F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2" y="2962"/>
              <a:ext cx="48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21" name="Rectangle 566">
              <a:extLst>
                <a:ext uri="{FF2B5EF4-FFF2-40B4-BE49-F238E27FC236}">
                  <a16:creationId xmlns:a16="http://schemas.microsoft.com/office/drawing/2014/main" id="{6A5DB5DE-5EB6-446E-9202-18E6B6DD5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2688"/>
              <a:ext cx="11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22" name="Line 567">
              <a:extLst>
                <a:ext uri="{FF2B5EF4-FFF2-40B4-BE49-F238E27FC236}">
                  <a16:creationId xmlns:a16="http://schemas.microsoft.com/office/drawing/2014/main" id="{ABCA2FF7-D9DD-441D-8F72-3A4B4D9974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2688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23" name="Rectangle 568">
              <a:extLst>
                <a:ext uri="{FF2B5EF4-FFF2-40B4-BE49-F238E27FC236}">
                  <a16:creationId xmlns:a16="http://schemas.microsoft.com/office/drawing/2014/main" id="{9D459609-E5D6-4404-BF86-F80B05D86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2962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24" name="Line 569">
              <a:extLst>
                <a:ext uri="{FF2B5EF4-FFF2-40B4-BE49-F238E27FC236}">
                  <a16:creationId xmlns:a16="http://schemas.microsoft.com/office/drawing/2014/main" id="{5A77754A-6533-4311-AE10-74C55AE835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296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25" name="Line 570">
              <a:extLst>
                <a:ext uri="{FF2B5EF4-FFF2-40B4-BE49-F238E27FC236}">
                  <a16:creationId xmlns:a16="http://schemas.microsoft.com/office/drawing/2014/main" id="{F4CEC75C-9AE5-4AF1-8D34-7CA19F14BA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2962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26" name="Rectangle 571">
              <a:extLst>
                <a:ext uri="{FF2B5EF4-FFF2-40B4-BE49-F238E27FC236}">
                  <a16:creationId xmlns:a16="http://schemas.microsoft.com/office/drawing/2014/main" id="{35D1155C-6FBF-4B5A-AD77-01590CC70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2962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27" name="Line 572">
              <a:extLst>
                <a:ext uri="{FF2B5EF4-FFF2-40B4-BE49-F238E27FC236}">
                  <a16:creationId xmlns:a16="http://schemas.microsoft.com/office/drawing/2014/main" id="{97381425-7F28-4F6E-A43F-590A324C31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296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28" name="Line 573">
              <a:extLst>
                <a:ext uri="{FF2B5EF4-FFF2-40B4-BE49-F238E27FC236}">
                  <a16:creationId xmlns:a16="http://schemas.microsoft.com/office/drawing/2014/main" id="{680E18D1-9A0B-4051-990C-15FB380878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2962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8669" name="Rectangle 574">
            <a:extLst>
              <a:ext uri="{FF2B5EF4-FFF2-40B4-BE49-F238E27FC236}">
                <a16:creationId xmlns:a16="http://schemas.microsoft.com/office/drawing/2014/main" id="{D73EA9B8-19D4-46CA-9C11-9694DDDE6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050" y="4727575"/>
            <a:ext cx="3175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CC"/>
              </a:buClr>
            </a:pPr>
            <a:r>
              <a:rPr lang="en-US" altLang="en-US" sz="1000" b="1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endParaRPr lang="en-US" altLang="en-US" sz="2800" b="1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Number Placeholder 3">
            <a:extLst>
              <a:ext uri="{FF2B5EF4-FFF2-40B4-BE49-F238E27FC236}">
                <a16:creationId xmlns:a16="http://schemas.microsoft.com/office/drawing/2014/main" id="{49EA1399-53A3-48DE-885F-44E3A08922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3340977E-7370-4D20-9C6B-B69BC8C6B909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FD1DA204-371A-4DD1-A4F2-A17079FD13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Observations</a:t>
            </a:r>
          </a:p>
        </p:txBody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6E1437DB-7F9A-48E4-B6E5-48315386C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27263" y="1198564"/>
            <a:ext cx="7772400" cy="44465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b="1">
                <a:cs typeface="Times New Roman" panose="02020603050405020304" pitchFamily="18" charset="0"/>
              </a:rPr>
              <a:t>In the function tables:</a:t>
            </a:r>
            <a:endParaRPr lang="en-US" altLang="en-US" sz="240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b="1">
                <a:cs typeface="Times New Roman" panose="02020603050405020304" pitchFamily="18" charset="0"/>
              </a:rPr>
              <a:t>Each </a:t>
            </a:r>
            <a:r>
              <a:rPr lang="en-US" altLang="en-US" sz="2000" b="1" u="sng">
                <a:cs typeface="Times New Roman" panose="02020603050405020304" pitchFamily="18" charset="0"/>
              </a:rPr>
              <a:t>min</a:t>
            </a:r>
            <a:r>
              <a:rPr lang="en-US" altLang="en-US" sz="2000" b="1">
                <a:cs typeface="Times New Roman" panose="02020603050405020304" pitchFamily="18" charset="0"/>
              </a:rPr>
              <a:t>term has one and only one 1 present in the 2</a:t>
            </a:r>
            <a:r>
              <a:rPr lang="en-US" altLang="en-US" sz="2000" b="1" i="1" baseline="26000">
                <a:cs typeface="Times New Roman" panose="02020603050405020304" pitchFamily="18" charset="0"/>
              </a:rPr>
              <a:t>n</a:t>
            </a:r>
            <a:r>
              <a:rPr lang="en-US" altLang="en-US" sz="2000" b="1">
                <a:cs typeface="Times New Roman" panose="02020603050405020304" pitchFamily="18" charset="0"/>
              </a:rPr>
              <a:t>  terms (a </a:t>
            </a:r>
            <a:r>
              <a:rPr lang="en-US" altLang="en-US" sz="2000" b="1" u="sng">
                <a:cs typeface="Times New Roman" panose="02020603050405020304" pitchFamily="18" charset="0"/>
              </a:rPr>
              <a:t>minimum</a:t>
            </a:r>
            <a:r>
              <a:rPr lang="en-US" altLang="en-US" sz="2000" b="1">
                <a:cs typeface="Times New Roman" panose="02020603050405020304" pitchFamily="18" charset="0"/>
              </a:rPr>
              <a:t> of 1s).  All other entries are 0.</a:t>
            </a:r>
            <a:endParaRPr lang="en-US" altLang="en-US" sz="200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b="1">
                <a:cs typeface="Times New Roman" panose="02020603050405020304" pitchFamily="18" charset="0"/>
              </a:rPr>
              <a:t>Each </a:t>
            </a:r>
            <a:r>
              <a:rPr lang="en-US" altLang="en-US" sz="2000" b="1" u="sng">
                <a:cs typeface="Times New Roman" panose="02020603050405020304" pitchFamily="18" charset="0"/>
              </a:rPr>
              <a:t>max</a:t>
            </a:r>
            <a:r>
              <a:rPr lang="en-US" altLang="en-US" sz="2000" b="1">
                <a:cs typeface="Times New Roman" panose="02020603050405020304" pitchFamily="18" charset="0"/>
              </a:rPr>
              <a:t>term has one and only one 0 present in the 2</a:t>
            </a:r>
            <a:r>
              <a:rPr lang="en-US" altLang="en-US" sz="2000" b="1" i="1" baseline="26000">
                <a:cs typeface="Times New Roman" panose="02020603050405020304" pitchFamily="18" charset="0"/>
              </a:rPr>
              <a:t>n</a:t>
            </a:r>
            <a:r>
              <a:rPr lang="en-US" altLang="en-US" sz="2000" b="1">
                <a:cs typeface="Times New Roman" panose="02020603050405020304" pitchFamily="18" charset="0"/>
              </a:rPr>
              <a:t> terms All other entries are 1 (a </a:t>
            </a:r>
            <a:r>
              <a:rPr lang="en-US" altLang="en-US" sz="2000" b="1" u="sng">
                <a:cs typeface="Times New Roman" panose="02020603050405020304" pitchFamily="18" charset="0"/>
              </a:rPr>
              <a:t>max</a:t>
            </a:r>
            <a:r>
              <a:rPr lang="en-US" altLang="en-US" sz="2000" b="1">
                <a:cs typeface="Times New Roman" panose="02020603050405020304" pitchFamily="18" charset="0"/>
              </a:rPr>
              <a:t>imum of 1s). </a:t>
            </a:r>
          </a:p>
          <a:p>
            <a:pPr>
              <a:lnSpc>
                <a:spcPct val="90000"/>
              </a:lnSpc>
            </a:pPr>
            <a:r>
              <a:rPr lang="en-US" altLang="en-US" sz="2400" b="1">
                <a:cs typeface="Times New Roman" panose="02020603050405020304" pitchFamily="18" charset="0"/>
              </a:rPr>
              <a:t>We can implement any function by "ORing" the minterms corresponding to "1" entries in the function table. These are called the minterms of the function.</a:t>
            </a:r>
          </a:p>
          <a:p>
            <a:pPr>
              <a:lnSpc>
                <a:spcPct val="90000"/>
              </a:lnSpc>
            </a:pPr>
            <a:r>
              <a:rPr lang="en-US" altLang="en-US" sz="2400" b="1">
                <a:cs typeface="Times New Roman" panose="02020603050405020304" pitchFamily="18" charset="0"/>
              </a:rPr>
              <a:t>We can implement any function by "ANDing" the maxterms corresponding to "0" entries in the function table. These are called the maxterms of the function.</a:t>
            </a:r>
          </a:p>
          <a:p>
            <a:pPr>
              <a:lnSpc>
                <a:spcPct val="90000"/>
              </a:lnSpc>
            </a:pPr>
            <a:r>
              <a:rPr lang="en-US" altLang="en-US" sz="2400" b="1">
                <a:cs typeface="Times New Roman" panose="02020603050405020304" pitchFamily="18" charset="0"/>
              </a:rPr>
              <a:t>This gives us two </a:t>
            </a:r>
            <a:r>
              <a:rPr lang="en-US" altLang="en-US" sz="2400" b="1" u="sng">
                <a:cs typeface="Times New Roman" panose="02020603050405020304" pitchFamily="18" charset="0"/>
              </a:rPr>
              <a:t>canonical forms</a:t>
            </a:r>
            <a:r>
              <a:rPr lang="en-US" altLang="en-US" sz="2400" b="1"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u="sng">
                <a:cs typeface="Times New Roman" panose="02020603050405020304" pitchFamily="18" charset="0"/>
              </a:rPr>
              <a:t>Sum of Minterms (SOM)</a:t>
            </a:r>
            <a:endParaRPr lang="en-US" altLang="en-US" sz="2000" b="1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b="1" u="sng">
                <a:cs typeface="Times New Roman" panose="02020603050405020304" pitchFamily="18" charset="0"/>
              </a:rPr>
              <a:t>Product of Maxterms (POM)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>
                <a:cs typeface="Times New Roman" panose="02020603050405020304" pitchFamily="18" charset="0"/>
              </a:rPr>
              <a:t>    </a:t>
            </a:r>
            <a:r>
              <a:rPr lang="en-US" altLang="en-US" sz="2800" b="1"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cs typeface="Times New Roman" panose="02020603050405020304" pitchFamily="18" charset="0"/>
              </a:rPr>
              <a:t>for stating any Boolean function.</a:t>
            </a:r>
            <a:endParaRPr lang="en-US" altLang="en-US" sz="240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en-US" sz="200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3">
            <a:extLst>
              <a:ext uri="{FF2B5EF4-FFF2-40B4-BE49-F238E27FC236}">
                <a16:creationId xmlns:a16="http://schemas.microsoft.com/office/drawing/2014/main" id="{A97BF3E3-6096-4290-A1E7-46F9AB138E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BFF8B8C0-88A0-4824-8204-F12316FE6C90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grpSp>
        <p:nvGrpSpPr>
          <p:cNvPr id="280804" name="Group 228">
            <a:extLst>
              <a:ext uri="{FF2B5EF4-FFF2-40B4-BE49-F238E27FC236}">
                <a16:creationId xmlns:a16="http://schemas.microsoft.com/office/drawing/2014/main" id="{770DA958-DC79-4045-9AC9-9759E6BEA350}"/>
              </a:ext>
            </a:extLst>
          </p:cNvPr>
          <p:cNvGrpSpPr>
            <a:grpSpLocks/>
          </p:cNvGrpSpPr>
          <p:nvPr/>
        </p:nvGrpSpPr>
        <p:grpSpPr bwMode="auto">
          <a:xfrm>
            <a:off x="4386264" y="2422526"/>
            <a:ext cx="5330825" cy="4194175"/>
            <a:chOff x="1056" y="1622"/>
            <a:chExt cx="3239" cy="2459"/>
          </a:xfrm>
        </p:grpSpPr>
        <p:sp>
          <p:nvSpPr>
            <p:cNvPr id="72715" name="Rectangle 6">
              <a:extLst>
                <a:ext uri="{FF2B5EF4-FFF2-40B4-BE49-F238E27FC236}">
                  <a16:creationId xmlns:a16="http://schemas.microsoft.com/office/drawing/2014/main" id="{E2C716CF-CD0D-4350-8298-CBA16372E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" y="1631"/>
              <a:ext cx="363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x y z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16" name="Rectangle 7">
              <a:extLst>
                <a:ext uri="{FF2B5EF4-FFF2-40B4-BE49-F238E27FC236}">
                  <a16:creationId xmlns:a16="http://schemas.microsoft.com/office/drawing/2014/main" id="{5C4FA8FD-3C8A-4D77-9AF0-EA37029A8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1" y="1631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17" name="Rectangle 8">
              <a:extLst>
                <a:ext uri="{FF2B5EF4-FFF2-40B4-BE49-F238E27FC236}">
                  <a16:creationId xmlns:a16="http://schemas.microsoft.com/office/drawing/2014/main" id="{D307571C-E9E7-4349-B27E-ED40EB1F8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2" y="1631"/>
              <a:ext cx="43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index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18" name="Rectangle 9">
              <a:extLst>
                <a:ext uri="{FF2B5EF4-FFF2-40B4-BE49-F238E27FC236}">
                  <a16:creationId xmlns:a16="http://schemas.microsoft.com/office/drawing/2014/main" id="{758D428C-0443-485B-A4C2-DD9BB452B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7" y="1631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19" name="Rectangle 10">
              <a:extLst>
                <a:ext uri="{FF2B5EF4-FFF2-40B4-BE49-F238E27FC236}">
                  <a16:creationId xmlns:a16="http://schemas.microsoft.com/office/drawing/2014/main" id="{236921D0-6275-4506-BF4E-448C8CFB8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2" y="1631"/>
              <a:ext cx="218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r>
                <a:rPr lang="en-US" altLang="en-US" sz="2400" b="1" baseline="-25000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2720" name="Rectangle 11">
              <a:extLst>
                <a:ext uri="{FF2B5EF4-FFF2-40B4-BE49-F238E27FC236}">
                  <a16:creationId xmlns:a16="http://schemas.microsoft.com/office/drawing/2014/main" id="{9FF87059-7CD1-4F67-87CD-D50F688D9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7" y="1631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21" name="Rectangle 12">
              <a:extLst>
                <a:ext uri="{FF2B5EF4-FFF2-40B4-BE49-F238E27FC236}">
                  <a16:creationId xmlns:a16="http://schemas.microsoft.com/office/drawing/2014/main" id="{FE229C80-E843-4A1C-BFB2-F6EF626E6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6" y="1631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22" name="Rectangle 13">
              <a:extLst>
                <a:ext uri="{FF2B5EF4-FFF2-40B4-BE49-F238E27FC236}">
                  <a16:creationId xmlns:a16="http://schemas.microsoft.com/office/drawing/2014/main" id="{8AE129CB-EF05-49E2-991E-25AB96A048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5" y="1631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23" name="Rectangle 14">
              <a:extLst>
                <a:ext uri="{FF2B5EF4-FFF2-40B4-BE49-F238E27FC236}">
                  <a16:creationId xmlns:a16="http://schemas.microsoft.com/office/drawing/2014/main" id="{AE873E5D-40F8-4037-806B-6DFBD5FEE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3" y="1631"/>
              <a:ext cx="218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r>
                <a:rPr lang="en-US" altLang="en-US" sz="2400" b="1" baseline="-25000">
                  <a:solidFill>
                    <a:srgbClr val="000000"/>
                  </a:solidFill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72724" name="Rectangle 15">
              <a:extLst>
                <a:ext uri="{FF2B5EF4-FFF2-40B4-BE49-F238E27FC236}">
                  <a16:creationId xmlns:a16="http://schemas.microsoft.com/office/drawing/2014/main" id="{B6F4248C-6E77-44D3-93C7-9A41E4661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7" y="1631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25" name="Rectangle 16">
              <a:extLst>
                <a:ext uri="{FF2B5EF4-FFF2-40B4-BE49-F238E27FC236}">
                  <a16:creationId xmlns:a16="http://schemas.microsoft.com/office/drawing/2014/main" id="{94A3EB15-BF28-4D27-BF23-4505D4C5B0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" y="1631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26" name="Rectangle 17">
              <a:extLst>
                <a:ext uri="{FF2B5EF4-FFF2-40B4-BE49-F238E27FC236}">
                  <a16:creationId xmlns:a16="http://schemas.microsoft.com/office/drawing/2014/main" id="{95E5BEB0-8383-49DA-ADD6-ED7A23DEF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0" y="1631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27" name="Rectangle 18">
              <a:extLst>
                <a:ext uri="{FF2B5EF4-FFF2-40B4-BE49-F238E27FC236}">
                  <a16:creationId xmlns:a16="http://schemas.microsoft.com/office/drawing/2014/main" id="{3C034A14-833F-4418-AD20-05237FA325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2" y="1631"/>
              <a:ext cx="218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r>
                <a:rPr lang="en-US" altLang="en-US" sz="2400" b="1" baseline="-25000">
                  <a:solidFill>
                    <a:srgbClr val="000000"/>
                  </a:solidFill>
                  <a:cs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72728" name="Rectangle 19">
              <a:extLst>
                <a:ext uri="{FF2B5EF4-FFF2-40B4-BE49-F238E27FC236}">
                  <a16:creationId xmlns:a16="http://schemas.microsoft.com/office/drawing/2014/main" id="{22AB6CF8-E96E-4EF8-8285-D86D6BD6E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6" y="1631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29" name="Rectangle 20">
              <a:extLst>
                <a:ext uri="{FF2B5EF4-FFF2-40B4-BE49-F238E27FC236}">
                  <a16:creationId xmlns:a16="http://schemas.microsoft.com/office/drawing/2014/main" id="{8621271E-2D58-401B-BB13-42719219F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6" y="1631"/>
              <a:ext cx="32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F</a:t>
              </a:r>
              <a:r>
                <a:rPr lang="en-US" altLang="en-US" sz="2400" b="1" baseline="-25000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2730" name="Rectangle 21">
              <a:extLst>
                <a:ext uri="{FF2B5EF4-FFF2-40B4-BE49-F238E27FC236}">
                  <a16:creationId xmlns:a16="http://schemas.microsoft.com/office/drawing/2014/main" id="{A8F74F05-444C-4F41-AFE0-45F3C3A28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7" y="1631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31" name="Rectangle 22">
              <a:extLst>
                <a:ext uri="{FF2B5EF4-FFF2-40B4-BE49-F238E27FC236}">
                  <a16:creationId xmlns:a16="http://schemas.microsoft.com/office/drawing/2014/main" id="{D8996F57-2CC2-4006-A59F-A14511A534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622"/>
              <a:ext cx="11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32" name="Line 23">
              <a:extLst>
                <a:ext uri="{FF2B5EF4-FFF2-40B4-BE49-F238E27FC236}">
                  <a16:creationId xmlns:a16="http://schemas.microsoft.com/office/drawing/2014/main" id="{8897CFC8-4753-41BC-9000-25438B20E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622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33" name="Rectangle 24">
              <a:extLst>
                <a:ext uri="{FF2B5EF4-FFF2-40B4-BE49-F238E27FC236}">
                  <a16:creationId xmlns:a16="http://schemas.microsoft.com/office/drawing/2014/main" id="{84C5D7C0-DC68-4182-A5FB-3A644C7F3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7" y="1622"/>
              <a:ext cx="12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34" name="Line 25">
              <a:extLst>
                <a:ext uri="{FF2B5EF4-FFF2-40B4-BE49-F238E27FC236}">
                  <a16:creationId xmlns:a16="http://schemas.microsoft.com/office/drawing/2014/main" id="{41A3EDB3-3918-4649-8D8D-B989A6B7A3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7" y="1622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35" name="Rectangle 26">
              <a:extLst>
                <a:ext uri="{FF2B5EF4-FFF2-40B4-BE49-F238E27FC236}">
                  <a16:creationId xmlns:a16="http://schemas.microsoft.com/office/drawing/2014/main" id="{7A903F40-F688-4659-A12C-1494364AEB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" y="1914"/>
              <a:ext cx="37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0 0 0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36" name="Rectangle 27">
              <a:extLst>
                <a:ext uri="{FF2B5EF4-FFF2-40B4-BE49-F238E27FC236}">
                  <a16:creationId xmlns:a16="http://schemas.microsoft.com/office/drawing/2014/main" id="{A6BD42CE-DC67-4DB1-87B3-B1027D6D7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5" y="191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37" name="Rectangle 28">
              <a:extLst>
                <a:ext uri="{FF2B5EF4-FFF2-40B4-BE49-F238E27FC236}">
                  <a16:creationId xmlns:a16="http://schemas.microsoft.com/office/drawing/2014/main" id="{84994C7B-BCCD-4725-8685-FFCC0F3B5A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1" y="1914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38" name="Rectangle 29">
              <a:extLst>
                <a:ext uri="{FF2B5EF4-FFF2-40B4-BE49-F238E27FC236}">
                  <a16:creationId xmlns:a16="http://schemas.microsoft.com/office/drawing/2014/main" id="{153A38DC-46B3-4D81-837B-08A4F4B17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5" y="191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39" name="Rectangle 30">
              <a:extLst>
                <a:ext uri="{FF2B5EF4-FFF2-40B4-BE49-F238E27FC236}">
                  <a16:creationId xmlns:a16="http://schemas.microsoft.com/office/drawing/2014/main" id="{7DFC83BF-8E0C-48E8-A846-A8F54CE82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914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40" name="Rectangle 31">
              <a:extLst>
                <a:ext uri="{FF2B5EF4-FFF2-40B4-BE49-F238E27FC236}">
                  <a16:creationId xmlns:a16="http://schemas.microsoft.com/office/drawing/2014/main" id="{292DE833-E43E-415F-8112-8B0413DFB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1" y="191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41" name="Rectangle 32">
              <a:extLst>
                <a:ext uri="{FF2B5EF4-FFF2-40B4-BE49-F238E27FC236}">
                  <a16:creationId xmlns:a16="http://schemas.microsoft.com/office/drawing/2014/main" id="{A7AB91AE-34F4-49A8-92E6-2D880D824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6" y="1914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42" name="Rectangle 33">
              <a:extLst>
                <a:ext uri="{FF2B5EF4-FFF2-40B4-BE49-F238E27FC236}">
                  <a16:creationId xmlns:a16="http://schemas.microsoft.com/office/drawing/2014/main" id="{99D50DE5-0A87-4B8C-A5C3-928CE6E38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5" y="191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43" name="Rectangle 34">
              <a:extLst>
                <a:ext uri="{FF2B5EF4-FFF2-40B4-BE49-F238E27FC236}">
                  <a16:creationId xmlns:a16="http://schemas.microsoft.com/office/drawing/2014/main" id="{97A7C0E8-FA0E-4897-9D87-B6B046B5B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7" y="1914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44" name="Rectangle 35">
              <a:extLst>
                <a:ext uri="{FF2B5EF4-FFF2-40B4-BE49-F238E27FC236}">
                  <a16:creationId xmlns:a16="http://schemas.microsoft.com/office/drawing/2014/main" id="{F4765C5E-FE93-47C5-A2E1-72EDF07CF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191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45" name="Rectangle 36">
              <a:extLst>
                <a:ext uri="{FF2B5EF4-FFF2-40B4-BE49-F238E27FC236}">
                  <a16:creationId xmlns:a16="http://schemas.microsoft.com/office/drawing/2014/main" id="{6EF1C9FF-D24E-481D-8AC1-F0582A0F2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" y="1914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46" name="Rectangle 37">
              <a:extLst>
                <a:ext uri="{FF2B5EF4-FFF2-40B4-BE49-F238E27FC236}">
                  <a16:creationId xmlns:a16="http://schemas.microsoft.com/office/drawing/2014/main" id="{54A0BCBE-18F4-4403-9ABF-3955241F28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0" y="191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47" name="Rectangle 38">
              <a:extLst>
                <a:ext uri="{FF2B5EF4-FFF2-40B4-BE49-F238E27FC236}">
                  <a16:creationId xmlns:a16="http://schemas.microsoft.com/office/drawing/2014/main" id="{713BDC14-DFD9-4F84-80B5-6066F99353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" y="1914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48" name="Rectangle 39">
              <a:extLst>
                <a:ext uri="{FF2B5EF4-FFF2-40B4-BE49-F238E27FC236}">
                  <a16:creationId xmlns:a16="http://schemas.microsoft.com/office/drawing/2014/main" id="{5DE8D833-A81F-4528-9F4C-A8518705C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0" y="191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49" name="Rectangle 40">
              <a:extLst>
                <a:ext uri="{FF2B5EF4-FFF2-40B4-BE49-F238E27FC236}">
                  <a16:creationId xmlns:a16="http://schemas.microsoft.com/office/drawing/2014/main" id="{37A41EBA-3AF3-4B5D-875E-CE22A48B2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" y="1914"/>
              <a:ext cx="24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50" name="Rectangle 41">
              <a:extLst>
                <a:ext uri="{FF2B5EF4-FFF2-40B4-BE49-F238E27FC236}">
                  <a16:creationId xmlns:a16="http://schemas.microsoft.com/office/drawing/2014/main" id="{34A8055C-3067-46DC-A1B2-FFDEEBE48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191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51" name="Rectangle 42">
              <a:extLst>
                <a:ext uri="{FF2B5EF4-FFF2-40B4-BE49-F238E27FC236}">
                  <a16:creationId xmlns:a16="http://schemas.microsoft.com/office/drawing/2014/main" id="{3DF6FEB6-CC5C-4A6F-B53B-A611CC776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894"/>
              <a:ext cx="576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52" name="Line 43">
              <a:extLst>
                <a:ext uri="{FF2B5EF4-FFF2-40B4-BE49-F238E27FC236}">
                  <a16:creationId xmlns:a16="http://schemas.microsoft.com/office/drawing/2014/main" id="{910C7424-8D11-4E61-94F6-64B28F82DA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894"/>
              <a:ext cx="57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53" name="Rectangle 44">
              <a:extLst>
                <a:ext uri="{FF2B5EF4-FFF2-40B4-BE49-F238E27FC236}">
                  <a16:creationId xmlns:a16="http://schemas.microsoft.com/office/drawing/2014/main" id="{C1F349A3-DDCF-473E-8182-E546F67C0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894"/>
              <a:ext cx="1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54" name="Line 45">
              <a:extLst>
                <a:ext uri="{FF2B5EF4-FFF2-40B4-BE49-F238E27FC236}">
                  <a16:creationId xmlns:a16="http://schemas.microsoft.com/office/drawing/2014/main" id="{0AA1BC55-3C9B-4DF9-8B60-D2A709D386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894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55" name="Line 46">
              <a:extLst>
                <a:ext uri="{FF2B5EF4-FFF2-40B4-BE49-F238E27FC236}">
                  <a16:creationId xmlns:a16="http://schemas.microsoft.com/office/drawing/2014/main" id="{499F7852-B3CA-4D8C-A7F6-5782EC0EBF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894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56" name="Rectangle 47">
              <a:extLst>
                <a:ext uri="{FF2B5EF4-FFF2-40B4-BE49-F238E27FC236}">
                  <a16:creationId xmlns:a16="http://schemas.microsoft.com/office/drawing/2014/main" id="{D43A9260-74A1-4914-AB39-3714EBA7E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3" y="1894"/>
              <a:ext cx="564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57" name="Line 48">
              <a:extLst>
                <a:ext uri="{FF2B5EF4-FFF2-40B4-BE49-F238E27FC236}">
                  <a16:creationId xmlns:a16="http://schemas.microsoft.com/office/drawing/2014/main" id="{6F0D37B2-42F3-4753-B8A2-BFBB317A2C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3" y="1894"/>
              <a:ext cx="56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58" name="Rectangle 49">
              <a:extLst>
                <a:ext uri="{FF2B5EF4-FFF2-40B4-BE49-F238E27FC236}">
                  <a16:creationId xmlns:a16="http://schemas.microsoft.com/office/drawing/2014/main" id="{90E15426-9184-4F22-B5F0-7C54D545CC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7" y="1894"/>
              <a:ext cx="12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59" name="Line 50">
              <a:extLst>
                <a:ext uri="{FF2B5EF4-FFF2-40B4-BE49-F238E27FC236}">
                  <a16:creationId xmlns:a16="http://schemas.microsoft.com/office/drawing/2014/main" id="{5DFCB4BD-5886-42B7-87D7-99D2199152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7" y="1894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60" name="Line 51">
              <a:extLst>
                <a:ext uri="{FF2B5EF4-FFF2-40B4-BE49-F238E27FC236}">
                  <a16:creationId xmlns:a16="http://schemas.microsoft.com/office/drawing/2014/main" id="{561BE399-8DD7-4F2E-8554-AEC0B37899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7" y="1894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61" name="Rectangle 52">
              <a:extLst>
                <a:ext uri="{FF2B5EF4-FFF2-40B4-BE49-F238E27FC236}">
                  <a16:creationId xmlns:a16="http://schemas.microsoft.com/office/drawing/2014/main" id="{F78A7BD8-F404-4DD5-A160-55C94EDF98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9" y="1894"/>
              <a:ext cx="385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62" name="Line 53">
              <a:extLst>
                <a:ext uri="{FF2B5EF4-FFF2-40B4-BE49-F238E27FC236}">
                  <a16:creationId xmlns:a16="http://schemas.microsoft.com/office/drawing/2014/main" id="{A7381C3D-B8BE-43B3-91CC-58808A004C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9" y="1894"/>
              <a:ext cx="38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63" name="Rectangle 54">
              <a:extLst>
                <a:ext uri="{FF2B5EF4-FFF2-40B4-BE49-F238E27FC236}">
                  <a16:creationId xmlns:a16="http://schemas.microsoft.com/office/drawing/2014/main" id="{6CD9C9B1-DF00-4AE7-9EBA-4FFCC7F8C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4" y="1894"/>
              <a:ext cx="12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64" name="Line 55">
              <a:extLst>
                <a:ext uri="{FF2B5EF4-FFF2-40B4-BE49-F238E27FC236}">
                  <a16:creationId xmlns:a16="http://schemas.microsoft.com/office/drawing/2014/main" id="{8380DCE5-17BC-4CFC-BB02-D9458AB63F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4" y="1894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65" name="Line 56">
              <a:extLst>
                <a:ext uri="{FF2B5EF4-FFF2-40B4-BE49-F238E27FC236}">
                  <a16:creationId xmlns:a16="http://schemas.microsoft.com/office/drawing/2014/main" id="{938A1F21-3812-45D8-9F67-F9AA652E0E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4" y="1894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66" name="Rectangle 57">
              <a:extLst>
                <a:ext uri="{FF2B5EF4-FFF2-40B4-BE49-F238E27FC236}">
                  <a16:creationId xmlns:a16="http://schemas.microsoft.com/office/drawing/2014/main" id="{B7735158-B467-46D8-949B-D857B0DF38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" y="1894"/>
              <a:ext cx="203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67" name="Line 58">
              <a:extLst>
                <a:ext uri="{FF2B5EF4-FFF2-40B4-BE49-F238E27FC236}">
                  <a16:creationId xmlns:a16="http://schemas.microsoft.com/office/drawing/2014/main" id="{9F641E33-9ECE-48FF-9705-D6F14B72E6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6" y="1894"/>
              <a:ext cx="20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68" name="Rectangle 59">
              <a:extLst>
                <a:ext uri="{FF2B5EF4-FFF2-40B4-BE49-F238E27FC236}">
                  <a16:creationId xmlns:a16="http://schemas.microsoft.com/office/drawing/2014/main" id="{D06A15ED-4A5C-4B88-AFA1-3F5E9F897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" y="1894"/>
              <a:ext cx="12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69" name="Line 60">
              <a:extLst>
                <a:ext uri="{FF2B5EF4-FFF2-40B4-BE49-F238E27FC236}">
                  <a16:creationId xmlns:a16="http://schemas.microsoft.com/office/drawing/2014/main" id="{0F5D56B2-2355-4DB4-9A06-196ECCF4A4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9" y="1894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70" name="Line 61">
              <a:extLst>
                <a:ext uri="{FF2B5EF4-FFF2-40B4-BE49-F238E27FC236}">
                  <a16:creationId xmlns:a16="http://schemas.microsoft.com/office/drawing/2014/main" id="{BEB622A2-A8D6-4A75-A6A5-3188A78B82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9" y="1894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71" name="Rectangle 62">
              <a:extLst>
                <a:ext uri="{FF2B5EF4-FFF2-40B4-BE49-F238E27FC236}">
                  <a16:creationId xmlns:a16="http://schemas.microsoft.com/office/drawing/2014/main" id="{90782AC4-378C-4952-BB76-8E5EDFCB9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1" y="1894"/>
              <a:ext cx="36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72" name="Line 63">
              <a:extLst>
                <a:ext uri="{FF2B5EF4-FFF2-40B4-BE49-F238E27FC236}">
                  <a16:creationId xmlns:a16="http://schemas.microsoft.com/office/drawing/2014/main" id="{CCBE911A-0B53-4915-AC6A-302FDEACB7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1" y="1894"/>
              <a:ext cx="36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73" name="Rectangle 64">
              <a:extLst>
                <a:ext uri="{FF2B5EF4-FFF2-40B4-BE49-F238E27FC236}">
                  <a16:creationId xmlns:a16="http://schemas.microsoft.com/office/drawing/2014/main" id="{5354DBD6-43C0-490E-9047-8689EE4EA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2" y="1894"/>
              <a:ext cx="1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74" name="Line 65">
              <a:extLst>
                <a:ext uri="{FF2B5EF4-FFF2-40B4-BE49-F238E27FC236}">
                  <a16:creationId xmlns:a16="http://schemas.microsoft.com/office/drawing/2014/main" id="{F2645862-0661-480C-83C4-E30DE959EA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2" y="1894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75" name="Line 66">
              <a:extLst>
                <a:ext uri="{FF2B5EF4-FFF2-40B4-BE49-F238E27FC236}">
                  <a16:creationId xmlns:a16="http://schemas.microsoft.com/office/drawing/2014/main" id="{9592824D-3496-4A13-9AB1-2CAC90FFD4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2" y="1894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76" name="Rectangle 67">
              <a:extLst>
                <a:ext uri="{FF2B5EF4-FFF2-40B4-BE49-F238E27FC236}">
                  <a16:creationId xmlns:a16="http://schemas.microsoft.com/office/drawing/2014/main" id="{C4E4A8BC-C450-4442-A561-F8FA1D843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3" y="1894"/>
              <a:ext cx="217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77" name="Line 68">
              <a:extLst>
                <a:ext uri="{FF2B5EF4-FFF2-40B4-BE49-F238E27FC236}">
                  <a16:creationId xmlns:a16="http://schemas.microsoft.com/office/drawing/2014/main" id="{7F3D11B3-40B1-4165-83AA-798E2F43C6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3" y="1894"/>
              <a:ext cx="21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78" name="Rectangle 69">
              <a:extLst>
                <a:ext uri="{FF2B5EF4-FFF2-40B4-BE49-F238E27FC236}">
                  <a16:creationId xmlns:a16="http://schemas.microsoft.com/office/drawing/2014/main" id="{3C097576-2064-4BE7-969D-42D395510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0" y="1894"/>
              <a:ext cx="1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79" name="Line 70">
              <a:extLst>
                <a:ext uri="{FF2B5EF4-FFF2-40B4-BE49-F238E27FC236}">
                  <a16:creationId xmlns:a16="http://schemas.microsoft.com/office/drawing/2014/main" id="{16385A6C-C2DF-4E6D-ABB4-FE2AE5542E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0" y="1894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80" name="Line 71">
              <a:extLst>
                <a:ext uri="{FF2B5EF4-FFF2-40B4-BE49-F238E27FC236}">
                  <a16:creationId xmlns:a16="http://schemas.microsoft.com/office/drawing/2014/main" id="{C0572C05-95DF-4EF4-B4C3-A1B82C158B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0" y="1894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81" name="Rectangle 72">
              <a:extLst>
                <a:ext uri="{FF2B5EF4-FFF2-40B4-BE49-F238E27FC236}">
                  <a16:creationId xmlns:a16="http://schemas.microsoft.com/office/drawing/2014/main" id="{F4ABCFFC-7266-4A5A-83EE-5DA70E724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1" y="1894"/>
              <a:ext cx="36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82" name="Line 73">
              <a:extLst>
                <a:ext uri="{FF2B5EF4-FFF2-40B4-BE49-F238E27FC236}">
                  <a16:creationId xmlns:a16="http://schemas.microsoft.com/office/drawing/2014/main" id="{79466231-43BF-4CB8-98EB-0D6EB3BA6A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1" y="1894"/>
              <a:ext cx="36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83" name="Rectangle 74">
              <a:extLst>
                <a:ext uri="{FF2B5EF4-FFF2-40B4-BE49-F238E27FC236}">
                  <a16:creationId xmlns:a16="http://schemas.microsoft.com/office/drawing/2014/main" id="{8C8D9B9D-5029-4767-B48A-7AE0C2613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1894"/>
              <a:ext cx="12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84" name="Line 75">
              <a:extLst>
                <a:ext uri="{FF2B5EF4-FFF2-40B4-BE49-F238E27FC236}">
                  <a16:creationId xmlns:a16="http://schemas.microsoft.com/office/drawing/2014/main" id="{6282778C-50A9-41FD-9AED-8A6DD8CFCF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894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85" name="Line 76">
              <a:extLst>
                <a:ext uri="{FF2B5EF4-FFF2-40B4-BE49-F238E27FC236}">
                  <a16:creationId xmlns:a16="http://schemas.microsoft.com/office/drawing/2014/main" id="{9F90A918-C9F1-48F5-9FC0-12EB6F9317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894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86" name="Rectangle 77">
              <a:extLst>
                <a:ext uri="{FF2B5EF4-FFF2-40B4-BE49-F238E27FC236}">
                  <a16:creationId xmlns:a16="http://schemas.microsoft.com/office/drawing/2014/main" id="{1C3B41CF-196D-4C18-A3B5-0F01DA2A6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4" y="1894"/>
              <a:ext cx="49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87" name="Line 78">
              <a:extLst>
                <a:ext uri="{FF2B5EF4-FFF2-40B4-BE49-F238E27FC236}">
                  <a16:creationId xmlns:a16="http://schemas.microsoft.com/office/drawing/2014/main" id="{4CCC3C26-FF7F-4728-A13B-628070F2D2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4" y="1894"/>
              <a:ext cx="49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88" name="Rectangle 79">
              <a:extLst>
                <a:ext uri="{FF2B5EF4-FFF2-40B4-BE49-F238E27FC236}">
                  <a16:creationId xmlns:a16="http://schemas.microsoft.com/office/drawing/2014/main" id="{D347D641-907C-426D-ACD0-F190D495F0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905"/>
              <a:ext cx="11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89" name="Line 80">
              <a:extLst>
                <a:ext uri="{FF2B5EF4-FFF2-40B4-BE49-F238E27FC236}">
                  <a16:creationId xmlns:a16="http://schemas.microsoft.com/office/drawing/2014/main" id="{32FC388F-B66D-4DFD-B6DF-319DF0DE47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905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90" name="Rectangle 81">
              <a:extLst>
                <a:ext uri="{FF2B5EF4-FFF2-40B4-BE49-F238E27FC236}">
                  <a16:creationId xmlns:a16="http://schemas.microsoft.com/office/drawing/2014/main" id="{6C016F4B-B529-4072-A042-34CC1875A1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7" y="1905"/>
              <a:ext cx="12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91" name="Line 82">
              <a:extLst>
                <a:ext uri="{FF2B5EF4-FFF2-40B4-BE49-F238E27FC236}">
                  <a16:creationId xmlns:a16="http://schemas.microsoft.com/office/drawing/2014/main" id="{344D6D25-DAE5-4555-96E2-362CFF760D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7" y="1905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92" name="Rectangle 83">
              <a:extLst>
                <a:ext uri="{FF2B5EF4-FFF2-40B4-BE49-F238E27FC236}">
                  <a16:creationId xmlns:a16="http://schemas.microsoft.com/office/drawing/2014/main" id="{A8E8F26C-6EBE-4D2B-8872-2EC73C6A42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" y="2186"/>
              <a:ext cx="37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0 0 1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93" name="Rectangle 84">
              <a:extLst>
                <a:ext uri="{FF2B5EF4-FFF2-40B4-BE49-F238E27FC236}">
                  <a16:creationId xmlns:a16="http://schemas.microsoft.com/office/drawing/2014/main" id="{69DDC4B1-D75D-47BA-868B-E2254C4EAD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5" y="218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94" name="Rectangle 85">
              <a:extLst>
                <a:ext uri="{FF2B5EF4-FFF2-40B4-BE49-F238E27FC236}">
                  <a16:creationId xmlns:a16="http://schemas.microsoft.com/office/drawing/2014/main" id="{C2BC138F-591E-4B1E-9A65-C3D329BE1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1" y="2186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95" name="Rectangle 86">
              <a:extLst>
                <a:ext uri="{FF2B5EF4-FFF2-40B4-BE49-F238E27FC236}">
                  <a16:creationId xmlns:a16="http://schemas.microsoft.com/office/drawing/2014/main" id="{55C2E281-2014-4EE1-8EAF-035DD6929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5" y="218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96" name="Rectangle 87">
              <a:extLst>
                <a:ext uri="{FF2B5EF4-FFF2-40B4-BE49-F238E27FC236}">
                  <a16:creationId xmlns:a16="http://schemas.microsoft.com/office/drawing/2014/main" id="{A2782DDB-8CF2-43F1-A8BA-D18A41F30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2186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97" name="Rectangle 88">
              <a:extLst>
                <a:ext uri="{FF2B5EF4-FFF2-40B4-BE49-F238E27FC236}">
                  <a16:creationId xmlns:a16="http://schemas.microsoft.com/office/drawing/2014/main" id="{69F488DA-1936-4496-A7D7-E1DEF39F1F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1" y="218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98" name="Rectangle 89">
              <a:extLst>
                <a:ext uri="{FF2B5EF4-FFF2-40B4-BE49-F238E27FC236}">
                  <a16:creationId xmlns:a16="http://schemas.microsoft.com/office/drawing/2014/main" id="{3C7E605C-E667-4E11-AE6B-143CAB995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6" y="2186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99" name="Rectangle 90">
              <a:extLst>
                <a:ext uri="{FF2B5EF4-FFF2-40B4-BE49-F238E27FC236}">
                  <a16:creationId xmlns:a16="http://schemas.microsoft.com/office/drawing/2014/main" id="{C920A44E-61AD-4064-896F-F5254130C8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5" y="218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00" name="Rectangle 91">
              <a:extLst>
                <a:ext uri="{FF2B5EF4-FFF2-40B4-BE49-F238E27FC236}">
                  <a16:creationId xmlns:a16="http://schemas.microsoft.com/office/drawing/2014/main" id="{CF86C382-1886-4878-9352-DC8007EDA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7" y="2186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01" name="Rectangle 92">
              <a:extLst>
                <a:ext uri="{FF2B5EF4-FFF2-40B4-BE49-F238E27FC236}">
                  <a16:creationId xmlns:a16="http://schemas.microsoft.com/office/drawing/2014/main" id="{3339983E-9345-4525-B23E-400460E1C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218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02" name="Rectangle 93">
              <a:extLst>
                <a:ext uri="{FF2B5EF4-FFF2-40B4-BE49-F238E27FC236}">
                  <a16:creationId xmlns:a16="http://schemas.microsoft.com/office/drawing/2014/main" id="{735CFD58-838A-460E-97DA-39CA153F7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" y="2186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03" name="Rectangle 94">
              <a:extLst>
                <a:ext uri="{FF2B5EF4-FFF2-40B4-BE49-F238E27FC236}">
                  <a16:creationId xmlns:a16="http://schemas.microsoft.com/office/drawing/2014/main" id="{BC29F62C-E1C7-430C-9E9E-06716121A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0" y="218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04" name="Rectangle 95">
              <a:extLst>
                <a:ext uri="{FF2B5EF4-FFF2-40B4-BE49-F238E27FC236}">
                  <a16:creationId xmlns:a16="http://schemas.microsoft.com/office/drawing/2014/main" id="{54D01982-EA2B-4767-92DC-3C5DDB372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" y="2186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05" name="Rectangle 96">
              <a:extLst>
                <a:ext uri="{FF2B5EF4-FFF2-40B4-BE49-F238E27FC236}">
                  <a16:creationId xmlns:a16="http://schemas.microsoft.com/office/drawing/2014/main" id="{C8DC5797-9DCC-4D9F-BE36-DC68F12C1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0" y="218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06" name="Rectangle 97">
              <a:extLst>
                <a:ext uri="{FF2B5EF4-FFF2-40B4-BE49-F238E27FC236}">
                  <a16:creationId xmlns:a16="http://schemas.microsoft.com/office/drawing/2014/main" id="{66FBD810-78A8-41E2-B154-80BA097729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" y="2186"/>
              <a:ext cx="24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07" name="Rectangle 98">
              <a:extLst>
                <a:ext uri="{FF2B5EF4-FFF2-40B4-BE49-F238E27FC236}">
                  <a16:creationId xmlns:a16="http://schemas.microsoft.com/office/drawing/2014/main" id="{50C29A53-E24A-4A94-82AB-BE983930D2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218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08" name="Rectangle 99">
              <a:extLst>
                <a:ext uri="{FF2B5EF4-FFF2-40B4-BE49-F238E27FC236}">
                  <a16:creationId xmlns:a16="http://schemas.microsoft.com/office/drawing/2014/main" id="{3CCA9018-F6DE-417B-B944-F77B5147E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177"/>
              <a:ext cx="11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809" name="Line 100">
              <a:extLst>
                <a:ext uri="{FF2B5EF4-FFF2-40B4-BE49-F238E27FC236}">
                  <a16:creationId xmlns:a16="http://schemas.microsoft.com/office/drawing/2014/main" id="{D2D2938C-1F37-4495-B32D-8561AAC3EE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177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810" name="Rectangle 101">
              <a:extLst>
                <a:ext uri="{FF2B5EF4-FFF2-40B4-BE49-F238E27FC236}">
                  <a16:creationId xmlns:a16="http://schemas.microsoft.com/office/drawing/2014/main" id="{B6653C7A-2284-4BAD-9F6D-D9F06CDFC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7" y="2177"/>
              <a:ext cx="12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811" name="Line 102">
              <a:extLst>
                <a:ext uri="{FF2B5EF4-FFF2-40B4-BE49-F238E27FC236}">
                  <a16:creationId xmlns:a16="http://schemas.microsoft.com/office/drawing/2014/main" id="{A5A66494-8323-4AB1-921B-41561824EC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7" y="2177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812" name="Rectangle 103">
              <a:extLst>
                <a:ext uri="{FF2B5EF4-FFF2-40B4-BE49-F238E27FC236}">
                  <a16:creationId xmlns:a16="http://schemas.microsoft.com/office/drawing/2014/main" id="{D977AC6D-977B-4E26-B52E-E2FF46121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" y="2458"/>
              <a:ext cx="37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0 1 0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13" name="Rectangle 104">
              <a:extLst>
                <a:ext uri="{FF2B5EF4-FFF2-40B4-BE49-F238E27FC236}">
                  <a16:creationId xmlns:a16="http://schemas.microsoft.com/office/drawing/2014/main" id="{F95AB806-D274-4DCE-91B4-53E4D150C3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5" y="245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14" name="Rectangle 105">
              <a:extLst>
                <a:ext uri="{FF2B5EF4-FFF2-40B4-BE49-F238E27FC236}">
                  <a16:creationId xmlns:a16="http://schemas.microsoft.com/office/drawing/2014/main" id="{F5E0BBDE-EE62-4258-BB57-762BF176C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1" y="2458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2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15" name="Rectangle 106">
              <a:extLst>
                <a:ext uri="{FF2B5EF4-FFF2-40B4-BE49-F238E27FC236}">
                  <a16:creationId xmlns:a16="http://schemas.microsoft.com/office/drawing/2014/main" id="{F96788CB-361A-45C5-8330-07A38A806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5" y="245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16" name="Rectangle 107">
              <a:extLst>
                <a:ext uri="{FF2B5EF4-FFF2-40B4-BE49-F238E27FC236}">
                  <a16:creationId xmlns:a16="http://schemas.microsoft.com/office/drawing/2014/main" id="{C0088749-AD00-47E0-83FB-A74E6007E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2458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17" name="Rectangle 108">
              <a:extLst>
                <a:ext uri="{FF2B5EF4-FFF2-40B4-BE49-F238E27FC236}">
                  <a16:creationId xmlns:a16="http://schemas.microsoft.com/office/drawing/2014/main" id="{2331632A-6B8C-4820-BD50-2903C1292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1" y="245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18" name="Rectangle 109">
              <a:extLst>
                <a:ext uri="{FF2B5EF4-FFF2-40B4-BE49-F238E27FC236}">
                  <a16:creationId xmlns:a16="http://schemas.microsoft.com/office/drawing/2014/main" id="{D1D30E6D-DA5B-43F5-BD7B-9B75749301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6" y="2458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19" name="Rectangle 110">
              <a:extLst>
                <a:ext uri="{FF2B5EF4-FFF2-40B4-BE49-F238E27FC236}">
                  <a16:creationId xmlns:a16="http://schemas.microsoft.com/office/drawing/2014/main" id="{6DF2D078-28AA-4DBC-8666-5AA53D397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5" y="245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20" name="Rectangle 111">
              <a:extLst>
                <a:ext uri="{FF2B5EF4-FFF2-40B4-BE49-F238E27FC236}">
                  <a16:creationId xmlns:a16="http://schemas.microsoft.com/office/drawing/2014/main" id="{5C7AE3F7-EEBB-4504-AFA1-771E90200D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7" y="2458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21" name="Rectangle 112">
              <a:extLst>
                <a:ext uri="{FF2B5EF4-FFF2-40B4-BE49-F238E27FC236}">
                  <a16:creationId xmlns:a16="http://schemas.microsoft.com/office/drawing/2014/main" id="{5C8E84F2-7FA6-4DA6-B37F-2AC94BFE2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245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22" name="Rectangle 113">
              <a:extLst>
                <a:ext uri="{FF2B5EF4-FFF2-40B4-BE49-F238E27FC236}">
                  <a16:creationId xmlns:a16="http://schemas.microsoft.com/office/drawing/2014/main" id="{42209B92-9A4A-46EE-93AB-09D07EDB3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" y="2458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23" name="Rectangle 114">
              <a:extLst>
                <a:ext uri="{FF2B5EF4-FFF2-40B4-BE49-F238E27FC236}">
                  <a16:creationId xmlns:a16="http://schemas.microsoft.com/office/drawing/2014/main" id="{DD1DB7E2-56E5-4AFB-AC63-CA7E848B83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0" y="245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24" name="Rectangle 115">
              <a:extLst>
                <a:ext uri="{FF2B5EF4-FFF2-40B4-BE49-F238E27FC236}">
                  <a16:creationId xmlns:a16="http://schemas.microsoft.com/office/drawing/2014/main" id="{C4A41228-C103-403A-8CE1-C03D0F993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" y="2458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25" name="Rectangle 116">
              <a:extLst>
                <a:ext uri="{FF2B5EF4-FFF2-40B4-BE49-F238E27FC236}">
                  <a16:creationId xmlns:a16="http://schemas.microsoft.com/office/drawing/2014/main" id="{E47B962B-9CB2-439B-9AD3-AD4AF5606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0" y="245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26" name="Rectangle 117">
              <a:extLst>
                <a:ext uri="{FF2B5EF4-FFF2-40B4-BE49-F238E27FC236}">
                  <a16:creationId xmlns:a16="http://schemas.microsoft.com/office/drawing/2014/main" id="{4513950C-2438-4432-8073-A8F236374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" y="2458"/>
              <a:ext cx="24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27" name="Rectangle 118">
              <a:extLst>
                <a:ext uri="{FF2B5EF4-FFF2-40B4-BE49-F238E27FC236}">
                  <a16:creationId xmlns:a16="http://schemas.microsoft.com/office/drawing/2014/main" id="{5CF6309F-E7E7-48A3-946E-5DDA8071B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245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28" name="Rectangle 119">
              <a:extLst>
                <a:ext uri="{FF2B5EF4-FFF2-40B4-BE49-F238E27FC236}">
                  <a16:creationId xmlns:a16="http://schemas.microsoft.com/office/drawing/2014/main" id="{E70D3E11-530D-440F-A02C-7CC4E7521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449"/>
              <a:ext cx="11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829" name="Line 120">
              <a:extLst>
                <a:ext uri="{FF2B5EF4-FFF2-40B4-BE49-F238E27FC236}">
                  <a16:creationId xmlns:a16="http://schemas.microsoft.com/office/drawing/2014/main" id="{93AC5454-BFF9-4E8F-BD37-43B13A27CC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449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830" name="Rectangle 121">
              <a:extLst>
                <a:ext uri="{FF2B5EF4-FFF2-40B4-BE49-F238E27FC236}">
                  <a16:creationId xmlns:a16="http://schemas.microsoft.com/office/drawing/2014/main" id="{1ED16DFD-D9B2-4DE8-A2CA-1CA35485D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7" y="2449"/>
              <a:ext cx="12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831" name="Line 122">
              <a:extLst>
                <a:ext uri="{FF2B5EF4-FFF2-40B4-BE49-F238E27FC236}">
                  <a16:creationId xmlns:a16="http://schemas.microsoft.com/office/drawing/2014/main" id="{D1BF909E-2657-4485-A268-B901C03256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7" y="2449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832" name="Rectangle 123">
              <a:extLst>
                <a:ext uri="{FF2B5EF4-FFF2-40B4-BE49-F238E27FC236}">
                  <a16:creationId xmlns:a16="http://schemas.microsoft.com/office/drawing/2014/main" id="{DEC8C917-203D-49DD-B24D-824349F39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" y="2730"/>
              <a:ext cx="37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0 1 1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33" name="Rectangle 124">
              <a:extLst>
                <a:ext uri="{FF2B5EF4-FFF2-40B4-BE49-F238E27FC236}">
                  <a16:creationId xmlns:a16="http://schemas.microsoft.com/office/drawing/2014/main" id="{8070FA80-57D8-494D-B4DD-B3802D657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5" y="2730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34" name="Rectangle 125">
              <a:extLst>
                <a:ext uri="{FF2B5EF4-FFF2-40B4-BE49-F238E27FC236}">
                  <a16:creationId xmlns:a16="http://schemas.microsoft.com/office/drawing/2014/main" id="{211B667C-B740-4E26-81FE-D1C6B8236B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1" y="2730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3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35" name="Rectangle 126">
              <a:extLst>
                <a:ext uri="{FF2B5EF4-FFF2-40B4-BE49-F238E27FC236}">
                  <a16:creationId xmlns:a16="http://schemas.microsoft.com/office/drawing/2014/main" id="{EA0B0940-A5B4-47AF-B58E-DC672CA41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5" y="2730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36" name="Rectangle 127">
              <a:extLst>
                <a:ext uri="{FF2B5EF4-FFF2-40B4-BE49-F238E27FC236}">
                  <a16:creationId xmlns:a16="http://schemas.microsoft.com/office/drawing/2014/main" id="{743D2CCD-4A74-43FF-A60B-C80D3F299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2730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37" name="Rectangle 128">
              <a:extLst>
                <a:ext uri="{FF2B5EF4-FFF2-40B4-BE49-F238E27FC236}">
                  <a16:creationId xmlns:a16="http://schemas.microsoft.com/office/drawing/2014/main" id="{EFC1B854-31D8-4157-82CC-C4F2D21DE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1" y="2730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38" name="Rectangle 129">
              <a:extLst>
                <a:ext uri="{FF2B5EF4-FFF2-40B4-BE49-F238E27FC236}">
                  <a16:creationId xmlns:a16="http://schemas.microsoft.com/office/drawing/2014/main" id="{733185F5-C71F-4DA4-8CAB-D764B4D1F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6" y="2730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39" name="Rectangle 130">
              <a:extLst>
                <a:ext uri="{FF2B5EF4-FFF2-40B4-BE49-F238E27FC236}">
                  <a16:creationId xmlns:a16="http://schemas.microsoft.com/office/drawing/2014/main" id="{059D5F57-34BE-4DA1-B1B1-77B89D051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5" y="2730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40" name="Rectangle 131">
              <a:extLst>
                <a:ext uri="{FF2B5EF4-FFF2-40B4-BE49-F238E27FC236}">
                  <a16:creationId xmlns:a16="http://schemas.microsoft.com/office/drawing/2014/main" id="{B24DF384-62B4-411B-A3C9-B4978921CF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7" y="2730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41" name="Rectangle 132">
              <a:extLst>
                <a:ext uri="{FF2B5EF4-FFF2-40B4-BE49-F238E27FC236}">
                  <a16:creationId xmlns:a16="http://schemas.microsoft.com/office/drawing/2014/main" id="{2A4CFAA0-D120-49E5-B6D3-4458BC000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2730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42" name="Rectangle 133">
              <a:extLst>
                <a:ext uri="{FF2B5EF4-FFF2-40B4-BE49-F238E27FC236}">
                  <a16:creationId xmlns:a16="http://schemas.microsoft.com/office/drawing/2014/main" id="{18E1A8B0-8680-4626-A436-80CC1BAC7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" y="2730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43" name="Rectangle 134">
              <a:extLst>
                <a:ext uri="{FF2B5EF4-FFF2-40B4-BE49-F238E27FC236}">
                  <a16:creationId xmlns:a16="http://schemas.microsoft.com/office/drawing/2014/main" id="{482E2BEE-86A2-484C-8D98-B560A8599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0" y="2730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44" name="Rectangle 135">
              <a:extLst>
                <a:ext uri="{FF2B5EF4-FFF2-40B4-BE49-F238E27FC236}">
                  <a16:creationId xmlns:a16="http://schemas.microsoft.com/office/drawing/2014/main" id="{CC4CBB21-B2B5-4E0D-BE39-C2A0D4D0E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" y="2730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45" name="Rectangle 136">
              <a:extLst>
                <a:ext uri="{FF2B5EF4-FFF2-40B4-BE49-F238E27FC236}">
                  <a16:creationId xmlns:a16="http://schemas.microsoft.com/office/drawing/2014/main" id="{1B6D03A9-2FAC-4A48-8BBA-7A4396BB5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0" y="2730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46" name="Rectangle 137">
              <a:extLst>
                <a:ext uri="{FF2B5EF4-FFF2-40B4-BE49-F238E27FC236}">
                  <a16:creationId xmlns:a16="http://schemas.microsoft.com/office/drawing/2014/main" id="{1F262B6F-DD78-4629-AE67-97991EF6E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" y="2730"/>
              <a:ext cx="24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47" name="Rectangle 138">
              <a:extLst>
                <a:ext uri="{FF2B5EF4-FFF2-40B4-BE49-F238E27FC236}">
                  <a16:creationId xmlns:a16="http://schemas.microsoft.com/office/drawing/2014/main" id="{B6ED4F5F-FEE2-4DCD-BB7B-E789DB1F7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2730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48" name="Rectangle 139">
              <a:extLst>
                <a:ext uri="{FF2B5EF4-FFF2-40B4-BE49-F238E27FC236}">
                  <a16:creationId xmlns:a16="http://schemas.microsoft.com/office/drawing/2014/main" id="{4BEDA5A8-6AEF-4D8B-8B6B-1418F2307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721"/>
              <a:ext cx="11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849" name="Line 140">
              <a:extLst>
                <a:ext uri="{FF2B5EF4-FFF2-40B4-BE49-F238E27FC236}">
                  <a16:creationId xmlns:a16="http://schemas.microsoft.com/office/drawing/2014/main" id="{95852B2E-77B9-41D5-8F56-553C930B48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721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850" name="Rectangle 141">
              <a:extLst>
                <a:ext uri="{FF2B5EF4-FFF2-40B4-BE49-F238E27FC236}">
                  <a16:creationId xmlns:a16="http://schemas.microsoft.com/office/drawing/2014/main" id="{4541905E-982C-41A5-8BF2-F69548F18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7" y="2721"/>
              <a:ext cx="12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851" name="Line 142">
              <a:extLst>
                <a:ext uri="{FF2B5EF4-FFF2-40B4-BE49-F238E27FC236}">
                  <a16:creationId xmlns:a16="http://schemas.microsoft.com/office/drawing/2014/main" id="{0D2325CC-9F87-4005-9FA3-73008B388A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7" y="2721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852" name="Rectangle 143">
              <a:extLst>
                <a:ext uri="{FF2B5EF4-FFF2-40B4-BE49-F238E27FC236}">
                  <a16:creationId xmlns:a16="http://schemas.microsoft.com/office/drawing/2014/main" id="{BDBEE737-B48A-4DCF-A99C-02D89754D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" y="3002"/>
              <a:ext cx="37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1 0 0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53" name="Rectangle 144">
              <a:extLst>
                <a:ext uri="{FF2B5EF4-FFF2-40B4-BE49-F238E27FC236}">
                  <a16:creationId xmlns:a16="http://schemas.microsoft.com/office/drawing/2014/main" id="{C443BC8A-261E-434D-8B69-B9F6D585A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5" y="3002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54" name="Rectangle 145">
              <a:extLst>
                <a:ext uri="{FF2B5EF4-FFF2-40B4-BE49-F238E27FC236}">
                  <a16:creationId xmlns:a16="http://schemas.microsoft.com/office/drawing/2014/main" id="{7821F4C7-83F7-49AD-A1F3-1AD39BE85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1" y="3002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4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55" name="Rectangle 146">
              <a:extLst>
                <a:ext uri="{FF2B5EF4-FFF2-40B4-BE49-F238E27FC236}">
                  <a16:creationId xmlns:a16="http://schemas.microsoft.com/office/drawing/2014/main" id="{5BF73F11-2213-40C3-9FEB-1A0008EA6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5" y="3002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56" name="Rectangle 147">
              <a:extLst>
                <a:ext uri="{FF2B5EF4-FFF2-40B4-BE49-F238E27FC236}">
                  <a16:creationId xmlns:a16="http://schemas.microsoft.com/office/drawing/2014/main" id="{0152E49A-2809-42A5-B51C-90C797A9B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3002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57" name="Rectangle 148">
              <a:extLst>
                <a:ext uri="{FF2B5EF4-FFF2-40B4-BE49-F238E27FC236}">
                  <a16:creationId xmlns:a16="http://schemas.microsoft.com/office/drawing/2014/main" id="{70D4EC9E-6AF7-4751-A15E-1692E0C0D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1" y="3002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58" name="Rectangle 149">
              <a:extLst>
                <a:ext uri="{FF2B5EF4-FFF2-40B4-BE49-F238E27FC236}">
                  <a16:creationId xmlns:a16="http://schemas.microsoft.com/office/drawing/2014/main" id="{62E0151C-F4E7-48F3-A196-4A4099D6E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6" y="3002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59" name="Rectangle 150">
              <a:extLst>
                <a:ext uri="{FF2B5EF4-FFF2-40B4-BE49-F238E27FC236}">
                  <a16:creationId xmlns:a16="http://schemas.microsoft.com/office/drawing/2014/main" id="{F08A65DB-E515-46EB-A0EA-E039F851F6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5" y="3002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60" name="Rectangle 151">
              <a:extLst>
                <a:ext uri="{FF2B5EF4-FFF2-40B4-BE49-F238E27FC236}">
                  <a16:creationId xmlns:a16="http://schemas.microsoft.com/office/drawing/2014/main" id="{83E1B3C4-EA42-493E-BC1F-5318B98B6D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7" y="3002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61" name="Rectangle 152">
              <a:extLst>
                <a:ext uri="{FF2B5EF4-FFF2-40B4-BE49-F238E27FC236}">
                  <a16:creationId xmlns:a16="http://schemas.microsoft.com/office/drawing/2014/main" id="{D7559D26-36F1-43C8-8341-53518E9CD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3002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62" name="Rectangle 153">
              <a:extLst>
                <a:ext uri="{FF2B5EF4-FFF2-40B4-BE49-F238E27FC236}">
                  <a16:creationId xmlns:a16="http://schemas.microsoft.com/office/drawing/2014/main" id="{2D4D559A-04A5-408F-BF99-F241C3CA0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" y="3002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63" name="Rectangle 154">
              <a:extLst>
                <a:ext uri="{FF2B5EF4-FFF2-40B4-BE49-F238E27FC236}">
                  <a16:creationId xmlns:a16="http://schemas.microsoft.com/office/drawing/2014/main" id="{4FC33E54-4D4E-4E9C-B863-E3D9C7B1A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0" y="3002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64" name="Rectangle 155">
              <a:extLst>
                <a:ext uri="{FF2B5EF4-FFF2-40B4-BE49-F238E27FC236}">
                  <a16:creationId xmlns:a16="http://schemas.microsoft.com/office/drawing/2014/main" id="{1934B957-F8E2-4A91-AC28-8C8FA9087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" y="3002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65" name="Rectangle 156">
              <a:extLst>
                <a:ext uri="{FF2B5EF4-FFF2-40B4-BE49-F238E27FC236}">
                  <a16:creationId xmlns:a16="http://schemas.microsoft.com/office/drawing/2014/main" id="{87C6BB5A-87FF-4462-A3DA-540DEC24A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0" y="3002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66" name="Rectangle 157">
              <a:extLst>
                <a:ext uri="{FF2B5EF4-FFF2-40B4-BE49-F238E27FC236}">
                  <a16:creationId xmlns:a16="http://schemas.microsoft.com/office/drawing/2014/main" id="{336F86C3-2929-4570-8B15-A3123FE86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" y="3002"/>
              <a:ext cx="24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67" name="Rectangle 158">
              <a:extLst>
                <a:ext uri="{FF2B5EF4-FFF2-40B4-BE49-F238E27FC236}">
                  <a16:creationId xmlns:a16="http://schemas.microsoft.com/office/drawing/2014/main" id="{0B780CEF-02B9-4E29-905F-B1B0BD7FE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3002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68" name="Rectangle 159">
              <a:extLst>
                <a:ext uri="{FF2B5EF4-FFF2-40B4-BE49-F238E27FC236}">
                  <a16:creationId xmlns:a16="http://schemas.microsoft.com/office/drawing/2014/main" id="{DA6AF626-1144-4153-9432-6F172A62A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993"/>
              <a:ext cx="11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869" name="Line 160">
              <a:extLst>
                <a:ext uri="{FF2B5EF4-FFF2-40B4-BE49-F238E27FC236}">
                  <a16:creationId xmlns:a16="http://schemas.microsoft.com/office/drawing/2014/main" id="{C520AB22-05FE-49FF-81F8-A523BEA5CE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993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870" name="Rectangle 161">
              <a:extLst>
                <a:ext uri="{FF2B5EF4-FFF2-40B4-BE49-F238E27FC236}">
                  <a16:creationId xmlns:a16="http://schemas.microsoft.com/office/drawing/2014/main" id="{10BE11A7-160A-4EE1-B3A3-D2C661414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7" y="2993"/>
              <a:ext cx="12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871" name="Line 162">
              <a:extLst>
                <a:ext uri="{FF2B5EF4-FFF2-40B4-BE49-F238E27FC236}">
                  <a16:creationId xmlns:a16="http://schemas.microsoft.com/office/drawing/2014/main" id="{8920A228-FE29-4F32-91F2-2681171322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7" y="2993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872" name="Rectangle 163">
              <a:extLst>
                <a:ext uri="{FF2B5EF4-FFF2-40B4-BE49-F238E27FC236}">
                  <a16:creationId xmlns:a16="http://schemas.microsoft.com/office/drawing/2014/main" id="{92385522-9306-4948-AF60-62F5639E1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" y="3274"/>
              <a:ext cx="37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1 0 1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73" name="Rectangle 164">
              <a:extLst>
                <a:ext uri="{FF2B5EF4-FFF2-40B4-BE49-F238E27FC236}">
                  <a16:creationId xmlns:a16="http://schemas.microsoft.com/office/drawing/2014/main" id="{086014A7-B064-4802-A291-2C2017432E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5" y="327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74" name="Rectangle 165">
              <a:extLst>
                <a:ext uri="{FF2B5EF4-FFF2-40B4-BE49-F238E27FC236}">
                  <a16:creationId xmlns:a16="http://schemas.microsoft.com/office/drawing/2014/main" id="{A95A332D-6A7A-46E7-838F-E2CFF57DE9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1" y="3274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5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75" name="Rectangle 166">
              <a:extLst>
                <a:ext uri="{FF2B5EF4-FFF2-40B4-BE49-F238E27FC236}">
                  <a16:creationId xmlns:a16="http://schemas.microsoft.com/office/drawing/2014/main" id="{BFA97FD7-B40B-4B57-8500-CEF38292B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5" y="327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76" name="Rectangle 167">
              <a:extLst>
                <a:ext uri="{FF2B5EF4-FFF2-40B4-BE49-F238E27FC236}">
                  <a16:creationId xmlns:a16="http://schemas.microsoft.com/office/drawing/2014/main" id="{23B702F9-F97C-4EFB-A9B1-9EE72CA77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3274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77" name="Rectangle 168">
              <a:extLst>
                <a:ext uri="{FF2B5EF4-FFF2-40B4-BE49-F238E27FC236}">
                  <a16:creationId xmlns:a16="http://schemas.microsoft.com/office/drawing/2014/main" id="{54B64B85-F05C-436E-BBA4-69CFD87F0C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1" y="327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78" name="Rectangle 169">
              <a:extLst>
                <a:ext uri="{FF2B5EF4-FFF2-40B4-BE49-F238E27FC236}">
                  <a16:creationId xmlns:a16="http://schemas.microsoft.com/office/drawing/2014/main" id="{66568002-ADD6-4083-9137-DBAA1E37E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6" y="3274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79" name="Rectangle 170">
              <a:extLst>
                <a:ext uri="{FF2B5EF4-FFF2-40B4-BE49-F238E27FC236}">
                  <a16:creationId xmlns:a16="http://schemas.microsoft.com/office/drawing/2014/main" id="{876DF286-6988-4145-99FE-5C89C54A5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5" y="327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80" name="Rectangle 171">
              <a:extLst>
                <a:ext uri="{FF2B5EF4-FFF2-40B4-BE49-F238E27FC236}">
                  <a16:creationId xmlns:a16="http://schemas.microsoft.com/office/drawing/2014/main" id="{5DE567C4-14B5-4B84-91AC-3022418ED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7" y="3274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81" name="Rectangle 172">
              <a:extLst>
                <a:ext uri="{FF2B5EF4-FFF2-40B4-BE49-F238E27FC236}">
                  <a16:creationId xmlns:a16="http://schemas.microsoft.com/office/drawing/2014/main" id="{FA91B154-1E2D-4B6A-8D5A-2CB24CECA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327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82" name="Rectangle 173">
              <a:extLst>
                <a:ext uri="{FF2B5EF4-FFF2-40B4-BE49-F238E27FC236}">
                  <a16:creationId xmlns:a16="http://schemas.microsoft.com/office/drawing/2014/main" id="{547EE065-F5CC-4776-A8D1-066D9DC2C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" y="3274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83" name="Rectangle 174">
              <a:extLst>
                <a:ext uri="{FF2B5EF4-FFF2-40B4-BE49-F238E27FC236}">
                  <a16:creationId xmlns:a16="http://schemas.microsoft.com/office/drawing/2014/main" id="{57FAB52B-2844-427E-9879-BD5B764B90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0" y="327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84" name="Rectangle 175">
              <a:extLst>
                <a:ext uri="{FF2B5EF4-FFF2-40B4-BE49-F238E27FC236}">
                  <a16:creationId xmlns:a16="http://schemas.microsoft.com/office/drawing/2014/main" id="{D2072E46-D939-44C3-A83E-F1C7CC0096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" y="3274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85" name="Rectangle 176">
              <a:extLst>
                <a:ext uri="{FF2B5EF4-FFF2-40B4-BE49-F238E27FC236}">
                  <a16:creationId xmlns:a16="http://schemas.microsoft.com/office/drawing/2014/main" id="{14138CDB-4B87-4078-B951-2A02E3AAE1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0" y="327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86" name="Rectangle 177">
              <a:extLst>
                <a:ext uri="{FF2B5EF4-FFF2-40B4-BE49-F238E27FC236}">
                  <a16:creationId xmlns:a16="http://schemas.microsoft.com/office/drawing/2014/main" id="{D5B7620B-AF1E-4B59-80C0-317FAB558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" y="3274"/>
              <a:ext cx="24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87" name="Rectangle 178">
              <a:extLst>
                <a:ext uri="{FF2B5EF4-FFF2-40B4-BE49-F238E27FC236}">
                  <a16:creationId xmlns:a16="http://schemas.microsoft.com/office/drawing/2014/main" id="{4CC4010F-8680-477C-9680-B3D93E671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327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88" name="Rectangle 179">
              <a:extLst>
                <a:ext uri="{FF2B5EF4-FFF2-40B4-BE49-F238E27FC236}">
                  <a16:creationId xmlns:a16="http://schemas.microsoft.com/office/drawing/2014/main" id="{558A45A8-2974-47B5-A2B3-AC6F1C310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265"/>
              <a:ext cx="11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889" name="Line 180">
              <a:extLst>
                <a:ext uri="{FF2B5EF4-FFF2-40B4-BE49-F238E27FC236}">
                  <a16:creationId xmlns:a16="http://schemas.microsoft.com/office/drawing/2014/main" id="{A22039FE-54C3-4F44-BD59-F8B40584D4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265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890" name="Rectangle 181">
              <a:extLst>
                <a:ext uri="{FF2B5EF4-FFF2-40B4-BE49-F238E27FC236}">
                  <a16:creationId xmlns:a16="http://schemas.microsoft.com/office/drawing/2014/main" id="{0C309703-7D4A-45DC-82CC-097A008F4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7" y="3265"/>
              <a:ext cx="12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891" name="Line 182">
              <a:extLst>
                <a:ext uri="{FF2B5EF4-FFF2-40B4-BE49-F238E27FC236}">
                  <a16:creationId xmlns:a16="http://schemas.microsoft.com/office/drawing/2014/main" id="{BFD78EEC-1736-4B6B-B1C7-7F137FA848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7" y="3265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892" name="Rectangle 183">
              <a:extLst>
                <a:ext uri="{FF2B5EF4-FFF2-40B4-BE49-F238E27FC236}">
                  <a16:creationId xmlns:a16="http://schemas.microsoft.com/office/drawing/2014/main" id="{ABAD3611-7C5E-4ECB-B8FA-08D5E5D5B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" y="3546"/>
              <a:ext cx="37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1 1 0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93" name="Rectangle 184">
              <a:extLst>
                <a:ext uri="{FF2B5EF4-FFF2-40B4-BE49-F238E27FC236}">
                  <a16:creationId xmlns:a16="http://schemas.microsoft.com/office/drawing/2014/main" id="{52E24632-0C99-44B5-B697-D7F84AF6E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5" y="354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94" name="Rectangle 185">
              <a:extLst>
                <a:ext uri="{FF2B5EF4-FFF2-40B4-BE49-F238E27FC236}">
                  <a16:creationId xmlns:a16="http://schemas.microsoft.com/office/drawing/2014/main" id="{6952DBF8-352B-40EC-9DA6-4806E57F3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1" y="3546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6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95" name="Rectangle 186">
              <a:extLst>
                <a:ext uri="{FF2B5EF4-FFF2-40B4-BE49-F238E27FC236}">
                  <a16:creationId xmlns:a16="http://schemas.microsoft.com/office/drawing/2014/main" id="{613E9D50-7247-4A54-A4D1-FDCF2871EE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5" y="354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96" name="Rectangle 187">
              <a:extLst>
                <a:ext uri="{FF2B5EF4-FFF2-40B4-BE49-F238E27FC236}">
                  <a16:creationId xmlns:a16="http://schemas.microsoft.com/office/drawing/2014/main" id="{7054121A-9057-4E3F-BB5C-E0FFA82B0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3546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97" name="Rectangle 188">
              <a:extLst>
                <a:ext uri="{FF2B5EF4-FFF2-40B4-BE49-F238E27FC236}">
                  <a16:creationId xmlns:a16="http://schemas.microsoft.com/office/drawing/2014/main" id="{C1D73287-FABB-433A-8984-6D22341E5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1" y="354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98" name="Rectangle 189">
              <a:extLst>
                <a:ext uri="{FF2B5EF4-FFF2-40B4-BE49-F238E27FC236}">
                  <a16:creationId xmlns:a16="http://schemas.microsoft.com/office/drawing/2014/main" id="{E17CC54E-9082-457E-9970-791F842AB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6" y="3546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99" name="Rectangle 190">
              <a:extLst>
                <a:ext uri="{FF2B5EF4-FFF2-40B4-BE49-F238E27FC236}">
                  <a16:creationId xmlns:a16="http://schemas.microsoft.com/office/drawing/2014/main" id="{1DEBEF69-7C06-4D83-8C54-91E6E97A8A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5" y="354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00" name="Rectangle 191">
              <a:extLst>
                <a:ext uri="{FF2B5EF4-FFF2-40B4-BE49-F238E27FC236}">
                  <a16:creationId xmlns:a16="http://schemas.microsoft.com/office/drawing/2014/main" id="{D4D88B91-B377-4D1C-A2A9-F0467B82F2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7" y="3546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01" name="Rectangle 192">
              <a:extLst>
                <a:ext uri="{FF2B5EF4-FFF2-40B4-BE49-F238E27FC236}">
                  <a16:creationId xmlns:a16="http://schemas.microsoft.com/office/drawing/2014/main" id="{3116FE68-27F5-476B-B6D8-8B5B76D42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354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02" name="Rectangle 193">
              <a:extLst>
                <a:ext uri="{FF2B5EF4-FFF2-40B4-BE49-F238E27FC236}">
                  <a16:creationId xmlns:a16="http://schemas.microsoft.com/office/drawing/2014/main" id="{AA12C6F6-1E4E-4B76-8263-34D8BA1FEB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" y="3546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03" name="Rectangle 194">
              <a:extLst>
                <a:ext uri="{FF2B5EF4-FFF2-40B4-BE49-F238E27FC236}">
                  <a16:creationId xmlns:a16="http://schemas.microsoft.com/office/drawing/2014/main" id="{CF056779-F27D-4F25-BD09-EEDB958C5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0" y="354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04" name="Rectangle 195">
              <a:extLst>
                <a:ext uri="{FF2B5EF4-FFF2-40B4-BE49-F238E27FC236}">
                  <a16:creationId xmlns:a16="http://schemas.microsoft.com/office/drawing/2014/main" id="{9BE37043-E99B-4341-9FAE-86CCCF65E0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" y="3546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05" name="Rectangle 196">
              <a:extLst>
                <a:ext uri="{FF2B5EF4-FFF2-40B4-BE49-F238E27FC236}">
                  <a16:creationId xmlns:a16="http://schemas.microsoft.com/office/drawing/2014/main" id="{DF96AA87-BAB7-4522-B0D9-69C6534D8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0" y="354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06" name="Rectangle 197">
              <a:extLst>
                <a:ext uri="{FF2B5EF4-FFF2-40B4-BE49-F238E27FC236}">
                  <a16:creationId xmlns:a16="http://schemas.microsoft.com/office/drawing/2014/main" id="{1165B1E3-AA19-4DF6-A924-0B38654643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" y="3546"/>
              <a:ext cx="24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07" name="Rectangle 198">
              <a:extLst>
                <a:ext uri="{FF2B5EF4-FFF2-40B4-BE49-F238E27FC236}">
                  <a16:creationId xmlns:a16="http://schemas.microsoft.com/office/drawing/2014/main" id="{A858AB5A-C730-4C4C-B3FD-7414248EDA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354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08" name="Rectangle 199">
              <a:extLst>
                <a:ext uri="{FF2B5EF4-FFF2-40B4-BE49-F238E27FC236}">
                  <a16:creationId xmlns:a16="http://schemas.microsoft.com/office/drawing/2014/main" id="{2F0E4764-7D3A-47CC-BFCF-B03D32BCA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537"/>
              <a:ext cx="11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909" name="Line 200">
              <a:extLst>
                <a:ext uri="{FF2B5EF4-FFF2-40B4-BE49-F238E27FC236}">
                  <a16:creationId xmlns:a16="http://schemas.microsoft.com/office/drawing/2014/main" id="{9A50FE08-E5C7-47FD-8DFB-CE9B96E353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537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910" name="Rectangle 201">
              <a:extLst>
                <a:ext uri="{FF2B5EF4-FFF2-40B4-BE49-F238E27FC236}">
                  <a16:creationId xmlns:a16="http://schemas.microsoft.com/office/drawing/2014/main" id="{1076D029-7EE3-4330-A2E5-597D55F8C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7" y="3537"/>
              <a:ext cx="12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911" name="Line 202">
              <a:extLst>
                <a:ext uri="{FF2B5EF4-FFF2-40B4-BE49-F238E27FC236}">
                  <a16:creationId xmlns:a16="http://schemas.microsoft.com/office/drawing/2014/main" id="{C12D5E6A-F1DA-4E47-99FB-CB42D7A596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7" y="3537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912" name="Rectangle 203">
              <a:extLst>
                <a:ext uri="{FF2B5EF4-FFF2-40B4-BE49-F238E27FC236}">
                  <a16:creationId xmlns:a16="http://schemas.microsoft.com/office/drawing/2014/main" id="{AA758CD2-0D8D-4817-8886-F724C6188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" y="3818"/>
              <a:ext cx="37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1 1 1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13" name="Rectangle 204">
              <a:extLst>
                <a:ext uri="{FF2B5EF4-FFF2-40B4-BE49-F238E27FC236}">
                  <a16:creationId xmlns:a16="http://schemas.microsoft.com/office/drawing/2014/main" id="{A6D6FEE9-9062-4599-B860-95DBEF978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5" y="381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14" name="Rectangle 205">
              <a:extLst>
                <a:ext uri="{FF2B5EF4-FFF2-40B4-BE49-F238E27FC236}">
                  <a16:creationId xmlns:a16="http://schemas.microsoft.com/office/drawing/2014/main" id="{134F86E9-9EF5-4D2E-89C1-9CF45FE18B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1" y="3818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7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15" name="Rectangle 206">
              <a:extLst>
                <a:ext uri="{FF2B5EF4-FFF2-40B4-BE49-F238E27FC236}">
                  <a16:creationId xmlns:a16="http://schemas.microsoft.com/office/drawing/2014/main" id="{8F118D42-CFEE-4B3E-B274-48239EE1B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5" y="381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16" name="Rectangle 207">
              <a:extLst>
                <a:ext uri="{FF2B5EF4-FFF2-40B4-BE49-F238E27FC236}">
                  <a16:creationId xmlns:a16="http://schemas.microsoft.com/office/drawing/2014/main" id="{94575045-5B68-4B6C-94E4-0C8256CCE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3818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17" name="Rectangle 208">
              <a:extLst>
                <a:ext uri="{FF2B5EF4-FFF2-40B4-BE49-F238E27FC236}">
                  <a16:creationId xmlns:a16="http://schemas.microsoft.com/office/drawing/2014/main" id="{2DF54497-D8F5-465F-811D-040F7A0FD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1" y="381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18" name="Rectangle 209">
              <a:extLst>
                <a:ext uri="{FF2B5EF4-FFF2-40B4-BE49-F238E27FC236}">
                  <a16:creationId xmlns:a16="http://schemas.microsoft.com/office/drawing/2014/main" id="{C85D9785-B4C3-4649-85A8-589D93A14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6" y="3818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19" name="Rectangle 210">
              <a:extLst>
                <a:ext uri="{FF2B5EF4-FFF2-40B4-BE49-F238E27FC236}">
                  <a16:creationId xmlns:a16="http://schemas.microsoft.com/office/drawing/2014/main" id="{9E0F5F5C-E9B7-45C1-8329-F51B665B61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5" y="381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20" name="Rectangle 211">
              <a:extLst>
                <a:ext uri="{FF2B5EF4-FFF2-40B4-BE49-F238E27FC236}">
                  <a16:creationId xmlns:a16="http://schemas.microsoft.com/office/drawing/2014/main" id="{4E15CBD4-D55C-4FC1-96F1-525FC4C921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7" y="3818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21" name="Rectangle 212">
              <a:extLst>
                <a:ext uri="{FF2B5EF4-FFF2-40B4-BE49-F238E27FC236}">
                  <a16:creationId xmlns:a16="http://schemas.microsoft.com/office/drawing/2014/main" id="{0B27CADF-C82D-4760-9D91-9AB4949D2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381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22" name="Rectangle 213">
              <a:extLst>
                <a:ext uri="{FF2B5EF4-FFF2-40B4-BE49-F238E27FC236}">
                  <a16:creationId xmlns:a16="http://schemas.microsoft.com/office/drawing/2014/main" id="{CC9198A1-D9AB-45BF-971E-6869ACF7B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" y="3818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23" name="Rectangle 214">
              <a:extLst>
                <a:ext uri="{FF2B5EF4-FFF2-40B4-BE49-F238E27FC236}">
                  <a16:creationId xmlns:a16="http://schemas.microsoft.com/office/drawing/2014/main" id="{7293AC12-D381-4C72-ADF8-E027E7515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0" y="381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24" name="Rectangle 215">
              <a:extLst>
                <a:ext uri="{FF2B5EF4-FFF2-40B4-BE49-F238E27FC236}">
                  <a16:creationId xmlns:a16="http://schemas.microsoft.com/office/drawing/2014/main" id="{DB45FAB4-532C-4919-9050-893D1C077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" y="3818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25" name="Rectangle 216">
              <a:extLst>
                <a:ext uri="{FF2B5EF4-FFF2-40B4-BE49-F238E27FC236}">
                  <a16:creationId xmlns:a16="http://schemas.microsoft.com/office/drawing/2014/main" id="{0B450815-B04C-46E5-BADA-651013F325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0" y="381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26" name="Rectangle 217">
              <a:extLst>
                <a:ext uri="{FF2B5EF4-FFF2-40B4-BE49-F238E27FC236}">
                  <a16:creationId xmlns:a16="http://schemas.microsoft.com/office/drawing/2014/main" id="{98AA941F-4108-41C9-A9AB-9E8F4856D6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" y="3818"/>
              <a:ext cx="24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27" name="Rectangle 218">
              <a:extLst>
                <a:ext uri="{FF2B5EF4-FFF2-40B4-BE49-F238E27FC236}">
                  <a16:creationId xmlns:a16="http://schemas.microsoft.com/office/drawing/2014/main" id="{59C61162-1191-4C95-81FE-41FF1EDF54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381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28" name="Rectangle 219">
              <a:extLst>
                <a:ext uri="{FF2B5EF4-FFF2-40B4-BE49-F238E27FC236}">
                  <a16:creationId xmlns:a16="http://schemas.microsoft.com/office/drawing/2014/main" id="{837AD3CE-DF4A-4A51-9400-3766FCA64A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809"/>
              <a:ext cx="11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929" name="Line 220">
              <a:extLst>
                <a:ext uri="{FF2B5EF4-FFF2-40B4-BE49-F238E27FC236}">
                  <a16:creationId xmlns:a16="http://schemas.microsoft.com/office/drawing/2014/main" id="{58A3DD1E-10E1-48CD-B20E-C13CCA992F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809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930" name="Rectangle 221">
              <a:extLst>
                <a:ext uri="{FF2B5EF4-FFF2-40B4-BE49-F238E27FC236}">
                  <a16:creationId xmlns:a16="http://schemas.microsoft.com/office/drawing/2014/main" id="{D9C9FCBB-C807-4393-89F1-CC42D2AE64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7" y="3809"/>
              <a:ext cx="12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931" name="Line 222">
              <a:extLst>
                <a:ext uri="{FF2B5EF4-FFF2-40B4-BE49-F238E27FC236}">
                  <a16:creationId xmlns:a16="http://schemas.microsoft.com/office/drawing/2014/main" id="{59918F54-426A-4AA7-B0D0-28563032ED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7" y="3809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72708" name="Rectangle 223">
            <a:extLst>
              <a:ext uri="{FF2B5EF4-FFF2-40B4-BE49-F238E27FC236}">
                <a16:creationId xmlns:a16="http://schemas.microsoft.com/office/drawing/2014/main" id="{A01CFEEA-9D02-4C8E-868C-8631538CD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492875"/>
            <a:ext cx="769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CC"/>
              </a:buClr>
            </a:pPr>
            <a:r>
              <a:rPr lang="en-US" altLang="en-US" sz="2400" b="1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endParaRPr lang="en-US" altLang="en-US" sz="2800" b="1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72709" name="Rectangle 2">
            <a:extLst>
              <a:ext uri="{FF2B5EF4-FFF2-40B4-BE49-F238E27FC236}">
                <a16:creationId xmlns:a16="http://schemas.microsoft.com/office/drawing/2014/main" id="{742C248C-F32E-44F9-903D-2AF09475C8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Minterm Function Example</a:t>
            </a:r>
          </a:p>
        </p:txBody>
      </p:sp>
      <p:sp>
        <p:nvSpPr>
          <p:cNvPr id="72710" name="Rectangle 3">
            <a:extLst>
              <a:ext uri="{FF2B5EF4-FFF2-40B4-BE49-F238E27FC236}">
                <a16:creationId xmlns:a16="http://schemas.microsoft.com/office/drawing/2014/main" id="{BBF6392A-F0C3-4E56-B853-870A59AA51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97100" y="1320801"/>
            <a:ext cx="7937500" cy="5027613"/>
          </a:xfrm>
        </p:spPr>
        <p:txBody>
          <a:bodyPr/>
          <a:lstStyle/>
          <a:p>
            <a:r>
              <a:rPr lang="en-US" altLang="en-US" b="1">
                <a:cs typeface="Times New Roman" panose="02020603050405020304" pitchFamily="18" charset="0"/>
              </a:rPr>
              <a:t>Example:  Find F</a:t>
            </a:r>
            <a:r>
              <a:rPr lang="en-US" altLang="en-US" b="1" baseline="-16000">
                <a:cs typeface="Times New Roman" panose="02020603050405020304" pitchFamily="18" charset="0"/>
              </a:rPr>
              <a:t>1</a:t>
            </a:r>
            <a:r>
              <a:rPr lang="en-US" altLang="en-US" b="1">
                <a:cs typeface="Times New Roman" panose="02020603050405020304" pitchFamily="18" charset="0"/>
              </a:rPr>
              <a:t> = m</a:t>
            </a:r>
            <a:r>
              <a:rPr lang="en-US" altLang="en-US" b="1" baseline="-16000">
                <a:cs typeface="Times New Roman" panose="02020603050405020304" pitchFamily="18" charset="0"/>
              </a:rPr>
              <a:t>1</a:t>
            </a:r>
            <a:r>
              <a:rPr lang="en-US" altLang="en-US" b="1">
                <a:cs typeface="Times New Roman" panose="02020603050405020304" pitchFamily="18" charset="0"/>
              </a:rPr>
              <a:t> + m</a:t>
            </a:r>
            <a:r>
              <a:rPr lang="en-US" altLang="en-US" b="1" baseline="-16000">
                <a:cs typeface="Times New Roman" panose="02020603050405020304" pitchFamily="18" charset="0"/>
              </a:rPr>
              <a:t>4</a:t>
            </a:r>
            <a:r>
              <a:rPr lang="en-US" altLang="en-US" b="1">
                <a:cs typeface="Times New Roman" panose="02020603050405020304" pitchFamily="18" charset="0"/>
              </a:rPr>
              <a:t> + m</a:t>
            </a:r>
            <a:r>
              <a:rPr lang="en-US" altLang="en-US" b="1" baseline="-16000">
                <a:cs typeface="Times New Roman" panose="02020603050405020304" pitchFamily="18" charset="0"/>
              </a:rPr>
              <a:t>7 </a:t>
            </a:r>
          </a:p>
          <a:p>
            <a:r>
              <a:rPr lang="en-US" altLang="en-US" b="1">
                <a:cs typeface="Times New Roman" panose="02020603050405020304" pitchFamily="18" charset="0"/>
              </a:rPr>
              <a:t>F1 = x</a:t>
            </a:r>
            <a:r>
              <a:rPr lang="en-US" altLang="en-US" b="1"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en-US" b="1">
                <a:cs typeface="Times New Roman" panose="02020603050405020304" pitchFamily="18" charset="0"/>
              </a:rPr>
              <a:t>y  z + x  y </a:t>
            </a:r>
            <a:r>
              <a:rPr lang="en-US" altLang="en-US" b="1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>
                <a:cs typeface="Times New Roman" panose="02020603050405020304" pitchFamily="18" charset="0"/>
              </a:rPr>
              <a:t>z  + x  y  z</a:t>
            </a:r>
            <a:endParaRPr lang="en-US" altLang="en-US">
              <a:cs typeface="Times New Roman" panose="02020603050405020304" pitchFamily="18" charset="0"/>
            </a:endParaRPr>
          </a:p>
          <a:p>
            <a:endParaRPr lang="en-US" altLang="en-US"/>
          </a:p>
        </p:txBody>
      </p:sp>
      <p:sp>
        <p:nvSpPr>
          <p:cNvPr id="72711" name="Line 224">
            <a:extLst>
              <a:ext uri="{FF2B5EF4-FFF2-40B4-BE49-F238E27FC236}">
                <a16:creationId xmlns:a16="http://schemas.microsoft.com/office/drawing/2014/main" id="{F26C29DC-223C-4BF2-A975-D2F988CF27F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070100"/>
            <a:ext cx="266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12" name="Line 225">
            <a:extLst>
              <a:ext uri="{FF2B5EF4-FFF2-40B4-BE49-F238E27FC236}">
                <a16:creationId xmlns:a16="http://schemas.microsoft.com/office/drawing/2014/main" id="{BF868988-FF70-4CF0-BB62-C120DAF59BD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1600" y="2070100"/>
            <a:ext cx="266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13" name="Line 226">
            <a:extLst>
              <a:ext uri="{FF2B5EF4-FFF2-40B4-BE49-F238E27FC236}">
                <a16:creationId xmlns:a16="http://schemas.microsoft.com/office/drawing/2014/main" id="{175E7F90-4A3F-4792-9610-4D12782C0A7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8600" y="2070100"/>
            <a:ext cx="266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14" name="Line 227">
            <a:extLst>
              <a:ext uri="{FF2B5EF4-FFF2-40B4-BE49-F238E27FC236}">
                <a16:creationId xmlns:a16="http://schemas.microsoft.com/office/drawing/2014/main" id="{8EDBC64B-F3A6-449B-B67A-4DB77E1CBE9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2070100"/>
            <a:ext cx="266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0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0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3">
            <a:extLst>
              <a:ext uri="{FF2B5EF4-FFF2-40B4-BE49-F238E27FC236}">
                <a16:creationId xmlns:a16="http://schemas.microsoft.com/office/drawing/2014/main" id="{7FF5DEA7-2BBA-42C5-9E08-94F646BB21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AF8D993C-F0A3-4D4E-A535-AA1AB39C4804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9D7538ED-161F-401B-B8D2-A4D7F6F29F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838200"/>
          </a:xfrm>
        </p:spPr>
        <p:txBody>
          <a:bodyPr/>
          <a:lstStyle/>
          <a:p>
            <a:r>
              <a:rPr lang="en-US" altLang="en-US" b="1"/>
              <a:t>Minterm Function Example</a:t>
            </a:r>
          </a:p>
        </p:txBody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20BFAF77-86FD-4062-AD74-7BDF2B4DB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43138" y="1466850"/>
            <a:ext cx="7772400" cy="4724400"/>
          </a:xfrm>
        </p:spPr>
        <p:txBody>
          <a:bodyPr/>
          <a:lstStyle/>
          <a:p>
            <a:r>
              <a:rPr lang="en-US" altLang="en-US"/>
              <a:t> </a:t>
            </a:r>
            <a:r>
              <a:rPr lang="en-US" altLang="en-US" b="1"/>
              <a:t>F(A, B, C, D, E) = m</a:t>
            </a:r>
            <a:r>
              <a:rPr lang="en-US" altLang="en-US" b="1" baseline="-25000"/>
              <a:t>2</a:t>
            </a:r>
            <a:r>
              <a:rPr lang="en-US" altLang="en-US" b="1"/>
              <a:t> + m</a:t>
            </a:r>
            <a:r>
              <a:rPr lang="en-US" altLang="en-US" b="1" baseline="-25000"/>
              <a:t>9</a:t>
            </a:r>
            <a:r>
              <a:rPr lang="en-US" altLang="en-US" b="1"/>
              <a:t> + m</a:t>
            </a:r>
            <a:r>
              <a:rPr lang="en-US" altLang="en-US" b="1" baseline="-25000"/>
              <a:t>17 </a:t>
            </a:r>
            <a:r>
              <a:rPr lang="en-US" altLang="en-US" b="1"/>
              <a:t>+ m</a:t>
            </a:r>
            <a:r>
              <a:rPr lang="en-US" altLang="en-US" b="1" baseline="-25000"/>
              <a:t>23</a:t>
            </a:r>
          </a:p>
          <a:p>
            <a:r>
              <a:rPr lang="en-US" altLang="en-US" b="1"/>
              <a:t> F(A, B, C, D, E) =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3">
            <a:extLst>
              <a:ext uri="{FF2B5EF4-FFF2-40B4-BE49-F238E27FC236}">
                <a16:creationId xmlns:a16="http://schemas.microsoft.com/office/drawing/2014/main" id="{23F907AA-7CB9-4B63-9842-23DA98C3C2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06BA2BC4-4EAD-4E3B-8AED-AEC9A4F052E9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996700E3-1FAE-42A3-AA63-C35C02C732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Maxterm Function Example</a:t>
            </a:r>
          </a:p>
        </p:txBody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4D96E25C-B263-44DA-8187-58D8CBCDAC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2789" y="1235076"/>
            <a:ext cx="8123237" cy="20097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b="1">
                <a:cs typeface="Times New Roman" panose="02020603050405020304" pitchFamily="18" charset="0"/>
              </a:rPr>
              <a:t>Example:  Implement  F1 in maxterms:</a:t>
            </a:r>
            <a:endParaRPr lang="en-US" altLang="en-US" sz="280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>
                <a:cs typeface="Times New Roman" panose="02020603050405020304" pitchFamily="18" charset="0"/>
              </a:rPr>
              <a:t>    F</a:t>
            </a:r>
            <a:r>
              <a:rPr lang="en-US" altLang="en-US" sz="2800" b="1" baseline="-16000">
                <a:cs typeface="Times New Roman" panose="02020603050405020304" pitchFamily="18" charset="0"/>
              </a:rPr>
              <a:t>1</a:t>
            </a:r>
            <a:r>
              <a:rPr lang="en-US" altLang="en-US" sz="2800" b="1">
                <a:cs typeface="Times New Roman" panose="02020603050405020304" pitchFamily="18" charset="0"/>
              </a:rPr>
              <a:t> =      M</a:t>
            </a:r>
            <a:r>
              <a:rPr lang="en-US" altLang="en-US" sz="2800" b="1" baseline="-16000">
                <a:cs typeface="Times New Roman" panose="02020603050405020304" pitchFamily="18" charset="0"/>
              </a:rPr>
              <a:t>0</a:t>
            </a:r>
            <a:r>
              <a:rPr lang="en-US" altLang="en-US" sz="2800" b="1">
                <a:cs typeface="Times New Roman" panose="02020603050405020304" pitchFamily="18" charset="0"/>
              </a:rPr>
              <a:t>  </a:t>
            </a:r>
            <a:r>
              <a:rPr lang="en-US" altLang="en-US" sz="2800" b="1">
                <a:cs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en-US" altLang="en-US" sz="2800" b="1">
                <a:cs typeface="Times New Roman" panose="02020603050405020304" pitchFamily="18" charset="0"/>
              </a:rPr>
              <a:t>    M</a:t>
            </a:r>
            <a:r>
              <a:rPr lang="en-US" altLang="en-US" sz="2800" b="1" baseline="-16000">
                <a:cs typeface="Times New Roman" panose="02020603050405020304" pitchFamily="18" charset="0"/>
              </a:rPr>
              <a:t>2</a:t>
            </a:r>
            <a:r>
              <a:rPr lang="en-US" altLang="en-US" sz="2800" b="1">
                <a:cs typeface="Times New Roman" panose="02020603050405020304" pitchFamily="18" charset="0"/>
              </a:rPr>
              <a:t>    </a:t>
            </a:r>
            <a:r>
              <a:rPr lang="en-US" altLang="en-US" sz="2800" b="1">
                <a:cs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en-US" altLang="en-US" sz="2800" b="1">
                <a:cs typeface="Times New Roman" panose="02020603050405020304" pitchFamily="18" charset="0"/>
              </a:rPr>
              <a:t>     M</a:t>
            </a:r>
            <a:r>
              <a:rPr lang="en-US" altLang="en-US" sz="2800" b="1" baseline="-16000">
                <a:cs typeface="Times New Roman" panose="02020603050405020304" pitchFamily="18" charset="0"/>
              </a:rPr>
              <a:t>3</a:t>
            </a:r>
            <a:r>
              <a:rPr lang="en-US" altLang="en-US" sz="2800" b="1">
                <a:cs typeface="Times New Roman" panose="02020603050405020304" pitchFamily="18" charset="0"/>
              </a:rPr>
              <a:t>    </a:t>
            </a:r>
            <a:r>
              <a:rPr lang="en-US" altLang="en-US" sz="2800" b="1">
                <a:cs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en-US" altLang="en-US" sz="2800" b="1">
                <a:cs typeface="Times New Roman" panose="02020603050405020304" pitchFamily="18" charset="0"/>
              </a:rPr>
              <a:t>    M</a:t>
            </a:r>
            <a:r>
              <a:rPr lang="en-US" altLang="en-US" sz="2800" b="1" baseline="-16000">
                <a:cs typeface="Times New Roman" panose="02020603050405020304" pitchFamily="18" charset="0"/>
              </a:rPr>
              <a:t>5</a:t>
            </a:r>
            <a:r>
              <a:rPr lang="en-US" altLang="en-US" sz="2800" b="1">
                <a:cs typeface="Times New Roman" panose="02020603050405020304" pitchFamily="18" charset="0"/>
              </a:rPr>
              <a:t>    ·   M</a:t>
            </a:r>
            <a:r>
              <a:rPr lang="en-US" altLang="en-US" sz="2800" b="1" baseline="-16000">
                <a:cs typeface="Times New Roman" panose="02020603050405020304" pitchFamily="18" charset="0"/>
              </a:rPr>
              <a:t>6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/>
              <a:t> </a:t>
            </a:r>
          </a:p>
        </p:txBody>
      </p:sp>
      <p:grpSp>
        <p:nvGrpSpPr>
          <p:cNvPr id="76805" name="Group 269">
            <a:extLst>
              <a:ext uri="{FF2B5EF4-FFF2-40B4-BE49-F238E27FC236}">
                <a16:creationId xmlns:a16="http://schemas.microsoft.com/office/drawing/2014/main" id="{DFA7C74D-2BE3-495F-9DCF-C8D81A757D7D}"/>
              </a:ext>
            </a:extLst>
          </p:cNvPr>
          <p:cNvGrpSpPr>
            <a:grpSpLocks/>
          </p:cNvGrpSpPr>
          <p:nvPr/>
        </p:nvGrpSpPr>
        <p:grpSpPr bwMode="auto">
          <a:xfrm>
            <a:off x="2433639" y="2171700"/>
            <a:ext cx="5346699" cy="958850"/>
            <a:chOff x="573" y="1368"/>
            <a:chExt cx="3368" cy="604"/>
          </a:xfrm>
        </p:grpSpPr>
        <p:sp>
          <p:nvSpPr>
            <p:cNvPr id="77010" name="Line 209">
              <a:extLst>
                <a:ext uri="{FF2B5EF4-FFF2-40B4-BE49-F238E27FC236}">
                  <a16:creationId xmlns:a16="http://schemas.microsoft.com/office/drawing/2014/main" id="{F0E5E391-CBBA-461F-A174-3BBA19C2DF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6" y="1450"/>
              <a:ext cx="11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011" name="Line 210">
              <a:extLst>
                <a:ext uri="{FF2B5EF4-FFF2-40B4-BE49-F238E27FC236}">
                  <a16:creationId xmlns:a16="http://schemas.microsoft.com/office/drawing/2014/main" id="{64D7A776-5CB5-4917-98EC-BAC04105B8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4" y="1450"/>
              <a:ext cx="11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012" name="Line 211">
              <a:extLst>
                <a:ext uri="{FF2B5EF4-FFF2-40B4-BE49-F238E27FC236}">
                  <a16:creationId xmlns:a16="http://schemas.microsoft.com/office/drawing/2014/main" id="{32BEC4C3-E08A-416F-90F3-53FF9FE209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8" y="1450"/>
              <a:ext cx="9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013" name="Rectangle 212">
              <a:extLst>
                <a:ext uri="{FF2B5EF4-FFF2-40B4-BE49-F238E27FC236}">
                  <a16:creationId xmlns:a16="http://schemas.microsoft.com/office/drawing/2014/main" id="{516206F5-1E02-441F-BE08-2BDF0BF37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" y="1393"/>
              <a:ext cx="7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)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14" name="Rectangle 213">
              <a:extLst>
                <a:ext uri="{FF2B5EF4-FFF2-40B4-BE49-F238E27FC236}">
                  <a16:creationId xmlns:a16="http://schemas.microsoft.com/office/drawing/2014/main" id="{92E64FB5-EFF3-4C61-B330-C9AF84957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5" y="1393"/>
              <a:ext cx="10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z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15" name="Rectangle 214">
              <a:extLst>
                <a:ext uri="{FF2B5EF4-FFF2-40B4-BE49-F238E27FC236}">
                  <a16:creationId xmlns:a16="http://schemas.microsoft.com/office/drawing/2014/main" id="{45930260-303D-469A-AA00-2637148F8D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139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16" name="Rectangle 215">
              <a:extLst>
                <a:ext uri="{FF2B5EF4-FFF2-40B4-BE49-F238E27FC236}">
                  <a16:creationId xmlns:a16="http://schemas.microsoft.com/office/drawing/2014/main" id="{C581AA37-D1C3-4FD1-9C96-A289BC865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6" y="139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17" name="Rectangle 216">
              <a:extLst>
                <a:ext uri="{FF2B5EF4-FFF2-40B4-BE49-F238E27FC236}">
                  <a16:creationId xmlns:a16="http://schemas.microsoft.com/office/drawing/2014/main" id="{1CC64E71-4E0B-439B-9E14-ED49C6B67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4" y="1393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y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18" name="Rectangle 217">
              <a:extLst>
                <a:ext uri="{FF2B5EF4-FFF2-40B4-BE49-F238E27FC236}">
                  <a16:creationId xmlns:a16="http://schemas.microsoft.com/office/drawing/2014/main" id="{F32F499E-CF12-4AA9-9345-39B505F5E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8" y="139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19" name="Rectangle 218">
              <a:extLst>
                <a:ext uri="{FF2B5EF4-FFF2-40B4-BE49-F238E27FC236}">
                  <a16:creationId xmlns:a16="http://schemas.microsoft.com/office/drawing/2014/main" id="{82793F98-F99D-46C8-AF4D-72E2D871C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2" y="139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20" name="Rectangle 219">
              <a:extLst>
                <a:ext uri="{FF2B5EF4-FFF2-40B4-BE49-F238E27FC236}">
                  <a16:creationId xmlns:a16="http://schemas.microsoft.com/office/drawing/2014/main" id="{A403C535-72CD-40AF-AEAC-DE81023A2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8" y="1393"/>
              <a:ext cx="44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z)·(x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21" name="Rectangle 220">
              <a:extLst>
                <a:ext uri="{FF2B5EF4-FFF2-40B4-BE49-F238E27FC236}">
                  <a16:creationId xmlns:a16="http://schemas.microsoft.com/office/drawing/2014/main" id="{1069EE48-D097-4A43-B434-DD03FF752A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4" y="139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22" name="Rectangle 221">
              <a:extLst>
                <a:ext uri="{FF2B5EF4-FFF2-40B4-BE49-F238E27FC236}">
                  <a16:creationId xmlns:a16="http://schemas.microsoft.com/office/drawing/2014/main" id="{370A2D6F-83DD-43F2-A8F5-0EA9F9202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8" y="139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23" name="Rectangle 222">
              <a:extLst>
                <a:ext uri="{FF2B5EF4-FFF2-40B4-BE49-F238E27FC236}">
                  <a16:creationId xmlns:a16="http://schemas.microsoft.com/office/drawing/2014/main" id="{C95EE851-524B-459F-B7DC-B31FF4C45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6" y="1393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y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24" name="Rectangle 223">
              <a:extLst>
                <a:ext uri="{FF2B5EF4-FFF2-40B4-BE49-F238E27FC236}">
                  <a16:creationId xmlns:a16="http://schemas.microsoft.com/office/drawing/2014/main" id="{DB71F828-E904-4E9A-B100-8D8A7F2442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0" y="139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25" name="Rectangle 224">
              <a:extLst>
                <a:ext uri="{FF2B5EF4-FFF2-40B4-BE49-F238E27FC236}">
                  <a16:creationId xmlns:a16="http://schemas.microsoft.com/office/drawing/2014/main" id="{78EB3590-428A-47A2-8815-F37FD64A5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4" y="139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26" name="Rectangle 225">
              <a:extLst>
                <a:ext uri="{FF2B5EF4-FFF2-40B4-BE49-F238E27FC236}">
                  <a16:creationId xmlns:a16="http://schemas.microsoft.com/office/drawing/2014/main" id="{7EC6BEC6-49C0-4DA6-84C0-35DB877764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3" y="1393"/>
              <a:ext cx="26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·(x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27" name="Rectangle 226">
              <a:extLst>
                <a:ext uri="{FF2B5EF4-FFF2-40B4-BE49-F238E27FC236}">
                  <a16:creationId xmlns:a16="http://schemas.microsoft.com/office/drawing/2014/main" id="{A2B54D4F-5378-4560-B872-214E73EECA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6" y="139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28" name="Rectangle 227">
              <a:extLst>
                <a:ext uri="{FF2B5EF4-FFF2-40B4-BE49-F238E27FC236}">
                  <a16:creationId xmlns:a16="http://schemas.microsoft.com/office/drawing/2014/main" id="{E51C66F0-F25F-4C4B-9A8B-67D164B70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1" y="1393"/>
              <a:ext cx="1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z)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29" name="Rectangle 228">
              <a:extLst>
                <a:ext uri="{FF2B5EF4-FFF2-40B4-BE49-F238E27FC236}">
                  <a16:creationId xmlns:a16="http://schemas.microsoft.com/office/drawing/2014/main" id="{C29BA233-1939-43B6-8052-18F0F35B0D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7" y="139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30" name="Rectangle 229">
              <a:extLst>
                <a:ext uri="{FF2B5EF4-FFF2-40B4-BE49-F238E27FC236}">
                  <a16:creationId xmlns:a16="http://schemas.microsoft.com/office/drawing/2014/main" id="{03CF43D0-0214-4563-A3D3-3068C51992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1" y="139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31" name="Rectangle 230">
              <a:extLst>
                <a:ext uri="{FF2B5EF4-FFF2-40B4-BE49-F238E27FC236}">
                  <a16:creationId xmlns:a16="http://schemas.microsoft.com/office/drawing/2014/main" id="{E5836A5C-3943-44A6-9597-263AA2B4BA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3" y="1393"/>
              <a:ext cx="16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y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32" name="Rectangle 231">
              <a:extLst>
                <a:ext uri="{FF2B5EF4-FFF2-40B4-BE49-F238E27FC236}">
                  <a16:creationId xmlns:a16="http://schemas.microsoft.com/office/drawing/2014/main" id="{C480BB4E-D95B-46DF-B759-4C9508400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" y="139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33" name="Rectangle 232">
              <a:extLst>
                <a:ext uri="{FF2B5EF4-FFF2-40B4-BE49-F238E27FC236}">
                  <a16:creationId xmlns:a16="http://schemas.microsoft.com/office/drawing/2014/main" id="{FE007602-C9B0-46E0-A498-696598C10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" y="1393"/>
              <a:ext cx="18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(x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34" name="Rectangle 233">
              <a:extLst>
                <a:ext uri="{FF2B5EF4-FFF2-40B4-BE49-F238E27FC236}">
                  <a16:creationId xmlns:a16="http://schemas.microsoft.com/office/drawing/2014/main" id="{6F720E7C-ABC3-4A04-98C7-CD09E252E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" y="139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35" name="Rectangle 234">
              <a:extLst>
                <a:ext uri="{FF2B5EF4-FFF2-40B4-BE49-F238E27FC236}">
                  <a16:creationId xmlns:a16="http://schemas.microsoft.com/office/drawing/2014/main" id="{108FC8DA-A50F-46DF-8616-637774013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" y="139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36" name="Rectangle 235">
              <a:extLst>
                <a:ext uri="{FF2B5EF4-FFF2-40B4-BE49-F238E27FC236}">
                  <a16:creationId xmlns:a16="http://schemas.microsoft.com/office/drawing/2014/main" id="{68DC3FF2-B457-4388-B9DB-66C37B676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" y="1393"/>
              <a:ext cx="13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F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37" name="Rectangle 236">
              <a:extLst>
                <a:ext uri="{FF2B5EF4-FFF2-40B4-BE49-F238E27FC236}">
                  <a16:creationId xmlns:a16="http://schemas.microsoft.com/office/drawing/2014/main" id="{C122F0A2-F971-481F-8685-F59068CF8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" y="1479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00" b="1">
                  <a:solidFill>
                    <a:srgbClr val="000000"/>
                  </a:solidFill>
                </a:rPr>
                <a:t>1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38" name="Rectangle 237">
              <a:extLst>
                <a:ext uri="{FF2B5EF4-FFF2-40B4-BE49-F238E27FC236}">
                  <a16:creationId xmlns:a16="http://schemas.microsoft.com/office/drawing/2014/main" id="{2E40F2FB-CEE0-45B5-87D2-7FF844C4A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9" y="1368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39" name="Rectangle 238">
              <a:extLst>
                <a:ext uri="{FF2B5EF4-FFF2-40B4-BE49-F238E27FC236}">
                  <a16:creationId xmlns:a16="http://schemas.microsoft.com/office/drawing/2014/main" id="{ECA0CEA1-2199-4A10-BC4F-112BA5EB9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368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40" name="Rectangle 239">
              <a:extLst>
                <a:ext uri="{FF2B5EF4-FFF2-40B4-BE49-F238E27FC236}">
                  <a16:creationId xmlns:a16="http://schemas.microsoft.com/office/drawing/2014/main" id="{1873B7B7-8C64-4240-B131-00F3A65495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1" y="1368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41" name="Rectangle 240">
              <a:extLst>
                <a:ext uri="{FF2B5EF4-FFF2-40B4-BE49-F238E27FC236}">
                  <a16:creationId xmlns:a16="http://schemas.microsoft.com/office/drawing/2014/main" id="{9FB89A42-CD07-42FF-BD41-85E89E228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7" y="1368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42" name="Rectangle 241">
              <a:extLst>
                <a:ext uri="{FF2B5EF4-FFF2-40B4-BE49-F238E27FC236}">
                  <a16:creationId xmlns:a16="http://schemas.microsoft.com/office/drawing/2014/main" id="{A9D1FB6F-07BC-4AB1-9CEC-D73EF9841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4" y="1368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43" name="Rectangle 242">
              <a:extLst>
                <a:ext uri="{FF2B5EF4-FFF2-40B4-BE49-F238E27FC236}">
                  <a16:creationId xmlns:a16="http://schemas.microsoft.com/office/drawing/2014/main" id="{515C4A96-DACD-40D6-9475-5A8E8997B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0" y="1368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44" name="Rectangle 243">
              <a:extLst>
                <a:ext uri="{FF2B5EF4-FFF2-40B4-BE49-F238E27FC236}">
                  <a16:creationId xmlns:a16="http://schemas.microsoft.com/office/drawing/2014/main" id="{F505E651-0078-439D-B681-90BC8157C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4" y="1368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45" name="Line 244">
              <a:extLst>
                <a:ext uri="{FF2B5EF4-FFF2-40B4-BE49-F238E27FC236}">
                  <a16:creationId xmlns:a16="http://schemas.microsoft.com/office/drawing/2014/main" id="{F0A2A064-ED36-4E28-80BA-141B58CC73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1" y="1758"/>
              <a:ext cx="104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046" name="Line 245">
              <a:extLst>
                <a:ext uri="{FF2B5EF4-FFF2-40B4-BE49-F238E27FC236}">
                  <a16:creationId xmlns:a16="http://schemas.microsoft.com/office/drawing/2014/main" id="{F074D569-C067-48D7-A4C6-3F9C4979B8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1" y="1758"/>
              <a:ext cx="93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047" name="Line 246">
              <a:extLst>
                <a:ext uri="{FF2B5EF4-FFF2-40B4-BE49-F238E27FC236}">
                  <a16:creationId xmlns:a16="http://schemas.microsoft.com/office/drawing/2014/main" id="{97D28AF6-4241-4DEC-9916-F14DB776CB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1" y="1758"/>
              <a:ext cx="103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048" name="Line 247">
              <a:extLst>
                <a:ext uri="{FF2B5EF4-FFF2-40B4-BE49-F238E27FC236}">
                  <a16:creationId xmlns:a16="http://schemas.microsoft.com/office/drawing/2014/main" id="{565BB91F-39CC-40F2-A89F-935A9866A0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6" y="1758"/>
              <a:ext cx="11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049" name="Rectangle 248">
              <a:extLst>
                <a:ext uri="{FF2B5EF4-FFF2-40B4-BE49-F238E27FC236}">
                  <a16:creationId xmlns:a16="http://schemas.microsoft.com/office/drawing/2014/main" id="{51DEE647-8835-4DCD-9258-9642A682D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" y="1701"/>
              <a:ext cx="1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z)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50" name="Rectangle 249">
              <a:extLst>
                <a:ext uri="{FF2B5EF4-FFF2-40B4-BE49-F238E27FC236}">
                  <a16:creationId xmlns:a16="http://schemas.microsoft.com/office/drawing/2014/main" id="{C3C0AF26-4F7E-4534-8100-85E6FDCD41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5" y="1701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51" name="Rectangle 250">
              <a:extLst>
                <a:ext uri="{FF2B5EF4-FFF2-40B4-BE49-F238E27FC236}">
                  <a16:creationId xmlns:a16="http://schemas.microsoft.com/office/drawing/2014/main" id="{464817EF-3A4E-494D-A646-4001B8BA9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8" y="1701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52" name="Rectangle 251">
              <a:extLst>
                <a:ext uri="{FF2B5EF4-FFF2-40B4-BE49-F238E27FC236}">
                  <a16:creationId xmlns:a16="http://schemas.microsoft.com/office/drawing/2014/main" id="{D0008DEB-153F-4E3E-B97F-1C8E81CD7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6" y="1701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y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53" name="Rectangle 252">
              <a:extLst>
                <a:ext uri="{FF2B5EF4-FFF2-40B4-BE49-F238E27FC236}">
                  <a16:creationId xmlns:a16="http://schemas.microsoft.com/office/drawing/2014/main" id="{9267F4E6-D201-44B5-BF20-CD75472DA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0" y="1701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54" name="Rectangle 253">
              <a:extLst>
                <a:ext uri="{FF2B5EF4-FFF2-40B4-BE49-F238E27FC236}">
                  <a16:creationId xmlns:a16="http://schemas.microsoft.com/office/drawing/2014/main" id="{891AE8B8-8CD7-4F37-8840-6D3B0BFDA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4" y="1701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55" name="Rectangle 254">
              <a:extLst>
                <a:ext uri="{FF2B5EF4-FFF2-40B4-BE49-F238E27FC236}">
                  <a16:creationId xmlns:a16="http://schemas.microsoft.com/office/drawing/2014/main" id="{844443C3-231E-48C6-BC3D-908BED8683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5" y="1701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x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56" name="Rectangle 255">
              <a:extLst>
                <a:ext uri="{FF2B5EF4-FFF2-40B4-BE49-F238E27FC236}">
                  <a16:creationId xmlns:a16="http://schemas.microsoft.com/office/drawing/2014/main" id="{21541F98-83D6-442C-8E83-9C8B72456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9" y="1701"/>
              <a:ext cx="22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)·(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57" name="Rectangle 256">
              <a:extLst>
                <a:ext uri="{FF2B5EF4-FFF2-40B4-BE49-F238E27FC236}">
                  <a16:creationId xmlns:a16="http://schemas.microsoft.com/office/drawing/2014/main" id="{3299041A-906E-484C-A9FA-06829533A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9" y="1701"/>
              <a:ext cx="10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z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58" name="Rectangle 257">
              <a:extLst>
                <a:ext uri="{FF2B5EF4-FFF2-40B4-BE49-F238E27FC236}">
                  <a16:creationId xmlns:a16="http://schemas.microsoft.com/office/drawing/2014/main" id="{E264F749-A335-4FB5-843E-DCF7921B5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5" y="1701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59" name="Rectangle 258">
              <a:extLst>
                <a:ext uri="{FF2B5EF4-FFF2-40B4-BE49-F238E27FC236}">
                  <a16:creationId xmlns:a16="http://schemas.microsoft.com/office/drawing/2014/main" id="{5BF6B458-E534-4325-B5BA-96C1C46CD2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9" y="1701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60" name="Rectangle 259">
              <a:extLst>
                <a:ext uri="{FF2B5EF4-FFF2-40B4-BE49-F238E27FC236}">
                  <a16:creationId xmlns:a16="http://schemas.microsoft.com/office/drawing/2014/main" id="{27A22FDA-5C32-4A22-9356-7F3768BD27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1" y="1701"/>
              <a:ext cx="16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y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61" name="Rectangle 260">
              <a:extLst>
                <a:ext uri="{FF2B5EF4-FFF2-40B4-BE49-F238E27FC236}">
                  <a16:creationId xmlns:a16="http://schemas.microsoft.com/office/drawing/2014/main" id="{988965E6-2906-4208-85E5-B5A10E367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" y="1701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62" name="Rectangle 261">
              <a:extLst>
                <a:ext uri="{FF2B5EF4-FFF2-40B4-BE49-F238E27FC236}">
                  <a16:creationId xmlns:a16="http://schemas.microsoft.com/office/drawing/2014/main" id="{A1845233-9B51-4983-B1BE-8A5E2EC3D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" y="1701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x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63" name="Rectangle 262">
              <a:extLst>
                <a:ext uri="{FF2B5EF4-FFF2-40B4-BE49-F238E27FC236}">
                  <a16:creationId xmlns:a16="http://schemas.microsoft.com/office/drawing/2014/main" id="{BD3A47F9-4146-4057-B848-01D924586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1701"/>
              <a:ext cx="15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·(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64" name="Rectangle 263">
              <a:extLst>
                <a:ext uri="{FF2B5EF4-FFF2-40B4-BE49-F238E27FC236}">
                  <a16:creationId xmlns:a16="http://schemas.microsoft.com/office/drawing/2014/main" id="{1C9F8386-F6CC-4B7E-9FD6-31966796D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2" y="1676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65" name="Rectangle 264">
              <a:extLst>
                <a:ext uri="{FF2B5EF4-FFF2-40B4-BE49-F238E27FC236}">
                  <a16:creationId xmlns:a16="http://schemas.microsoft.com/office/drawing/2014/main" id="{AB6F4F09-9CBA-4BDC-B92E-3E24136C6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7" y="1676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66" name="Rectangle 265">
              <a:extLst>
                <a:ext uri="{FF2B5EF4-FFF2-40B4-BE49-F238E27FC236}">
                  <a16:creationId xmlns:a16="http://schemas.microsoft.com/office/drawing/2014/main" id="{73E82ABB-7B30-4C8B-A62D-0120A3E93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2" y="1676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67" name="Rectangle 266">
              <a:extLst>
                <a:ext uri="{FF2B5EF4-FFF2-40B4-BE49-F238E27FC236}">
                  <a16:creationId xmlns:a16="http://schemas.microsoft.com/office/drawing/2014/main" id="{13739002-2372-4DBA-B1D7-DAA04B9D7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8" y="1676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sp>
        <p:nvSpPr>
          <p:cNvPr id="76806" name="Rectangle 180">
            <a:extLst>
              <a:ext uri="{FF2B5EF4-FFF2-40B4-BE49-F238E27FC236}">
                <a16:creationId xmlns:a16="http://schemas.microsoft.com/office/drawing/2014/main" id="{C2FAAFFE-1EC7-47EC-94EE-26FB0184D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713" y="6492875"/>
            <a:ext cx="769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CC"/>
              </a:buClr>
            </a:pPr>
            <a:r>
              <a:rPr lang="en-US" altLang="en-US" sz="2400" b="1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endParaRPr lang="en-US" altLang="en-US" sz="2800" b="1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284939" name="Group 267">
            <a:extLst>
              <a:ext uri="{FF2B5EF4-FFF2-40B4-BE49-F238E27FC236}">
                <a16:creationId xmlns:a16="http://schemas.microsoft.com/office/drawing/2014/main" id="{0819632E-17FB-4429-8F02-604B06810890}"/>
              </a:ext>
            </a:extLst>
          </p:cNvPr>
          <p:cNvGrpSpPr>
            <a:grpSpLocks/>
          </p:cNvGrpSpPr>
          <p:nvPr/>
        </p:nvGrpSpPr>
        <p:grpSpPr bwMode="auto">
          <a:xfrm>
            <a:off x="4433889" y="3068639"/>
            <a:ext cx="5318125" cy="3414713"/>
            <a:chOff x="1144" y="1942"/>
            <a:chExt cx="3350" cy="2151"/>
          </a:xfrm>
        </p:grpSpPr>
        <p:sp>
          <p:nvSpPr>
            <p:cNvPr id="76808" name="Rectangle 6">
              <a:extLst>
                <a:ext uri="{FF2B5EF4-FFF2-40B4-BE49-F238E27FC236}">
                  <a16:creationId xmlns:a16="http://schemas.microsoft.com/office/drawing/2014/main" id="{F7F32593-0E2D-4A71-A072-5A67A24B0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9" y="2187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09" name="Rectangle 7">
              <a:extLst>
                <a:ext uri="{FF2B5EF4-FFF2-40B4-BE49-F238E27FC236}">
                  <a16:creationId xmlns:a16="http://schemas.microsoft.com/office/drawing/2014/main" id="{E01056A0-A31A-46D6-A178-74162A0536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2" y="2206"/>
              <a:ext cx="14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10" name="Rectangle 8">
              <a:extLst>
                <a:ext uri="{FF2B5EF4-FFF2-40B4-BE49-F238E27FC236}">
                  <a16:creationId xmlns:a16="http://schemas.microsoft.com/office/drawing/2014/main" id="{4E0DA7CD-9FEE-4F53-AF0D-5286A3303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1" y="1951"/>
              <a:ext cx="37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x y z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11" name="Rectangle 9">
              <a:extLst>
                <a:ext uri="{FF2B5EF4-FFF2-40B4-BE49-F238E27FC236}">
                  <a16:creationId xmlns:a16="http://schemas.microsoft.com/office/drawing/2014/main" id="{ECC76340-E5B4-4A76-B38A-CB544556AB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1" y="1951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12" name="Rectangle 10">
              <a:extLst>
                <a:ext uri="{FF2B5EF4-FFF2-40B4-BE49-F238E27FC236}">
                  <a16:creationId xmlns:a16="http://schemas.microsoft.com/office/drawing/2014/main" id="{A5FAE285-97F4-45CE-893A-74B891C54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7" y="1951"/>
              <a:ext cx="5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i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13" name="Rectangle 11">
              <a:extLst>
                <a:ext uri="{FF2B5EF4-FFF2-40B4-BE49-F238E27FC236}">
                  <a16:creationId xmlns:a16="http://schemas.microsoft.com/office/drawing/2014/main" id="{1F90730E-1F08-4D75-8EBF-642239E1E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4" y="1951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14" name="Rectangle 12">
              <a:extLst>
                <a:ext uri="{FF2B5EF4-FFF2-40B4-BE49-F238E27FC236}">
                  <a16:creationId xmlns:a16="http://schemas.microsoft.com/office/drawing/2014/main" id="{9E44DCF2-810E-4FBF-B899-4278DF0A0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5" y="1958"/>
              <a:ext cx="24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r>
                <a:rPr lang="en-US" altLang="en-US" sz="2400" b="1" baseline="-16000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6815" name="Rectangle 13">
              <a:extLst>
                <a:ext uri="{FF2B5EF4-FFF2-40B4-BE49-F238E27FC236}">
                  <a16:creationId xmlns:a16="http://schemas.microsoft.com/office/drawing/2014/main" id="{7763445A-E8B0-4B81-BFA8-3F6588C58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9" y="1942"/>
              <a:ext cx="4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latin typeface="Symbol" panose="05050102010706020507" pitchFamily="18" charset="2"/>
                  <a:cs typeface="Times New Roman" panose="02020603050405020304" pitchFamily="18" charset="0"/>
                  <a:sym typeface="Symbol" panose="05050102010706020507" pitchFamily="18" charset="2"/>
                </a:rPr>
                <a:t>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16" name="Rectangle 14">
              <a:extLst>
                <a:ext uri="{FF2B5EF4-FFF2-40B4-BE49-F238E27FC236}">
                  <a16:creationId xmlns:a16="http://schemas.microsoft.com/office/drawing/2014/main" id="{56250CAC-1B19-4DDF-8591-6654281F1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4" y="1958"/>
              <a:ext cx="24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r>
                <a:rPr lang="en-US" altLang="en-US" sz="2400" b="1" baseline="-16000">
                  <a:solidFill>
                    <a:srgbClr val="000000"/>
                  </a:solidFill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76817" name="Rectangle 15">
              <a:extLst>
                <a:ext uri="{FF2B5EF4-FFF2-40B4-BE49-F238E27FC236}">
                  <a16:creationId xmlns:a16="http://schemas.microsoft.com/office/drawing/2014/main" id="{E25AF0C1-E958-4FD4-8CD7-51EC523FCA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" y="1942"/>
              <a:ext cx="4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latin typeface="Symbol" panose="05050102010706020507" pitchFamily="18" charset="2"/>
                  <a:cs typeface="Times New Roman" panose="02020603050405020304" pitchFamily="18" charset="0"/>
                  <a:sym typeface="Symbol" panose="05050102010706020507" pitchFamily="18" charset="2"/>
                </a:rPr>
                <a:t>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18" name="Rectangle 16">
              <a:extLst>
                <a:ext uri="{FF2B5EF4-FFF2-40B4-BE49-F238E27FC236}">
                  <a16:creationId xmlns:a16="http://schemas.microsoft.com/office/drawing/2014/main" id="{E12EA36C-C900-47C4-B14D-5FB01776E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2" y="1958"/>
              <a:ext cx="24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r>
                <a:rPr lang="en-US" altLang="en-US" sz="2400" b="1" baseline="-16000">
                  <a:solidFill>
                    <a:srgbClr val="000000"/>
                  </a:solidFill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76819" name="Rectangle 17">
              <a:extLst>
                <a:ext uri="{FF2B5EF4-FFF2-40B4-BE49-F238E27FC236}">
                  <a16:creationId xmlns:a16="http://schemas.microsoft.com/office/drawing/2014/main" id="{62696FFC-CE1A-4978-B8BB-C838177F1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" y="1942"/>
              <a:ext cx="4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latin typeface="Symbol" panose="05050102010706020507" pitchFamily="18" charset="2"/>
                  <a:cs typeface="Times New Roman" panose="02020603050405020304" pitchFamily="18" charset="0"/>
                  <a:sym typeface="Symbol" panose="05050102010706020507" pitchFamily="18" charset="2"/>
                </a:rPr>
                <a:t>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20" name="Rectangle 18">
              <a:extLst>
                <a:ext uri="{FF2B5EF4-FFF2-40B4-BE49-F238E27FC236}">
                  <a16:creationId xmlns:a16="http://schemas.microsoft.com/office/drawing/2014/main" id="{B27D3940-9D73-4421-9FF8-E7CF926BF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1" y="1958"/>
              <a:ext cx="24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r>
                <a:rPr lang="en-US" altLang="en-US" sz="2400" b="1" baseline="-16000">
                  <a:solidFill>
                    <a:srgbClr val="000000"/>
                  </a:solidFill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76821" name="Rectangle 19">
              <a:extLst>
                <a:ext uri="{FF2B5EF4-FFF2-40B4-BE49-F238E27FC236}">
                  <a16:creationId xmlns:a16="http://schemas.microsoft.com/office/drawing/2014/main" id="{436C6F4F-EB0E-44EA-88C7-6D4B87946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5" y="1942"/>
              <a:ext cx="4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latin typeface="Symbol" panose="05050102010706020507" pitchFamily="18" charset="2"/>
                  <a:cs typeface="Times New Roman" panose="02020603050405020304" pitchFamily="18" charset="0"/>
                  <a:sym typeface="Symbol" panose="05050102010706020507" pitchFamily="18" charset="2"/>
                </a:rPr>
                <a:t>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22" name="Rectangle 20">
              <a:extLst>
                <a:ext uri="{FF2B5EF4-FFF2-40B4-BE49-F238E27FC236}">
                  <a16:creationId xmlns:a16="http://schemas.microsoft.com/office/drawing/2014/main" id="{B39CF972-A185-4300-BFA1-8100DFA93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9" y="1958"/>
              <a:ext cx="24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r>
                <a:rPr lang="en-US" altLang="en-US" sz="2400" b="1" baseline="-16000">
                  <a:solidFill>
                    <a:srgbClr val="000000"/>
                  </a:solidFill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76823" name="Rectangle 21">
              <a:extLst>
                <a:ext uri="{FF2B5EF4-FFF2-40B4-BE49-F238E27FC236}">
                  <a16:creationId xmlns:a16="http://schemas.microsoft.com/office/drawing/2014/main" id="{236B2DD8-4828-4A3F-BE72-6F1CD1949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2" y="1951"/>
              <a:ext cx="37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F1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24" name="Rectangle 22">
              <a:extLst>
                <a:ext uri="{FF2B5EF4-FFF2-40B4-BE49-F238E27FC236}">
                  <a16:creationId xmlns:a16="http://schemas.microsoft.com/office/drawing/2014/main" id="{763FC10D-B6A3-4FB5-AF35-4EE15780F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6" y="1951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25" name="Rectangle 23">
              <a:extLst>
                <a:ext uri="{FF2B5EF4-FFF2-40B4-BE49-F238E27FC236}">
                  <a16:creationId xmlns:a16="http://schemas.microsoft.com/office/drawing/2014/main" id="{256EF1FA-A9D5-48FB-86B9-A30D9AB27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0" y="1942"/>
              <a:ext cx="11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26" name="Line 24">
              <a:extLst>
                <a:ext uri="{FF2B5EF4-FFF2-40B4-BE49-F238E27FC236}">
                  <a16:creationId xmlns:a16="http://schemas.microsoft.com/office/drawing/2014/main" id="{0EAC2B04-FD61-4E93-93FE-13C1285B64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1942"/>
              <a:ext cx="1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27" name="Rectangle 25">
              <a:extLst>
                <a:ext uri="{FF2B5EF4-FFF2-40B4-BE49-F238E27FC236}">
                  <a16:creationId xmlns:a16="http://schemas.microsoft.com/office/drawing/2014/main" id="{36A0ED11-650E-41C3-81BB-78E307DFE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0" y="1942"/>
              <a:ext cx="11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28" name="Line 26">
              <a:extLst>
                <a:ext uri="{FF2B5EF4-FFF2-40B4-BE49-F238E27FC236}">
                  <a16:creationId xmlns:a16="http://schemas.microsoft.com/office/drawing/2014/main" id="{16818348-70A9-4DCA-A4F7-2DCB1D4A21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0" y="1942"/>
              <a:ext cx="1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29" name="Rectangle 27">
              <a:extLst>
                <a:ext uri="{FF2B5EF4-FFF2-40B4-BE49-F238E27FC236}">
                  <a16:creationId xmlns:a16="http://schemas.microsoft.com/office/drawing/2014/main" id="{1DF043F3-CCA3-48B0-9740-4B24B557A2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7" y="2199"/>
              <a:ext cx="38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0 0 0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30" name="Rectangle 28">
              <a:extLst>
                <a:ext uri="{FF2B5EF4-FFF2-40B4-BE49-F238E27FC236}">
                  <a16:creationId xmlns:a16="http://schemas.microsoft.com/office/drawing/2014/main" id="{EE035168-FA64-4580-B630-84C5731B2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2199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31" name="Rectangle 29">
              <a:extLst>
                <a:ext uri="{FF2B5EF4-FFF2-40B4-BE49-F238E27FC236}">
                  <a16:creationId xmlns:a16="http://schemas.microsoft.com/office/drawing/2014/main" id="{15971A9A-E6BD-46CC-A722-D79E6D892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4" y="2199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32" name="Rectangle 30">
              <a:extLst>
                <a:ext uri="{FF2B5EF4-FFF2-40B4-BE49-F238E27FC236}">
                  <a16:creationId xmlns:a16="http://schemas.microsoft.com/office/drawing/2014/main" id="{230C9351-89DF-4285-A425-9EB795151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6" y="2199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33" name="Rectangle 31">
              <a:extLst>
                <a:ext uri="{FF2B5EF4-FFF2-40B4-BE49-F238E27FC236}">
                  <a16:creationId xmlns:a16="http://schemas.microsoft.com/office/drawing/2014/main" id="{328E0D6D-05E0-4587-A1BD-2E63281CF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4" y="2206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34" name="Rectangle 32">
              <a:extLst>
                <a:ext uri="{FF2B5EF4-FFF2-40B4-BE49-F238E27FC236}">
                  <a16:creationId xmlns:a16="http://schemas.microsoft.com/office/drawing/2014/main" id="{3BF8B938-C12B-407D-B7CF-DA8B372E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" y="2206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35" name="Rectangle 33">
              <a:extLst>
                <a:ext uri="{FF2B5EF4-FFF2-40B4-BE49-F238E27FC236}">
                  <a16:creationId xmlns:a16="http://schemas.microsoft.com/office/drawing/2014/main" id="{8EC32B05-7E58-4453-9BD1-EC2C9744E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1" y="2206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36" name="Rectangle 34">
              <a:extLst>
                <a:ext uri="{FF2B5EF4-FFF2-40B4-BE49-F238E27FC236}">
                  <a16:creationId xmlns:a16="http://schemas.microsoft.com/office/drawing/2014/main" id="{596A6573-74A4-472C-9D4B-B6D717E02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" y="2206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37" name="Rectangle 35">
              <a:extLst>
                <a:ext uri="{FF2B5EF4-FFF2-40B4-BE49-F238E27FC236}">
                  <a16:creationId xmlns:a16="http://schemas.microsoft.com/office/drawing/2014/main" id="{40BA4931-E7CC-4440-9E11-9CB6DBFE4D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2206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38" name="Rectangle 36">
              <a:extLst>
                <a:ext uri="{FF2B5EF4-FFF2-40B4-BE49-F238E27FC236}">
                  <a16:creationId xmlns:a16="http://schemas.microsoft.com/office/drawing/2014/main" id="{0A4942AD-5F82-44E6-A733-BD2D7B883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" y="2199"/>
              <a:ext cx="25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39" name="Rectangle 37">
              <a:extLst>
                <a:ext uri="{FF2B5EF4-FFF2-40B4-BE49-F238E27FC236}">
                  <a16:creationId xmlns:a16="http://schemas.microsoft.com/office/drawing/2014/main" id="{B9036A16-4A22-458A-87E1-0413DDBEC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" y="2199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40" name="Rectangle 38">
              <a:extLst>
                <a:ext uri="{FF2B5EF4-FFF2-40B4-BE49-F238E27FC236}">
                  <a16:creationId xmlns:a16="http://schemas.microsoft.com/office/drawing/2014/main" id="{6BADF804-ED62-48CF-91CE-3AD3E3986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" y="2180"/>
              <a:ext cx="566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41" name="Line 39">
              <a:extLst>
                <a:ext uri="{FF2B5EF4-FFF2-40B4-BE49-F238E27FC236}">
                  <a16:creationId xmlns:a16="http://schemas.microsoft.com/office/drawing/2014/main" id="{1BD67909-B0BA-44EA-BB94-BE22865E57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4" y="2180"/>
              <a:ext cx="56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42" name="Rectangle 40">
              <a:extLst>
                <a:ext uri="{FF2B5EF4-FFF2-40B4-BE49-F238E27FC236}">
                  <a16:creationId xmlns:a16="http://schemas.microsoft.com/office/drawing/2014/main" id="{6CBD722D-3DD6-4D63-9CAA-007D2B0A0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0" y="2180"/>
              <a:ext cx="11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43" name="Line 41">
              <a:extLst>
                <a:ext uri="{FF2B5EF4-FFF2-40B4-BE49-F238E27FC236}">
                  <a16:creationId xmlns:a16="http://schemas.microsoft.com/office/drawing/2014/main" id="{42D45CFB-14F7-47C8-B411-E77DF96196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2180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44" name="Line 42">
              <a:extLst>
                <a:ext uri="{FF2B5EF4-FFF2-40B4-BE49-F238E27FC236}">
                  <a16:creationId xmlns:a16="http://schemas.microsoft.com/office/drawing/2014/main" id="{97563987-256D-489E-B834-9440E33595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2180"/>
              <a:ext cx="1" cy="1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45" name="Rectangle 43">
              <a:extLst>
                <a:ext uri="{FF2B5EF4-FFF2-40B4-BE49-F238E27FC236}">
                  <a16:creationId xmlns:a16="http://schemas.microsoft.com/office/drawing/2014/main" id="{2FE2C073-9DB8-4C5C-B2CA-EB8E95D86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1" y="2180"/>
              <a:ext cx="389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46" name="Line 44">
              <a:extLst>
                <a:ext uri="{FF2B5EF4-FFF2-40B4-BE49-F238E27FC236}">
                  <a16:creationId xmlns:a16="http://schemas.microsoft.com/office/drawing/2014/main" id="{BED478B2-3CED-4FC2-A846-67E50236F6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1" y="2180"/>
              <a:ext cx="38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47" name="Rectangle 45">
              <a:extLst>
                <a:ext uri="{FF2B5EF4-FFF2-40B4-BE49-F238E27FC236}">
                  <a16:creationId xmlns:a16="http://schemas.microsoft.com/office/drawing/2014/main" id="{8C541B92-2FDF-4CB7-9BA5-B40061E8E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0" y="2180"/>
              <a:ext cx="11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48" name="Line 46">
              <a:extLst>
                <a:ext uri="{FF2B5EF4-FFF2-40B4-BE49-F238E27FC236}">
                  <a16:creationId xmlns:a16="http://schemas.microsoft.com/office/drawing/2014/main" id="{4213B67A-2427-476E-9E4D-F1FCD61C9B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0" y="2180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49" name="Line 47">
              <a:extLst>
                <a:ext uri="{FF2B5EF4-FFF2-40B4-BE49-F238E27FC236}">
                  <a16:creationId xmlns:a16="http://schemas.microsoft.com/office/drawing/2014/main" id="{1D7786F4-2EAE-40C9-B227-4A8521F1CD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0" y="2180"/>
              <a:ext cx="1" cy="1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50" name="Rectangle 48">
              <a:extLst>
                <a:ext uri="{FF2B5EF4-FFF2-40B4-BE49-F238E27FC236}">
                  <a16:creationId xmlns:a16="http://schemas.microsoft.com/office/drawing/2014/main" id="{3A29DA3F-0E42-4BF2-A621-16E530E833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1" y="2180"/>
              <a:ext cx="1876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51" name="Line 49">
              <a:extLst>
                <a:ext uri="{FF2B5EF4-FFF2-40B4-BE49-F238E27FC236}">
                  <a16:creationId xmlns:a16="http://schemas.microsoft.com/office/drawing/2014/main" id="{3F288389-662F-4306-A412-50381DB19E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1" y="2180"/>
              <a:ext cx="187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52" name="Rectangle 50">
              <a:extLst>
                <a:ext uri="{FF2B5EF4-FFF2-40B4-BE49-F238E27FC236}">
                  <a16:creationId xmlns:a16="http://schemas.microsoft.com/office/drawing/2014/main" id="{B060ADB5-908F-439E-AC4F-0EDF6C574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7" y="2180"/>
              <a:ext cx="12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53" name="Line 51">
              <a:extLst>
                <a:ext uri="{FF2B5EF4-FFF2-40B4-BE49-F238E27FC236}">
                  <a16:creationId xmlns:a16="http://schemas.microsoft.com/office/drawing/2014/main" id="{8162758A-30EF-4E42-AE3B-FCBDFF33E7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7" y="2180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54" name="Line 52">
              <a:extLst>
                <a:ext uri="{FF2B5EF4-FFF2-40B4-BE49-F238E27FC236}">
                  <a16:creationId xmlns:a16="http://schemas.microsoft.com/office/drawing/2014/main" id="{A29FF959-DD1E-48B8-8F61-6A4DE3151C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7" y="2180"/>
              <a:ext cx="1" cy="1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55" name="Rectangle 53">
              <a:extLst>
                <a:ext uri="{FF2B5EF4-FFF2-40B4-BE49-F238E27FC236}">
                  <a16:creationId xmlns:a16="http://schemas.microsoft.com/office/drawing/2014/main" id="{E0A0CE55-62DF-4C05-9E5A-D6E4FE014C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9" y="2180"/>
              <a:ext cx="484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56" name="Line 54">
              <a:extLst>
                <a:ext uri="{FF2B5EF4-FFF2-40B4-BE49-F238E27FC236}">
                  <a16:creationId xmlns:a16="http://schemas.microsoft.com/office/drawing/2014/main" id="{71126157-6D90-4D78-A505-1F0AB7E3DF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9" y="2180"/>
              <a:ext cx="48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57" name="Rectangle 55">
              <a:extLst>
                <a:ext uri="{FF2B5EF4-FFF2-40B4-BE49-F238E27FC236}">
                  <a16:creationId xmlns:a16="http://schemas.microsoft.com/office/drawing/2014/main" id="{15998A0B-9307-4081-B799-D58919411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0" y="2190"/>
              <a:ext cx="11" cy="22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58" name="Line 56">
              <a:extLst>
                <a:ext uri="{FF2B5EF4-FFF2-40B4-BE49-F238E27FC236}">
                  <a16:creationId xmlns:a16="http://schemas.microsoft.com/office/drawing/2014/main" id="{89433572-2292-4C21-A642-55366C7A2F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2190"/>
              <a:ext cx="1" cy="22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59" name="Rectangle 57">
              <a:extLst>
                <a:ext uri="{FF2B5EF4-FFF2-40B4-BE49-F238E27FC236}">
                  <a16:creationId xmlns:a16="http://schemas.microsoft.com/office/drawing/2014/main" id="{631CFAF0-0474-44E6-95A7-26FCDF963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0" y="2190"/>
              <a:ext cx="11" cy="22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60" name="Line 58">
              <a:extLst>
                <a:ext uri="{FF2B5EF4-FFF2-40B4-BE49-F238E27FC236}">
                  <a16:creationId xmlns:a16="http://schemas.microsoft.com/office/drawing/2014/main" id="{45615686-5429-4DDF-94E5-CCD1338A0B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0" y="2190"/>
              <a:ext cx="1" cy="22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61" name="Rectangle 59">
              <a:extLst>
                <a:ext uri="{FF2B5EF4-FFF2-40B4-BE49-F238E27FC236}">
                  <a16:creationId xmlns:a16="http://schemas.microsoft.com/office/drawing/2014/main" id="{6EB344A5-A7EA-4DD2-BE80-0A8B3373C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7" y="2426"/>
              <a:ext cx="38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0 0 1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62" name="Rectangle 60">
              <a:extLst>
                <a:ext uri="{FF2B5EF4-FFF2-40B4-BE49-F238E27FC236}">
                  <a16:creationId xmlns:a16="http://schemas.microsoft.com/office/drawing/2014/main" id="{AA7E5496-E6FE-423C-BD3D-02A23C675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2426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63" name="Rectangle 61">
              <a:extLst>
                <a:ext uri="{FF2B5EF4-FFF2-40B4-BE49-F238E27FC236}">
                  <a16:creationId xmlns:a16="http://schemas.microsoft.com/office/drawing/2014/main" id="{801C8756-61C5-47C5-9F13-9DCA65718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4" y="242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64" name="Rectangle 62">
              <a:extLst>
                <a:ext uri="{FF2B5EF4-FFF2-40B4-BE49-F238E27FC236}">
                  <a16:creationId xmlns:a16="http://schemas.microsoft.com/office/drawing/2014/main" id="{B666C5F3-FC8F-4370-A851-FAA8864E4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6" y="2426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65" name="Rectangle 63">
              <a:extLst>
                <a:ext uri="{FF2B5EF4-FFF2-40B4-BE49-F238E27FC236}">
                  <a16:creationId xmlns:a16="http://schemas.microsoft.com/office/drawing/2014/main" id="{1C2526C2-4BE4-4007-96B0-FF3EC00131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4" y="2433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66" name="Rectangle 64">
              <a:extLst>
                <a:ext uri="{FF2B5EF4-FFF2-40B4-BE49-F238E27FC236}">
                  <a16:creationId xmlns:a16="http://schemas.microsoft.com/office/drawing/2014/main" id="{66F51D66-D3BD-4636-81D9-9677D226C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" y="2433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67" name="Rectangle 65">
              <a:extLst>
                <a:ext uri="{FF2B5EF4-FFF2-40B4-BE49-F238E27FC236}">
                  <a16:creationId xmlns:a16="http://schemas.microsoft.com/office/drawing/2014/main" id="{513FE174-C753-4862-AEBB-7A83BB74A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2" y="2433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68" name="Rectangle 66">
              <a:extLst>
                <a:ext uri="{FF2B5EF4-FFF2-40B4-BE49-F238E27FC236}">
                  <a16:creationId xmlns:a16="http://schemas.microsoft.com/office/drawing/2014/main" id="{00F3F475-41B2-4409-8621-A6627968C3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1" y="2433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69" name="Rectangle 67">
              <a:extLst>
                <a:ext uri="{FF2B5EF4-FFF2-40B4-BE49-F238E27FC236}">
                  <a16:creationId xmlns:a16="http://schemas.microsoft.com/office/drawing/2014/main" id="{BAE51F0C-ACA2-4A9D-BD59-61F379D86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" y="2433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70" name="Rectangle 68">
              <a:extLst>
                <a:ext uri="{FF2B5EF4-FFF2-40B4-BE49-F238E27FC236}">
                  <a16:creationId xmlns:a16="http://schemas.microsoft.com/office/drawing/2014/main" id="{F96E0C59-4FCC-4CBF-A593-AEF2BF645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2433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71" name="Rectangle 69">
              <a:extLst>
                <a:ext uri="{FF2B5EF4-FFF2-40B4-BE49-F238E27FC236}">
                  <a16:creationId xmlns:a16="http://schemas.microsoft.com/office/drawing/2014/main" id="{11F8683F-E47A-4960-BC15-0C1E339B04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" y="2426"/>
              <a:ext cx="25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72" name="Rectangle 70">
              <a:extLst>
                <a:ext uri="{FF2B5EF4-FFF2-40B4-BE49-F238E27FC236}">
                  <a16:creationId xmlns:a16="http://schemas.microsoft.com/office/drawing/2014/main" id="{D350B852-B1A4-46D9-A0E5-AD9B82F4D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" y="2426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73" name="Rectangle 71">
              <a:extLst>
                <a:ext uri="{FF2B5EF4-FFF2-40B4-BE49-F238E27FC236}">
                  <a16:creationId xmlns:a16="http://schemas.microsoft.com/office/drawing/2014/main" id="{F141CBF2-404C-4502-B531-7B645E9A2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0" y="2417"/>
              <a:ext cx="11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74" name="Line 72">
              <a:extLst>
                <a:ext uri="{FF2B5EF4-FFF2-40B4-BE49-F238E27FC236}">
                  <a16:creationId xmlns:a16="http://schemas.microsoft.com/office/drawing/2014/main" id="{A686ABF0-8A7A-4FF8-BA61-A0D1E38C5E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2417"/>
              <a:ext cx="1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75" name="Rectangle 73">
              <a:extLst>
                <a:ext uri="{FF2B5EF4-FFF2-40B4-BE49-F238E27FC236}">
                  <a16:creationId xmlns:a16="http://schemas.microsoft.com/office/drawing/2014/main" id="{AB4AB82F-9271-45F1-9209-757E9A9D4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0" y="2417"/>
              <a:ext cx="11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76" name="Line 74">
              <a:extLst>
                <a:ext uri="{FF2B5EF4-FFF2-40B4-BE49-F238E27FC236}">
                  <a16:creationId xmlns:a16="http://schemas.microsoft.com/office/drawing/2014/main" id="{AF1DDC2D-2E81-4AB0-88A9-A5AA0C73FB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0" y="2417"/>
              <a:ext cx="1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77" name="Rectangle 75">
              <a:extLst>
                <a:ext uri="{FF2B5EF4-FFF2-40B4-BE49-F238E27FC236}">
                  <a16:creationId xmlns:a16="http://schemas.microsoft.com/office/drawing/2014/main" id="{7D84BB55-C90F-40C9-9129-34A449F8C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7" y="2664"/>
              <a:ext cx="38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0 1 0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78" name="Rectangle 76">
              <a:extLst>
                <a:ext uri="{FF2B5EF4-FFF2-40B4-BE49-F238E27FC236}">
                  <a16:creationId xmlns:a16="http://schemas.microsoft.com/office/drawing/2014/main" id="{4F23C23D-8F6B-43C4-BDB3-FE648D522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266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79" name="Rectangle 77">
              <a:extLst>
                <a:ext uri="{FF2B5EF4-FFF2-40B4-BE49-F238E27FC236}">
                  <a16:creationId xmlns:a16="http://schemas.microsoft.com/office/drawing/2014/main" id="{B602811A-1848-4477-BCFB-D3A399E63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4" y="2664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2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80" name="Rectangle 78">
              <a:extLst>
                <a:ext uri="{FF2B5EF4-FFF2-40B4-BE49-F238E27FC236}">
                  <a16:creationId xmlns:a16="http://schemas.microsoft.com/office/drawing/2014/main" id="{2F110C37-6725-41FD-837D-4223FDEA9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6" y="266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81" name="Rectangle 79">
              <a:extLst>
                <a:ext uri="{FF2B5EF4-FFF2-40B4-BE49-F238E27FC236}">
                  <a16:creationId xmlns:a16="http://schemas.microsoft.com/office/drawing/2014/main" id="{58D119B4-5E77-4E88-9EC9-4F42AAF44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4" y="2671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82" name="Rectangle 80">
              <a:extLst>
                <a:ext uri="{FF2B5EF4-FFF2-40B4-BE49-F238E27FC236}">
                  <a16:creationId xmlns:a16="http://schemas.microsoft.com/office/drawing/2014/main" id="{9CED452A-956B-45DC-B356-6C2BC67E0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" y="2671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0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83" name="Rectangle 81">
              <a:extLst>
                <a:ext uri="{FF2B5EF4-FFF2-40B4-BE49-F238E27FC236}">
                  <a16:creationId xmlns:a16="http://schemas.microsoft.com/office/drawing/2014/main" id="{3A7A1A7A-3C35-41F3-BC5B-5140508C3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2" y="2671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84" name="Rectangle 82">
              <a:extLst>
                <a:ext uri="{FF2B5EF4-FFF2-40B4-BE49-F238E27FC236}">
                  <a16:creationId xmlns:a16="http://schemas.microsoft.com/office/drawing/2014/main" id="{E34E2B21-3D85-4E60-8BA6-DB91D5723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1" y="2671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85" name="Rectangle 83">
              <a:extLst>
                <a:ext uri="{FF2B5EF4-FFF2-40B4-BE49-F238E27FC236}">
                  <a16:creationId xmlns:a16="http://schemas.microsoft.com/office/drawing/2014/main" id="{8CB609DE-AC78-46F0-8862-2869E8BC0E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" y="2671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86" name="Rectangle 84">
              <a:extLst>
                <a:ext uri="{FF2B5EF4-FFF2-40B4-BE49-F238E27FC236}">
                  <a16:creationId xmlns:a16="http://schemas.microsoft.com/office/drawing/2014/main" id="{AE03EAA4-CDA3-4DD4-8A00-0CD0C654EB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2671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87" name="Rectangle 85">
              <a:extLst>
                <a:ext uri="{FF2B5EF4-FFF2-40B4-BE49-F238E27FC236}">
                  <a16:creationId xmlns:a16="http://schemas.microsoft.com/office/drawing/2014/main" id="{C9A5EA57-33BE-4908-A155-D4697DEE7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" y="2664"/>
              <a:ext cx="25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88" name="Rectangle 86">
              <a:extLst>
                <a:ext uri="{FF2B5EF4-FFF2-40B4-BE49-F238E27FC236}">
                  <a16:creationId xmlns:a16="http://schemas.microsoft.com/office/drawing/2014/main" id="{612E2A5F-0869-435B-B78E-90A51FF4E5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" y="266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89" name="Rectangle 87">
              <a:extLst>
                <a:ext uri="{FF2B5EF4-FFF2-40B4-BE49-F238E27FC236}">
                  <a16:creationId xmlns:a16="http://schemas.microsoft.com/office/drawing/2014/main" id="{EA5E2B17-FC47-4330-8043-F2AEA3F9F8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0" y="2655"/>
              <a:ext cx="11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90" name="Line 88">
              <a:extLst>
                <a:ext uri="{FF2B5EF4-FFF2-40B4-BE49-F238E27FC236}">
                  <a16:creationId xmlns:a16="http://schemas.microsoft.com/office/drawing/2014/main" id="{C9405417-7D45-4D23-A7B7-9EC10F17EF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2655"/>
              <a:ext cx="1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91" name="Rectangle 89">
              <a:extLst>
                <a:ext uri="{FF2B5EF4-FFF2-40B4-BE49-F238E27FC236}">
                  <a16:creationId xmlns:a16="http://schemas.microsoft.com/office/drawing/2014/main" id="{3D208E69-CB70-4A82-9B7B-8179E2283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0" y="2655"/>
              <a:ext cx="11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92" name="Line 90">
              <a:extLst>
                <a:ext uri="{FF2B5EF4-FFF2-40B4-BE49-F238E27FC236}">
                  <a16:creationId xmlns:a16="http://schemas.microsoft.com/office/drawing/2014/main" id="{6A447114-DD77-4AEA-B77C-C02BADFF46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0" y="2655"/>
              <a:ext cx="1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93" name="Rectangle 91">
              <a:extLst>
                <a:ext uri="{FF2B5EF4-FFF2-40B4-BE49-F238E27FC236}">
                  <a16:creationId xmlns:a16="http://schemas.microsoft.com/office/drawing/2014/main" id="{8E4FCDDA-B883-46D7-BDC2-8887EFC06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7" y="2902"/>
              <a:ext cx="38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0 1 1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94" name="Rectangle 92">
              <a:extLst>
                <a:ext uri="{FF2B5EF4-FFF2-40B4-BE49-F238E27FC236}">
                  <a16:creationId xmlns:a16="http://schemas.microsoft.com/office/drawing/2014/main" id="{F4308C24-AE2E-43B0-A356-AD19FC273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2902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95" name="Rectangle 93">
              <a:extLst>
                <a:ext uri="{FF2B5EF4-FFF2-40B4-BE49-F238E27FC236}">
                  <a16:creationId xmlns:a16="http://schemas.microsoft.com/office/drawing/2014/main" id="{D43E626B-D33A-4511-AB46-16FC704B0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4" y="2902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3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96" name="Rectangle 94">
              <a:extLst>
                <a:ext uri="{FF2B5EF4-FFF2-40B4-BE49-F238E27FC236}">
                  <a16:creationId xmlns:a16="http://schemas.microsoft.com/office/drawing/2014/main" id="{DF5DFCB6-E3E4-49A6-BDC8-28A86D508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6" y="2902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97" name="Rectangle 95">
              <a:extLst>
                <a:ext uri="{FF2B5EF4-FFF2-40B4-BE49-F238E27FC236}">
                  <a16:creationId xmlns:a16="http://schemas.microsoft.com/office/drawing/2014/main" id="{7E3614F1-264A-4DA3-901D-D6C0225B6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4" y="2909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98" name="Rectangle 96">
              <a:extLst>
                <a:ext uri="{FF2B5EF4-FFF2-40B4-BE49-F238E27FC236}">
                  <a16:creationId xmlns:a16="http://schemas.microsoft.com/office/drawing/2014/main" id="{8B848053-57AE-4D25-94F3-6FDD4AF87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" y="2909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99" name="Rectangle 97">
              <a:extLst>
                <a:ext uri="{FF2B5EF4-FFF2-40B4-BE49-F238E27FC236}">
                  <a16:creationId xmlns:a16="http://schemas.microsoft.com/office/drawing/2014/main" id="{1AAFBC55-4BA2-4726-9DAC-3692E3E206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2" y="2909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0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00" name="Rectangle 98">
              <a:extLst>
                <a:ext uri="{FF2B5EF4-FFF2-40B4-BE49-F238E27FC236}">
                  <a16:creationId xmlns:a16="http://schemas.microsoft.com/office/drawing/2014/main" id="{AE30B94B-BA26-4D55-B79F-BE4FF489B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1" y="2909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01" name="Rectangle 99">
              <a:extLst>
                <a:ext uri="{FF2B5EF4-FFF2-40B4-BE49-F238E27FC236}">
                  <a16:creationId xmlns:a16="http://schemas.microsoft.com/office/drawing/2014/main" id="{41F1DE59-1F23-4183-9281-CA19EBB2AD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" y="2909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02" name="Rectangle 100">
              <a:extLst>
                <a:ext uri="{FF2B5EF4-FFF2-40B4-BE49-F238E27FC236}">
                  <a16:creationId xmlns:a16="http://schemas.microsoft.com/office/drawing/2014/main" id="{A89BE753-9858-4A2A-AA6F-C6DD2D932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2909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03" name="Rectangle 101">
              <a:extLst>
                <a:ext uri="{FF2B5EF4-FFF2-40B4-BE49-F238E27FC236}">
                  <a16:creationId xmlns:a16="http://schemas.microsoft.com/office/drawing/2014/main" id="{AF6BCF9C-D1B5-4B2B-9327-DF03E5582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" y="2902"/>
              <a:ext cx="25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04" name="Rectangle 102">
              <a:extLst>
                <a:ext uri="{FF2B5EF4-FFF2-40B4-BE49-F238E27FC236}">
                  <a16:creationId xmlns:a16="http://schemas.microsoft.com/office/drawing/2014/main" id="{75E946A6-D1A5-4860-9872-4E5F3541F5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" y="2902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05" name="Rectangle 103">
              <a:extLst>
                <a:ext uri="{FF2B5EF4-FFF2-40B4-BE49-F238E27FC236}">
                  <a16:creationId xmlns:a16="http://schemas.microsoft.com/office/drawing/2014/main" id="{6DF17BE4-FDE8-4E38-B001-3E168C6ED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0" y="2893"/>
              <a:ext cx="11" cy="2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906" name="Line 104">
              <a:extLst>
                <a:ext uri="{FF2B5EF4-FFF2-40B4-BE49-F238E27FC236}">
                  <a16:creationId xmlns:a16="http://schemas.microsoft.com/office/drawing/2014/main" id="{F13F342B-1E3E-4DD4-A301-2C9B5E22FE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2893"/>
              <a:ext cx="1" cy="2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907" name="Rectangle 105">
              <a:extLst>
                <a:ext uri="{FF2B5EF4-FFF2-40B4-BE49-F238E27FC236}">
                  <a16:creationId xmlns:a16="http://schemas.microsoft.com/office/drawing/2014/main" id="{6DA0DAFE-CDDA-4306-8687-38384B9BC8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0" y="2893"/>
              <a:ext cx="11" cy="2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908" name="Line 106">
              <a:extLst>
                <a:ext uri="{FF2B5EF4-FFF2-40B4-BE49-F238E27FC236}">
                  <a16:creationId xmlns:a16="http://schemas.microsoft.com/office/drawing/2014/main" id="{63DAEB6F-E118-4922-8B69-30FD35D021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0" y="2893"/>
              <a:ext cx="1" cy="2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909" name="Rectangle 107">
              <a:extLst>
                <a:ext uri="{FF2B5EF4-FFF2-40B4-BE49-F238E27FC236}">
                  <a16:creationId xmlns:a16="http://schemas.microsoft.com/office/drawing/2014/main" id="{6186DE67-43FC-4CBB-A33C-62E89B72D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7" y="3139"/>
              <a:ext cx="38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1 0 0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10" name="Rectangle 108">
              <a:extLst>
                <a:ext uri="{FF2B5EF4-FFF2-40B4-BE49-F238E27FC236}">
                  <a16:creationId xmlns:a16="http://schemas.microsoft.com/office/drawing/2014/main" id="{46806F35-D99D-41AF-88F1-1B9B2D982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3139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11" name="Rectangle 109">
              <a:extLst>
                <a:ext uri="{FF2B5EF4-FFF2-40B4-BE49-F238E27FC236}">
                  <a16:creationId xmlns:a16="http://schemas.microsoft.com/office/drawing/2014/main" id="{120DA886-622E-40F5-9A67-9EEA7E969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4" y="3139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4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12" name="Rectangle 110">
              <a:extLst>
                <a:ext uri="{FF2B5EF4-FFF2-40B4-BE49-F238E27FC236}">
                  <a16:creationId xmlns:a16="http://schemas.microsoft.com/office/drawing/2014/main" id="{588787F2-0394-4AB5-9A08-FFCA36174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6" y="3139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13" name="Rectangle 111">
              <a:extLst>
                <a:ext uri="{FF2B5EF4-FFF2-40B4-BE49-F238E27FC236}">
                  <a16:creationId xmlns:a16="http://schemas.microsoft.com/office/drawing/2014/main" id="{62C6AADC-EFDF-4271-AE70-D742DB316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4" y="3146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14" name="Rectangle 112">
              <a:extLst>
                <a:ext uri="{FF2B5EF4-FFF2-40B4-BE49-F238E27FC236}">
                  <a16:creationId xmlns:a16="http://schemas.microsoft.com/office/drawing/2014/main" id="{0427F3AD-DED6-44D0-8EC3-24F3BA6F4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" y="3146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15" name="Rectangle 113">
              <a:extLst>
                <a:ext uri="{FF2B5EF4-FFF2-40B4-BE49-F238E27FC236}">
                  <a16:creationId xmlns:a16="http://schemas.microsoft.com/office/drawing/2014/main" id="{EF7B3949-E0C0-4444-A908-32DBE4721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2" y="3146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16" name="Rectangle 114">
              <a:extLst>
                <a:ext uri="{FF2B5EF4-FFF2-40B4-BE49-F238E27FC236}">
                  <a16:creationId xmlns:a16="http://schemas.microsoft.com/office/drawing/2014/main" id="{1EE0D92C-7B15-4AEB-86E5-E29DE2D08A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1" y="3146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17" name="Rectangle 115">
              <a:extLst>
                <a:ext uri="{FF2B5EF4-FFF2-40B4-BE49-F238E27FC236}">
                  <a16:creationId xmlns:a16="http://schemas.microsoft.com/office/drawing/2014/main" id="{037DEE1B-CF25-4AE3-9FB4-438B1D990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" y="3146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18" name="Rectangle 116">
              <a:extLst>
                <a:ext uri="{FF2B5EF4-FFF2-40B4-BE49-F238E27FC236}">
                  <a16:creationId xmlns:a16="http://schemas.microsoft.com/office/drawing/2014/main" id="{110AC283-B2F1-4DC6-B556-A7E811711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3146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19" name="Rectangle 117">
              <a:extLst>
                <a:ext uri="{FF2B5EF4-FFF2-40B4-BE49-F238E27FC236}">
                  <a16:creationId xmlns:a16="http://schemas.microsoft.com/office/drawing/2014/main" id="{EB709FF1-0A93-4FAF-9312-9F8B895137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" y="3139"/>
              <a:ext cx="25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20" name="Rectangle 118">
              <a:extLst>
                <a:ext uri="{FF2B5EF4-FFF2-40B4-BE49-F238E27FC236}">
                  <a16:creationId xmlns:a16="http://schemas.microsoft.com/office/drawing/2014/main" id="{90D6E6D7-2B30-4559-96C4-9FF27B4DF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" y="3139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21" name="Rectangle 119">
              <a:extLst>
                <a:ext uri="{FF2B5EF4-FFF2-40B4-BE49-F238E27FC236}">
                  <a16:creationId xmlns:a16="http://schemas.microsoft.com/office/drawing/2014/main" id="{F92ABC02-7CFD-4ED6-9EF9-A9DAC9F2B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0" y="3130"/>
              <a:ext cx="11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922" name="Line 120">
              <a:extLst>
                <a:ext uri="{FF2B5EF4-FFF2-40B4-BE49-F238E27FC236}">
                  <a16:creationId xmlns:a16="http://schemas.microsoft.com/office/drawing/2014/main" id="{A780BDB4-FE9E-4B6A-B5D8-2CAAB51A4B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3130"/>
              <a:ext cx="1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923" name="Rectangle 121">
              <a:extLst>
                <a:ext uri="{FF2B5EF4-FFF2-40B4-BE49-F238E27FC236}">
                  <a16:creationId xmlns:a16="http://schemas.microsoft.com/office/drawing/2014/main" id="{6E3D8820-06FC-4DF9-A57B-AF2A7D845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0" y="3130"/>
              <a:ext cx="11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924" name="Line 122">
              <a:extLst>
                <a:ext uri="{FF2B5EF4-FFF2-40B4-BE49-F238E27FC236}">
                  <a16:creationId xmlns:a16="http://schemas.microsoft.com/office/drawing/2014/main" id="{8A1BC752-1537-44F9-90B0-DD294BC428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0" y="3130"/>
              <a:ext cx="1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925" name="Rectangle 123">
              <a:extLst>
                <a:ext uri="{FF2B5EF4-FFF2-40B4-BE49-F238E27FC236}">
                  <a16:creationId xmlns:a16="http://schemas.microsoft.com/office/drawing/2014/main" id="{5E657D7C-D14F-4DB7-94BE-ED388A19F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7" y="3377"/>
              <a:ext cx="38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1 0 1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26" name="Rectangle 124">
              <a:extLst>
                <a:ext uri="{FF2B5EF4-FFF2-40B4-BE49-F238E27FC236}">
                  <a16:creationId xmlns:a16="http://schemas.microsoft.com/office/drawing/2014/main" id="{34C599DB-C7DE-4BFC-8B40-82DF41DCE0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3377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27" name="Rectangle 125">
              <a:extLst>
                <a:ext uri="{FF2B5EF4-FFF2-40B4-BE49-F238E27FC236}">
                  <a16:creationId xmlns:a16="http://schemas.microsoft.com/office/drawing/2014/main" id="{A4A154D8-1C47-4559-B475-295C30674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4" y="3377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5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28" name="Rectangle 126">
              <a:extLst>
                <a:ext uri="{FF2B5EF4-FFF2-40B4-BE49-F238E27FC236}">
                  <a16:creationId xmlns:a16="http://schemas.microsoft.com/office/drawing/2014/main" id="{2ACEDC86-863C-4DF7-AC22-E1407A5BD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6" y="3377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29" name="Rectangle 127">
              <a:extLst>
                <a:ext uri="{FF2B5EF4-FFF2-40B4-BE49-F238E27FC236}">
                  <a16:creationId xmlns:a16="http://schemas.microsoft.com/office/drawing/2014/main" id="{32D95840-52A8-4EF5-AAE7-683A900E67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4" y="3384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30" name="Rectangle 128">
              <a:extLst>
                <a:ext uri="{FF2B5EF4-FFF2-40B4-BE49-F238E27FC236}">
                  <a16:creationId xmlns:a16="http://schemas.microsoft.com/office/drawing/2014/main" id="{89538B80-A1AF-439B-B81D-33C1BD29A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" y="3384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31" name="Rectangle 129">
              <a:extLst>
                <a:ext uri="{FF2B5EF4-FFF2-40B4-BE49-F238E27FC236}">
                  <a16:creationId xmlns:a16="http://schemas.microsoft.com/office/drawing/2014/main" id="{6BE67BB9-17AB-4D3B-B20E-360106362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2" y="3384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32" name="Rectangle 130">
              <a:extLst>
                <a:ext uri="{FF2B5EF4-FFF2-40B4-BE49-F238E27FC236}">
                  <a16:creationId xmlns:a16="http://schemas.microsoft.com/office/drawing/2014/main" id="{1CCBBDBD-DEE1-4F7F-9A9C-B7167A877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1" y="3384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0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33" name="Rectangle 131">
              <a:extLst>
                <a:ext uri="{FF2B5EF4-FFF2-40B4-BE49-F238E27FC236}">
                  <a16:creationId xmlns:a16="http://schemas.microsoft.com/office/drawing/2014/main" id="{B3890422-86CC-490A-9233-75E8A1913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" y="3384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34" name="Rectangle 132">
              <a:extLst>
                <a:ext uri="{FF2B5EF4-FFF2-40B4-BE49-F238E27FC236}">
                  <a16:creationId xmlns:a16="http://schemas.microsoft.com/office/drawing/2014/main" id="{1D3DF4BD-3ED2-4B7A-9885-5BE893B5B3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338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35" name="Rectangle 133">
              <a:extLst>
                <a:ext uri="{FF2B5EF4-FFF2-40B4-BE49-F238E27FC236}">
                  <a16:creationId xmlns:a16="http://schemas.microsoft.com/office/drawing/2014/main" id="{A5EE0B39-8278-43E5-8358-C4EE8BBD6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" y="3377"/>
              <a:ext cx="25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36" name="Rectangle 134">
              <a:extLst>
                <a:ext uri="{FF2B5EF4-FFF2-40B4-BE49-F238E27FC236}">
                  <a16:creationId xmlns:a16="http://schemas.microsoft.com/office/drawing/2014/main" id="{48AED2E6-F820-45A3-B1B7-D94E717AD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" y="3377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37" name="Rectangle 135">
              <a:extLst>
                <a:ext uri="{FF2B5EF4-FFF2-40B4-BE49-F238E27FC236}">
                  <a16:creationId xmlns:a16="http://schemas.microsoft.com/office/drawing/2014/main" id="{B8FC9A93-302C-4F5A-BC23-3E9DE42BD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0" y="3368"/>
              <a:ext cx="11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938" name="Line 136">
              <a:extLst>
                <a:ext uri="{FF2B5EF4-FFF2-40B4-BE49-F238E27FC236}">
                  <a16:creationId xmlns:a16="http://schemas.microsoft.com/office/drawing/2014/main" id="{64FA6C22-58D5-4A86-9CC4-24B44425C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3368"/>
              <a:ext cx="1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939" name="Rectangle 137">
              <a:extLst>
                <a:ext uri="{FF2B5EF4-FFF2-40B4-BE49-F238E27FC236}">
                  <a16:creationId xmlns:a16="http://schemas.microsoft.com/office/drawing/2014/main" id="{0138B184-7008-4285-BB45-33A79DC4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0" y="3368"/>
              <a:ext cx="11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940" name="Line 138">
              <a:extLst>
                <a:ext uri="{FF2B5EF4-FFF2-40B4-BE49-F238E27FC236}">
                  <a16:creationId xmlns:a16="http://schemas.microsoft.com/office/drawing/2014/main" id="{CCDF5147-DC70-4E9C-A201-D494E395B0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0" y="3368"/>
              <a:ext cx="1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941" name="Rectangle 139">
              <a:extLst>
                <a:ext uri="{FF2B5EF4-FFF2-40B4-BE49-F238E27FC236}">
                  <a16:creationId xmlns:a16="http://schemas.microsoft.com/office/drawing/2014/main" id="{FE590592-CA55-4353-A95D-D2ECA0CDC6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7" y="3615"/>
              <a:ext cx="38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1 1 0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42" name="Rectangle 140">
              <a:extLst>
                <a:ext uri="{FF2B5EF4-FFF2-40B4-BE49-F238E27FC236}">
                  <a16:creationId xmlns:a16="http://schemas.microsoft.com/office/drawing/2014/main" id="{EBB26E04-18FB-44EA-AD14-93A184CE06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361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43" name="Rectangle 141">
              <a:extLst>
                <a:ext uri="{FF2B5EF4-FFF2-40B4-BE49-F238E27FC236}">
                  <a16:creationId xmlns:a16="http://schemas.microsoft.com/office/drawing/2014/main" id="{ACB54369-3C64-4F27-A828-FC34BFC74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4" y="361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6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44" name="Rectangle 142">
              <a:extLst>
                <a:ext uri="{FF2B5EF4-FFF2-40B4-BE49-F238E27FC236}">
                  <a16:creationId xmlns:a16="http://schemas.microsoft.com/office/drawing/2014/main" id="{911CB10A-18B4-4243-8436-09FE6FADE6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6" y="361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45" name="Rectangle 143">
              <a:extLst>
                <a:ext uri="{FF2B5EF4-FFF2-40B4-BE49-F238E27FC236}">
                  <a16:creationId xmlns:a16="http://schemas.microsoft.com/office/drawing/2014/main" id="{E4D70DCB-F3A0-4DAC-9CFF-D229C3BCC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4" y="3622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46" name="Rectangle 144">
              <a:extLst>
                <a:ext uri="{FF2B5EF4-FFF2-40B4-BE49-F238E27FC236}">
                  <a16:creationId xmlns:a16="http://schemas.microsoft.com/office/drawing/2014/main" id="{9FB1F98E-F830-4138-A3AE-B69A17890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" y="3622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47" name="Rectangle 145">
              <a:extLst>
                <a:ext uri="{FF2B5EF4-FFF2-40B4-BE49-F238E27FC236}">
                  <a16:creationId xmlns:a16="http://schemas.microsoft.com/office/drawing/2014/main" id="{799E3B69-8F77-408A-A118-3837E5FF6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2" y="3622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48" name="Rectangle 146">
              <a:extLst>
                <a:ext uri="{FF2B5EF4-FFF2-40B4-BE49-F238E27FC236}">
                  <a16:creationId xmlns:a16="http://schemas.microsoft.com/office/drawing/2014/main" id="{C433BA25-E361-47C6-9F2D-85368118BA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1" y="3622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49" name="Rectangle 147">
              <a:extLst>
                <a:ext uri="{FF2B5EF4-FFF2-40B4-BE49-F238E27FC236}">
                  <a16:creationId xmlns:a16="http://schemas.microsoft.com/office/drawing/2014/main" id="{1D6EE31B-F918-42FD-A9DA-FDF3385AE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" y="3622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50" name="Rectangle 148">
              <a:extLst>
                <a:ext uri="{FF2B5EF4-FFF2-40B4-BE49-F238E27FC236}">
                  <a16:creationId xmlns:a16="http://schemas.microsoft.com/office/drawing/2014/main" id="{84E2A3A0-101C-4D82-9EFF-63FAD2D6E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3622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51" name="Rectangle 149">
              <a:extLst>
                <a:ext uri="{FF2B5EF4-FFF2-40B4-BE49-F238E27FC236}">
                  <a16:creationId xmlns:a16="http://schemas.microsoft.com/office/drawing/2014/main" id="{4ABF7A23-CA08-4DB8-8F2A-6148B1073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" y="3615"/>
              <a:ext cx="25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52" name="Rectangle 150">
              <a:extLst>
                <a:ext uri="{FF2B5EF4-FFF2-40B4-BE49-F238E27FC236}">
                  <a16:creationId xmlns:a16="http://schemas.microsoft.com/office/drawing/2014/main" id="{1F5EE46D-C9F4-406F-8A2C-D3384E791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" y="361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53" name="Rectangle 151">
              <a:extLst>
                <a:ext uri="{FF2B5EF4-FFF2-40B4-BE49-F238E27FC236}">
                  <a16:creationId xmlns:a16="http://schemas.microsoft.com/office/drawing/2014/main" id="{437CBFE3-718E-4934-8ACB-CEDB964B2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0" y="3606"/>
              <a:ext cx="11" cy="2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954" name="Line 152">
              <a:extLst>
                <a:ext uri="{FF2B5EF4-FFF2-40B4-BE49-F238E27FC236}">
                  <a16:creationId xmlns:a16="http://schemas.microsoft.com/office/drawing/2014/main" id="{34519476-57F5-4E5A-8FD9-03B025ECB6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3606"/>
              <a:ext cx="1" cy="2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955" name="Rectangle 153">
              <a:extLst>
                <a:ext uri="{FF2B5EF4-FFF2-40B4-BE49-F238E27FC236}">
                  <a16:creationId xmlns:a16="http://schemas.microsoft.com/office/drawing/2014/main" id="{6E36D020-FAEB-4D16-99ED-902651819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0" y="3606"/>
              <a:ext cx="11" cy="2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956" name="Line 154">
              <a:extLst>
                <a:ext uri="{FF2B5EF4-FFF2-40B4-BE49-F238E27FC236}">
                  <a16:creationId xmlns:a16="http://schemas.microsoft.com/office/drawing/2014/main" id="{9410B1E3-2E95-49A0-BAFE-44E2915942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0" y="3606"/>
              <a:ext cx="1" cy="2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957" name="Rectangle 155">
              <a:extLst>
                <a:ext uri="{FF2B5EF4-FFF2-40B4-BE49-F238E27FC236}">
                  <a16:creationId xmlns:a16="http://schemas.microsoft.com/office/drawing/2014/main" id="{895CA2F0-CF7A-4142-AB27-38750287E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7" y="3852"/>
              <a:ext cx="38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1 1 1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58" name="Rectangle 156">
              <a:extLst>
                <a:ext uri="{FF2B5EF4-FFF2-40B4-BE49-F238E27FC236}">
                  <a16:creationId xmlns:a16="http://schemas.microsoft.com/office/drawing/2014/main" id="{4D4A9429-3E67-4691-8C53-08DAE8525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3852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59" name="Rectangle 157">
              <a:extLst>
                <a:ext uri="{FF2B5EF4-FFF2-40B4-BE49-F238E27FC236}">
                  <a16:creationId xmlns:a16="http://schemas.microsoft.com/office/drawing/2014/main" id="{B26D3BF8-3205-4B04-A75A-4D7870B92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4" y="3852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>
                  <a:solidFill>
                    <a:srgbClr val="000000"/>
                  </a:solidFill>
                  <a:cs typeface="Times New Roman" panose="02020603050405020304" pitchFamily="18" charset="0"/>
                </a:rPr>
                <a:t>7</a:t>
              </a:r>
              <a:endParaRPr lang="en-US" altLang="en-US" sz="280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60" name="Rectangle 158">
              <a:extLst>
                <a:ext uri="{FF2B5EF4-FFF2-40B4-BE49-F238E27FC236}">
                  <a16:creationId xmlns:a16="http://schemas.microsoft.com/office/drawing/2014/main" id="{D48F6EA7-3120-4566-AB1A-08E6FDB5C9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6" y="3852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61" name="Rectangle 159">
              <a:extLst>
                <a:ext uri="{FF2B5EF4-FFF2-40B4-BE49-F238E27FC236}">
                  <a16:creationId xmlns:a16="http://schemas.microsoft.com/office/drawing/2014/main" id="{B489DEFB-02EE-4CC1-979F-A544D6E1D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4" y="3860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grpSp>
          <p:nvGrpSpPr>
            <p:cNvPr id="76962" name="Group 160">
              <a:extLst>
                <a:ext uri="{FF2B5EF4-FFF2-40B4-BE49-F238E27FC236}">
                  <a16:creationId xmlns:a16="http://schemas.microsoft.com/office/drawing/2014/main" id="{99149F36-0378-49E6-B2BE-5AAAAFD183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6" y="2190"/>
              <a:ext cx="49" cy="1894"/>
              <a:chOff x="2438" y="2004"/>
              <a:chExt cx="62" cy="1888"/>
            </a:xfrm>
          </p:grpSpPr>
          <p:sp>
            <p:nvSpPr>
              <p:cNvPr id="77002" name="Rectangle 161">
                <a:extLst>
                  <a:ext uri="{FF2B5EF4-FFF2-40B4-BE49-F238E27FC236}">
                    <a16:creationId xmlns:a16="http://schemas.microsoft.com/office/drawing/2014/main" id="{5D86AFA7-664D-40BE-AE46-7C42E7C2E1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004"/>
                <a:ext cx="62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7003" name="Rectangle 162">
                <a:extLst>
                  <a:ext uri="{FF2B5EF4-FFF2-40B4-BE49-F238E27FC236}">
                    <a16:creationId xmlns:a16="http://schemas.microsoft.com/office/drawing/2014/main" id="{8706C634-E895-47AA-B004-2C9E2064E3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234"/>
                <a:ext cx="61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7004" name="Rectangle 163">
                <a:extLst>
                  <a:ext uri="{FF2B5EF4-FFF2-40B4-BE49-F238E27FC236}">
                    <a16:creationId xmlns:a16="http://schemas.microsoft.com/office/drawing/2014/main" id="{EDCACF42-4189-4DA8-9ED3-23B2D77968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471"/>
                <a:ext cx="61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7005" name="Rectangle 164">
                <a:extLst>
                  <a:ext uri="{FF2B5EF4-FFF2-40B4-BE49-F238E27FC236}">
                    <a16:creationId xmlns:a16="http://schemas.microsoft.com/office/drawing/2014/main" id="{758D34F2-2918-428F-AFC1-09206DB0D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711"/>
                <a:ext cx="61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7006" name="Rectangle 165">
                <a:extLst>
                  <a:ext uri="{FF2B5EF4-FFF2-40B4-BE49-F238E27FC236}">
                    <a16:creationId xmlns:a16="http://schemas.microsoft.com/office/drawing/2014/main" id="{DCC42C62-E163-4B3F-968A-CC5D81C9CC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941"/>
                <a:ext cx="61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7007" name="Rectangle 166">
                <a:extLst>
                  <a:ext uri="{FF2B5EF4-FFF2-40B4-BE49-F238E27FC236}">
                    <a16:creationId xmlns:a16="http://schemas.microsoft.com/office/drawing/2014/main" id="{9BF41618-BCB1-47B8-B7D7-3EB43FE516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3180"/>
                <a:ext cx="61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7008" name="Rectangle 167">
                <a:extLst>
                  <a:ext uri="{FF2B5EF4-FFF2-40B4-BE49-F238E27FC236}">
                    <a16:creationId xmlns:a16="http://schemas.microsoft.com/office/drawing/2014/main" id="{84D41F41-3EA6-4BED-B313-6589127B3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3419"/>
                <a:ext cx="61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7009" name="Rectangle 168">
                <a:extLst>
                  <a:ext uri="{FF2B5EF4-FFF2-40B4-BE49-F238E27FC236}">
                    <a16:creationId xmlns:a16="http://schemas.microsoft.com/office/drawing/2014/main" id="{242298C7-10C1-4B58-844E-367185AB98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3660"/>
                <a:ext cx="61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6963" name="Rectangle 169">
              <a:extLst>
                <a:ext uri="{FF2B5EF4-FFF2-40B4-BE49-F238E27FC236}">
                  <a16:creationId xmlns:a16="http://schemas.microsoft.com/office/drawing/2014/main" id="{D71E06EA-772F-4054-9967-955B67C825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" y="3860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64" name="Rectangle 170">
              <a:extLst>
                <a:ext uri="{FF2B5EF4-FFF2-40B4-BE49-F238E27FC236}">
                  <a16:creationId xmlns:a16="http://schemas.microsoft.com/office/drawing/2014/main" id="{B7F4DC5C-A0FD-4237-9A1D-F3458A410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2" y="3860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65" name="Rectangle 171">
              <a:extLst>
                <a:ext uri="{FF2B5EF4-FFF2-40B4-BE49-F238E27FC236}">
                  <a16:creationId xmlns:a16="http://schemas.microsoft.com/office/drawing/2014/main" id="{39A43520-1253-49E7-B271-752B02BA06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1" y="3860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66" name="Rectangle 172">
              <a:extLst>
                <a:ext uri="{FF2B5EF4-FFF2-40B4-BE49-F238E27FC236}">
                  <a16:creationId xmlns:a16="http://schemas.microsoft.com/office/drawing/2014/main" id="{26FA7975-46D9-4132-AA04-784E2C108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" y="3860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67" name="Rectangle 173">
              <a:extLst>
                <a:ext uri="{FF2B5EF4-FFF2-40B4-BE49-F238E27FC236}">
                  <a16:creationId xmlns:a16="http://schemas.microsoft.com/office/drawing/2014/main" id="{C0371699-8449-4CFF-9B2B-E4795B1DA8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3860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68" name="Rectangle 174">
              <a:extLst>
                <a:ext uri="{FF2B5EF4-FFF2-40B4-BE49-F238E27FC236}">
                  <a16:creationId xmlns:a16="http://schemas.microsoft.com/office/drawing/2014/main" id="{FA510AA5-0259-4857-BAC6-6CE69F75D2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" y="3852"/>
              <a:ext cx="25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69" name="Rectangle 175">
              <a:extLst>
                <a:ext uri="{FF2B5EF4-FFF2-40B4-BE49-F238E27FC236}">
                  <a16:creationId xmlns:a16="http://schemas.microsoft.com/office/drawing/2014/main" id="{A55DC968-ECB9-43A1-AE6D-C37A2004E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" y="3852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70" name="Rectangle 176">
              <a:extLst>
                <a:ext uri="{FF2B5EF4-FFF2-40B4-BE49-F238E27FC236}">
                  <a16:creationId xmlns:a16="http://schemas.microsoft.com/office/drawing/2014/main" id="{BF9C21AA-4694-4E0C-A14D-B1B9743F37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0" y="3843"/>
              <a:ext cx="11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971" name="Line 177">
              <a:extLst>
                <a:ext uri="{FF2B5EF4-FFF2-40B4-BE49-F238E27FC236}">
                  <a16:creationId xmlns:a16="http://schemas.microsoft.com/office/drawing/2014/main" id="{57A7CA8C-5F1E-425F-94F9-5F9D06EA20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3843"/>
              <a:ext cx="1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972" name="Rectangle 178">
              <a:extLst>
                <a:ext uri="{FF2B5EF4-FFF2-40B4-BE49-F238E27FC236}">
                  <a16:creationId xmlns:a16="http://schemas.microsoft.com/office/drawing/2014/main" id="{C575BB5F-D76C-4B5B-89E5-4BC7B4414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0" y="3843"/>
              <a:ext cx="11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973" name="Line 179">
              <a:extLst>
                <a:ext uri="{FF2B5EF4-FFF2-40B4-BE49-F238E27FC236}">
                  <a16:creationId xmlns:a16="http://schemas.microsoft.com/office/drawing/2014/main" id="{9C735ABF-076C-4932-889F-103C7B85C5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0" y="3843"/>
              <a:ext cx="1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974" name="Rectangle 181">
              <a:extLst>
                <a:ext uri="{FF2B5EF4-FFF2-40B4-BE49-F238E27FC236}">
                  <a16:creationId xmlns:a16="http://schemas.microsoft.com/office/drawing/2014/main" id="{791AA336-05FB-4DBF-8764-48E42323D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6" y="2215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grpSp>
          <p:nvGrpSpPr>
            <p:cNvPr id="76975" name="Group 182">
              <a:extLst>
                <a:ext uri="{FF2B5EF4-FFF2-40B4-BE49-F238E27FC236}">
                  <a16:creationId xmlns:a16="http://schemas.microsoft.com/office/drawing/2014/main" id="{BA2C5491-0579-4DBA-8CC5-120DE8D10F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0" y="2190"/>
              <a:ext cx="48" cy="1886"/>
              <a:chOff x="2438" y="2004"/>
              <a:chExt cx="48" cy="1886"/>
            </a:xfrm>
          </p:grpSpPr>
          <p:sp>
            <p:nvSpPr>
              <p:cNvPr id="76994" name="Rectangle 183">
                <a:extLst>
                  <a:ext uri="{FF2B5EF4-FFF2-40B4-BE49-F238E27FC236}">
                    <a16:creationId xmlns:a16="http://schemas.microsoft.com/office/drawing/2014/main" id="{EB368CBE-60F9-4715-ADCC-BC0CE514D3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004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95" name="Rectangle 184">
                <a:extLst>
                  <a:ext uri="{FF2B5EF4-FFF2-40B4-BE49-F238E27FC236}">
                    <a16:creationId xmlns:a16="http://schemas.microsoft.com/office/drawing/2014/main" id="{F84C7BEF-D210-471D-8903-C6C2278AE0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231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96" name="Rectangle 185">
                <a:extLst>
                  <a:ext uri="{FF2B5EF4-FFF2-40B4-BE49-F238E27FC236}">
                    <a16:creationId xmlns:a16="http://schemas.microsoft.com/office/drawing/2014/main" id="{FA9461D5-E58D-4CD8-ABB5-7AA37B7917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469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97" name="Rectangle 186">
                <a:extLst>
                  <a:ext uri="{FF2B5EF4-FFF2-40B4-BE49-F238E27FC236}">
                    <a16:creationId xmlns:a16="http://schemas.microsoft.com/office/drawing/2014/main" id="{9A8056D2-FC60-4868-A8CD-834AC620C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707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98" name="Rectangle 187">
                <a:extLst>
                  <a:ext uri="{FF2B5EF4-FFF2-40B4-BE49-F238E27FC236}">
                    <a16:creationId xmlns:a16="http://schemas.microsoft.com/office/drawing/2014/main" id="{FA8DA6BA-2E1F-413D-9A5C-B5E49D385A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944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99" name="Rectangle 188">
                <a:extLst>
                  <a:ext uri="{FF2B5EF4-FFF2-40B4-BE49-F238E27FC236}">
                    <a16:creationId xmlns:a16="http://schemas.microsoft.com/office/drawing/2014/main" id="{660B4E38-1BCA-485E-9223-6908D92B16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3182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7000" name="Rectangle 189">
                <a:extLst>
                  <a:ext uri="{FF2B5EF4-FFF2-40B4-BE49-F238E27FC236}">
                    <a16:creationId xmlns:a16="http://schemas.microsoft.com/office/drawing/2014/main" id="{8019F21B-2661-4E9A-A7DA-5DA58C8212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3420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7001" name="Rectangle 190">
                <a:extLst>
                  <a:ext uri="{FF2B5EF4-FFF2-40B4-BE49-F238E27FC236}">
                    <a16:creationId xmlns:a16="http://schemas.microsoft.com/office/drawing/2014/main" id="{3EC11CCC-2712-4535-9A09-D61207258F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3657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6976" name="Group 191">
              <a:extLst>
                <a:ext uri="{FF2B5EF4-FFF2-40B4-BE49-F238E27FC236}">
                  <a16:creationId xmlns:a16="http://schemas.microsoft.com/office/drawing/2014/main" id="{E7903918-4A19-468A-AB8F-B09BEC8264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5" y="2201"/>
              <a:ext cx="48" cy="1886"/>
              <a:chOff x="2438" y="2004"/>
              <a:chExt cx="48" cy="1886"/>
            </a:xfrm>
          </p:grpSpPr>
          <p:sp>
            <p:nvSpPr>
              <p:cNvPr id="76986" name="Rectangle 192">
                <a:extLst>
                  <a:ext uri="{FF2B5EF4-FFF2-40B4-BE49-F238E27FC236}">
                    <a16:creationId xmlns:a16="http://schemas.microsoft.com/office/drawing/2014/main" id="{5A376821-441A-42F1-9A78-AB08FBA3FB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004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87" name="Rectangle 193">
                <a:extLst>
                  <a:ext uri="{FF2B5EF4-FFF2-40B4-BE49-F238E27FC236}">
                    <a16:creationId xmlns:a16="http://schemas.microsoft.com/office/drawing/2014/main" id="{8992BD0E-9100-4CB6-9CA4-708FA376F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231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88" name="Rectangle 194">
                <a:extLst>
                  <a:ext uri="{FF2B5EF4-FFF2-40B4-BE49-F238E27FC236}">
                    <a16:creationId xmlns:a16="http://schemas.microsoft.com/office/drawing/2014/main" id="{13EC7649-DC9A-46C6-88EC-4B502C57B8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469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89" name="Rectangle 195">
                <a:extLst>
                  <a:ext uri="{FF2B5EF4-FFF2-40B4-BE49-F238E27FC236}">
                    <a16:creationId xmlns:a16="http://schemas.microsoft.com/office/drawing/2014/main" id="{B89AA42A-E4F7-4CF2-B2D3-702ABB4E32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707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90" name="Rectangle 196">
                <a:extLst>
                  <a:ext uri="{FF2B5EF4-FFF2-40B4-BE49-F238E27FC236}">
                    <a16:creationId xmlns:a16="http://schemas.microsoft.com/office/drawing/2014/main" id="{F49A8488-E264-4BA1-86E8-37B6D7E87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944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91" name="Rectangle 197">
                <a:extLst>
                  <a:ext uri="{FF2B5EF4-FFF2-40B4-BE49-F238E27FC236}">
                    <a16:creationId xmlns:a16="http://schemas.microsoft.com/office/drawing/2014/main" id="{41FCD2F0-DC11-4005-85F4-91C8C18098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3182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92" name="Rectangle 198">
                <a:extLst>
                  <a:ext uri="{FF2B5EF4-FFF2-40B4-BE49-F238E27FC236}">
                    <a16:creationId xmlns:a16="http://schemas.microsoft.com/office/drawing/2014/main" id="{786F7C29-E57C-4242-AABA-65D80B9EAC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3420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93" name="Rectangle 199">
                <a:extLst>
                  <a:ext uri="{FF2B5EF4-FFF2-40B4-BE49-F238E27FC236}">
                    <a16:creationId xmlns:a16="http://schemas.microsoft.com/office/drawing/2014/main" id="{975E032E-6E1A-45BC-B01E-787254E1C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3657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6977" name="Group 200">
              <a:extLst>
                <a:ext uri="{FF2B5EF4-FFF2-40B4-BE49-F238E27FC236}">
                  <a16:creationId xmlns:a16="http://schemas.microsoft.com/office/drawing/2014/main" id="{2F5CE537-CBE8-45CB-B709-29F44ABC0A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99" y="2192"/>
              <a:ext cx="48" cy="1886"/>
              <a:chOff x="2438" y="2004"/>
              <a:chExt cx="48" cy="1886"/>
            </a:xfrm>
          </p:grpSpPr>
          <p:sp>
            <p:nvSpPr>
              <p:cNvPr id="76978" name="Rectangle 201">
                <a:extLst>
                  <a:ext uri="{FF2B5EF4-FFF2-40B4-BE49-F238E27FC236}">
                    <a16:creationId xmlns:a16="http://schemas.microsoft.com/office/drawing/2014/main" id="{A5850F09-E9E9-4064-B94C-CDE91EC545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004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79" name="Rectangle 202">
                <a:extLst>
                  <a:ext uri="{FF2B5EF4-FFF2-40B4-BE49-F238E27FC236}">
                    <a16:creationId xmlns:a16="http://schemas.microsoft.com/office/drawing/2014/main" id="{0316FA99-9BEE-4946-83C1-8DCC1F62CA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231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80" name="Rectangle 203">
                <a:extLst>
                  <a:ext uri="{FF2B5EF4-FFF2-40B4-BE49-F238E27FC236}">
                    <a16:creationId xmlns:a16="http://schemas.microsoft.com/office/drawing/2014/main" id="{1A16AEA7-7E89-470B-A831-AF0BABB265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469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81" name="Rectangle 204">
                <a:extLst>
                  <a:ext uri="{FF2B5EF4-FFF2-40B4-BE49-F238E27FC236}">
                    <a16:creationId xmlns:a16="http://schemas.microsoft.com/office/drawing/2014/main" id="{5439B6D8-560A-44C9-A86F-913A423C7F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707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82" name="Rectangle 205">
                <a:extLst>
                  <a:ext uri="{FF2B5EF4-FFF2-40B4-BE49-F238E27FC236}">
                    <a16:creationId xmlns:a16="http://schemas.microsoft.com/office/drawing/2014/main" id="{68A46C86-B2E1-4AF4-B27F-21D34427D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944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83" name="Rectangle 206">
                <a:extLst>
                  <a:ext uri="{FF2B5EF4-FFF2-40B4-BE49-F238E27FC236}">
                    <a16:creationId xmlns:a16="http://schemas.microsoft.com/office/drawing/2014/main" id="{BBF63809-C5B7-43E9-92AC-C7828D322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3182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84" name="Rectangle 207">
                <a:extLst>
                  <a:ext uri="{FF2B5EF4-FFF2-40B4-BE49-F238E27FC236}">
                    <a16:creationId xmlns:a16="http://schemas.microsoft.com/office/drawing/2014/main" id="{6053D115-6D6E-4C66-A41D-5DC30B679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3420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85" name="Rectangle 208">
                <a:extLst>
                  <a:ext uri="{FF2B5EF4-FFF2-40B4-BE49-F238E27FC236}">
                    <a16:creationId xmlns:a16="http://schemas.microsoft.com/office/drawing/2014/main" id="{65AD3049-729E-42D9-B9ED-F1FF1637CF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3657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4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4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3">
            <a:extLst>
              <a:ext uri="{FF2B5EF4-FFF2-40B4-BE49-F238E27FC236}">
                <a16:creationId xmlns:a16="http://schemas.microsoft.com/office/drawing/2014/main" id="{CE08CBAB-CCD2-41C9-B778-856EA6640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E26E45F4-5E65-4F8B-B9B0-DB43886CD811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D0BEC7C5-8C86-48C1-A396-DD21FC4926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838200"/>
          </a:xfrm>
        </p:spPr>
        <p:txBody>
          <a:bodyPr/>
          <a:lstStyle/>
          <a:p>
            <a:r>
              <a:rPr lang="en-US" altLang="en-US" b="1"/>
              <a:t>Maxterm Function Example</a:t>
            </a:r>
          </a:p>
        </p:txBody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842BDBF9-00DB-481B-B1DB-B8E3CE2C6B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43138" y="1466850"/>
            <a:ext cx="7772400" cy="4724400"/>
          </a:xfrm>
        </p:spPr>
        <p:txBody>
          <a:bodyPr/>
          <a:lstStyle/>
          <a:p>
            <a:r>
              <a:rPr lang="en-US" altLang="en-US"/>
              <a:t> </a:t>
            </a:r>
          </a:p>
          <a:p>
            <a:r>
              <a:rPr lang="en-US" altLang="en-US"/>
              <a:t>  </a:t>
            </a:r>
            <a:r>
              <a:rPr lang="en-US" altLang="en-US" sz="2800" b="1"/>
              <a:t>F(A, B,C,D) =</a:t>
            </a:r>
          </a:p>
        </p:txBody>
      </p:sp>
      <p:grpSp>
        <p:nvGrpSpPr>
          <p:cNvPr id="78853" name="Group 27">
            <a:extLst>
              <a:ext uri="{FF2B5EF4-FFF2-40B4-BE49-F238E27FC236}">
                <a16:creationId xmlns:a16="http://schemas.microsoft.com/office/drawing/2014/main" id="{1D87DEDF-38C3-412E-92A6-1B639CC62072}"/>
              </a:ext>
            </a:extLst>
          </p:cNvPr>
          <p:cNvGrpSpPr>
            <a:grpSpLocks/>
          </p:cNvGrpSpPr>
          <p:nvPr/>
        </p:nvGrpSpPr>
        <p:grpSpPr bwMode="auto">
          <a:xfrm>
            <a:off x="2906713" y="1504951"/>
            <a:ext cx="4956175" cy="509588"/>
            <a:chOff x="871" y="948"/>
            <a:chExt cx="3122" cy="321"/>
          </a:xfrm>
        </p:grpSpPr>
        <p:sp>
          <p:nvSpPr>
            <p:cNvPr id="78854" name="Rectangle 5">
              <a:extLst>
                <a:ext uri="{FF2B5EF4-FFF2-40B4-BE49-F238E27FC236}">
                  <a16:creationId xmlns:a16="http://schemas.microsoft.com/office/drawing/2014/main" id="{4E508AC8-9C98-4594-BB3B-9A2F129CC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1" y="1115"/>
              <a:ext cx="19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00" b="1">
                  <a:solidFill>
                    <a:srgbClr val="000000"/>
                  </a:solidFill>
                </a:rPr>
                <a:t>  14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55" name="Rectangle 6">
              <a:extLst>
                <a:ext uri="{FF2B5EF4-FFF2-40B4-BE49-F238E27FC236}">
                  <a16:creationId xmlns:a16="http://schemas.microsoft.com/office/drawing/2014/main" id="{A8DBE89D-9831-4019-86A7-26BA0B9D9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3" y="1115"/>
              <a:ext cx="19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00" b="1">
                  <a:solidFill>
                    <a:srgbClr val="000000"/>
                  </a:solidFill>
                </a:rPr>
                <a:t>  11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56" name="Rectangle 7">
              <a:extLst>
                <a:ext uri="{FF2B5EF4-FFF2-40B4-BE49-F238E27FC236}">
                  <a16:creationId xmlns:a16="http://schemas.microsoft.com/office/drawing/2014/main" id="{D221E130-3077-48C3-AEB1-EF97625423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4" y="1115"/>
              <a:ext cx="12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00" b="1">
                  <a:solidFill>
                    <a:srgbClr val="000000"/>
                  </a:solidFill>
                </a:rPr>
                <a:t>  8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57" name="Rectangle 8">
              <a:extLst>
                <a:ext uri="{FF2B5EF4-FFF2-40B4-BE49-F238E27FC236}">
                  <a16:creationId xmlns:a16="http://schemas.microsoft.com/office/drawing/2014/main" id="{F69BDBC9-8773-4275-9558-7C4DA80C4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7" y="1115"/>
              <a:ext cx="9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00" b="1">
                  <a:solidFill>
                    <a:srgbClr val="000000"/>
                  </a:solidFill>
                </a:rPr>
                <a:t> 3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58" name="Rectangle 9">
              <a:extLst>
                <a:ext uri="{FF2B5EF4-FFF2-40B4-BE49-F238E27FC236}">
                  <a16:creationId xmlns:a16="http://schemas.microsoft.com/office/drawing/2014/main" id="{EE0E0AC9-517B-4453-BF15-6796A24F7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9" y="973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M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59" name="Rectangle 10">
              <a:extLst>
                <a:ext uri="{FF2B5EF4-FFF2-40B4-BE49-F238E27FC236}">
                  <a16:creationId xmlns:a16="http://schemas.microsoft.com/office/drawing/2014/main" id="{C08C9157-0261-4728-8BC6-8B89F22A9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0" y="973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M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60" name="Rectangle 11">
              <a:extLst>
                <a:ext uri="{FF2B5EF4-FFF2-40B4-BE49-F238E27FC236}">
                  <a16:creationId xmlns:a16="http://schemas.microsoft.com/office/drawing/2014/main" id="{B77F3ACF-737C-4277-BA4C-4CE45DF2D7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6" y="973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M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61" name="Rectangle 12">
              <a:extLst>
                <a:ext uri="{FF2B5EF4-FFF2-40B4-BE49-F238E27FC236}">
                  <a16:creationId xmlns:a16="http://schemas.microsoft.com/office/drawing/2014/main" id="{F1A9230D-1995-4984-B390-256207409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8" y="973"/>
              <a:ext cx="21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M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62" name="Rectangle 13">
              <a:extLst>
                <a:ext uri="{FF2B5EF4-FFF2-40B4-BE49-F238E27FC236}">
                  <a16:creationId xmlns:a16="http://schemas.microsoft.com/office/drawing/2014/main" id="{311EC0C0-4A25-462A-8C37-66EB56B9E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9" y="973"/>
              <a:ext cx="7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)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63" name="Rectangle 14">
              <a:extLst>
                <a:ext uri="{FF2B5EF4-FFF2-40B4-BE49-F238E27FC236}">
                  <a16:creationId xmlns:a16="http://schemas.microsoft.com/office/drawing/2014/main" id="{7EE66B97-BEAC-4221-8EBA-9702E92DF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0" y="973"/>
              <a:ext cx="16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D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64" name="Rectangle 15">
              <a:extLst>
                <a:ext uri="{FF2B5EF4-FFF2-40B4-BE49-F238E27FC236}">
                  <a16:creationId xmlns:a16="http://schemas.microsoft.com/office/drawing/2014/main" id="{02AB4ADB-59BD-4F39-A2CB-A9CC74EFC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973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,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65" name="Rectangle 16">
              <a:extLst>
                <a:ext uri="{FF2B5EF4-FFF2-40B4-BE49-F238E27FC236}">
                  <a16:creationId xmlns:a16="http://schemas.microsoft.com/office/drawing/2014/main" id="{D32ADD42-3AF2-451F-B739-5688A9788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5" y="973"/>
              <a:ext cx="16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C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66" name="Rectangle 17">
              <a:extLst>
                <a:ext uri="{FF2B5EF4-FFF2-40B4-BE49-F238E27FC236}">
                  <a16:creationId xmlns:a16="http://schemas.microsoft.com/office/drawing/2014/main" id="{27A48184-27FE-4A8A-8E20-67DA8AD95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4" y="973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,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67" name="Rectangle 18">
              <a:extLst>
                <a:ext uri="{FF2B5EF4-FFF2-40B4-BE49-F238E27FC236}">
                  <a16:creationId xmlns:a16="http://schemas.microsoft.com/office/drawing/2014/main" id="{81EFFEB4-D3CB-44FD-BB3D-4E7203511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0" y="973"/>
              <a:ext cx="15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B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68" name="Rectangle 19">
              <a:extLst>
                <a:ext uri="{FF2B5EF4-FFF2-40B4-BE49-F238E27FC236}">
                  <a16:creationId xmlns:a16="http://schemas.microsoft.com/office/drawing/2014/main" id="{C25AFE5A-341C-4FBE-8201-20DD47498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7" y="973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,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69" name="Rectangle 20">
              <a:extLst>
                <a:ext uri="{FF2B5EF4-FFF2-40B4-BE49-F238E27FC236}">
                  <a16:creationId xmlns:a16="http://schemas.microsoft.com/office/drawing/2014/main" id="{68851AB3-7554-4E40-99E7-4FE4EFEFAB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" y="973"/>
              <a:ext cx="16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A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70" name="Rectangle 21">
              <a:extLst>
                <a:ext uri="{FF2B5EF4-FFF2-40B4-BE49-F238E27FC236}">
                  <a16:creationId xmlns:a16="http://schemas.microsoft.com/office/drawing/2014/main" id="{156E1755-26EC-43A3-B7C3-BD5A92F5B6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9" y="973"/>
              <a:ext cx="7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(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71" name="Rectangle 22">
              <a:extLst>
                <a:ext uri="{FF2B5EF4-FFF2-40B4-BE49-F238E27FC236}">
                  <a16:creationId xmlns:a16="http://schemas.microsoft.com/office/drawing/2014/main" id="{70DDDF28-941F-43B3-92D6-C2EEE1BFD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" y="973"/>
              <a:ext cx="13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F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72" name="Rectangle 23">
              <a:extLst>
                <a:ext uri="{FF2B5EF4-FFF2-40B4-BE49-F238E27FC236}">
                  <a16:creationId xmlns:a16="http://schemas.microsoft.com/office/drawing/2014/main" id="{41FFEAFF-42B0-4C28-AA5B-B094E75EA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9" y="948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×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73" name="Rectangle 24">
              <a:extLst>
                <a:ext uri="{FF2B5EF4-FFF2-40B4-BE49-F238E27FC236}">
                  <a16:creationId xmlns:a16="http://schemas.microsoft.com/office/drawing/2014/main" id="{AE5458E1-A351-4D7A-9346-3B7668886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1" y="948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×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74" name="Rectangle 25">
              <a:extLst>
                <a:ext uri="{FF2B5EF4-FFF2-40B4-BE49-F238E27FC236}">
                  <a16:creationId xmlns:a16="http://schemas.microsoft.com/office/drawing/2014/main" id="{5D124E05-0DC9-4BB2-86CC-5E9A00A69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" y="948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×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75" name="Rectangle 26">
              <a:extLst>
                <a:ext uri="{FF2B5EF4-FFF2-40B4-BE49-F238E27FC236}">
                  <a16:creationId xmlns:a16="http://schemas.microsoft.com/office/drawing/2014/main" id="{114E312A-EBEB-4A47-9135-3FC2BE50A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8" y="948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Number Placeholder 3">
            <a:extLst>
              <a:ext uri="{FF2B5EF4-FFF2-40B4-BE49-F238E27FC236}">
                <a16:creationId xmlns:a16="http://schemas.microsoft.com/office/drawing/2014/main" id="{2B296A01-19E1-4B41-A02A-653A4695DF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C7AA5AAF-4988-4AAB-AB57-654EFAE6A669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453D1D5B-1102-4F39-BBBB-F6A4B8544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Canonical Sum of Minterms</a:t>
            </a:r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0119AC6E-54CF-4E65-B101-68401CAD3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71688" y="1282701"/>
            <a:ext cx="7772400" cy="50276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b="1">
                <a:cs typeface="Times New Roman" panose="02020603050405020304" pitchFamily="18" charset="0"/>
              </a:rPr>
              <a:t>Any Boolean function can be expressed as a </a:t>
            </a:r>
            <a:r>
              <a:rPr lang="en-US" altLang="en-US" sz="2800" b="1" u="sng">
                <a:cs typeface="Times New Roman" panose="02020603050405020304" pitchFamily="18" charset="0"/>
              </a:rPr>
              <a:t>Sum of Minterms</a:t>
            </a:r>
            <a:r>
              <a:rPr lang="en-US" altLang="en-US" sz="2800" b="1"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>
                <a:cs typeface="Times New Roman" panose="02020603050405020304" pitchFamily="18" charset="0"/>
              </a:rPr>
              <a:t>For the function table, the </a:t>
            </a:r>
            <a:r>
              <a:rPr lang="en-US" altLang="en-US" sz="2400" b="1" u="sng">
                <a:cs typeface="Times New Roman" panose="02020603050405020304" pitchFamily="18" charset="0"/>
              </a:rPr>
              <a:t>minterms</a:t>
            </a:r>
            <a:r>
              <a:rPr lang="en-US" altLang="en-US" sz="2400" b="1">
                <a:cs typeface="Times New Roman" panose="02020603050405020304" pitchFamily="18" charset="0"/>
              </a:rPr>
              <a:t> used are the terms corresponding to the 1's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>
                <a:cs typeface="Times New Roman" panose="02020603050405020304" pitchFamily="18" charset="0"/>
              </a:rPr>
              <a:t>For expressions, </a:t>
            </a:r>
            <a:r>
              <a:rPr lang="en-US" altLang="en-US" sz="2400" b="1" u="sng">
                <a:cs typeface="Times New Roman" panose="02020603050405020304" pitchFamily="18" charset="0"/>
              </a:rPr>
              <a:t>expand</a:t>
            </a:r>
            <a:r>
              <a:rPr lang="en-US" altLang="en-US" sz="2400" b="1">
                <a:cs typeface="Times New Roman" panose="02020603050405020304" pitchFamily="18" charset="0"/>
              </a:rPr>
              <a:t> all terms first to explicitly list all minterms.  Do this by “ANDing” any term missing a variable v with a term (          ).</a:t>
            </a:r>
          </a:p>
          <a:p>
            <a:pPr>
              <a:lnSpc>
                <a:spcPct val="90000"/>
              </a:lnSpc>
            </a:pPr>
            <a:r>
              <a:rPr lang="en-US" altLang="en-US" sz="2800" b="1">
                <a:cs typeface="Times New Roman" panose="02020603050405020304" pitchFamily="18" charset="0"/>
              </a:rPr>
              <a:t>Example:   Implement                       as a sum of minterms.</a:t>
            </a:r>
            <a:endParaRPr lang="en-US" altLang="en-US" sz="280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 b="1">
                <a:cs typeface="Times New Roman" panose="02020603050405020304" pitchFamily="18" charset="0"/>
              </a:rPr>
              <a:t>	First expand terms:	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 b="1">
                <a:cs typeface="Times New Roman" panose="02020603050405020304" pitchFamily="18" charset="0"/>
              </a:rPr>
              <a:t>	Then distribute terms: 	</a:t>
            </a:r>
            <a:endParaRPr lang="en-US" altLang="en-US" sz="240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 b="1">
                <a:cs typeface="Times New Roman" panose="02020603050405020304" pitchFamily="18" charset="0"/>
              </a:rPr>
              <a:t>	Express as sum of minterms: f = m</a:t>
            </a:r>
            <a:r>
              <a:rPr lang="en-US" altLang="en-US" sz="2400" b="1" baseline="-25000">
                <a:cs typeface="Times New Roman" panose="02020603050405020304" pitchFamily="18" charset="0"/>
              </a:rPr>
              <a:t>3 </a:t>
            </a:r>
            <a:r>
              <a:rPr lang="en-US" altLang="en-US" sz="2400" b="1">
                <a:cs typeface="Times New Roman" panose="02020603050405020304" pitchFamily="18" charset="0"/>
              </a:rPr>
              <a:t>+ m</a:t>
            </a:r>
            <a:r>
              <a:rPr lang="en-US" altLang="en-US" sz="2400" b="1" baseline="-25000">
                <a:cs typeface="Times New Roman" panose="02020603050405020304" pitchFamily="18" charset="0"/>
              </a:rPr>
              <a:t>2 </a:t>
            </a:r>
            <a:r>
              <a:rPr lang="en-US" altLang="en-US" sz="2400" b="1">
                <a:cs typeface="Times New Roman" panose="02020603050405020304" pitchFamily="18" charset="0"/>
              </a:rPr>
              <a:t>+ m</a:t>
            </a:r>
            <a:r>
              <a:rPr lang="en-US" altLang="en-US" sz="2400" b="1" baseline="-25000">
                <a:cs typeface="Times New Roman" panose="02020603050405020304" pitchFamily="18" charset="0"/>
              </a:rPr>
              <a:t>0</a:t>
            </a:r>
            <a:r>
              <a:rPr lang="en-US" altLang="en-US" sz="2400"/>
              <a:t> </a:t>
            </a:r>
          </a:p>
        </p:txBody>
      </p:sp>
      <p:grpSp>
        <p:nvGrpSpPr>
          <p:cNvPr id="80901" name="Group 48">
            <a:extLst>
              <a:ext uri="{FF2B5EF4-FFF2-40B4-BE49-F238E27FC236}">
                <a16:creationId xmlns:a16="http://schemas.microsoft.com/office/drawing/2014/main" id="{E07ADF70-9A87-4155-96A1-A9D15CB7376E}"/>
              </a:ext>
            </a:extLst>
          </p:cNvPr>
          <p:cNvGrpSpPr>
            <a:grpSpLocks/>
          </p:cNvGrpSpPr>
          <p:nvPr/>
        </p:nvGrpSpPr>
        <p:grpSpPr bwMode="auto">
          <a:xfrm>
            <a:off x="6064251" y="3884614"/>
            <a:ext cx="1573213" cy="466725"/>
            <a:chOff x="2860" y="2492"/>
            <a:chExt cx="991" cy="294"/>
          </a:xfrm>
        </p:grpSpPr>
        <p:sp>
          <p:nvSpPr>
            <p:cNvPr id="80934" name="Line 9">
              <a:extLst>
                <a:ext uri="{FF2B5EF4-FFF2-40B4-BE49-F238E27FC236}">
                  <a16:creationId xmlns:a16="http://schemas.microsoft.com/office/drawing/2014/main" id="{A550E2EF-683E-44A0-9188-6EB1C07221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3" y="2566"/>
              <a:ext cx="104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0935" name="Line 10">
              <a:extLst>
                <a:ext uri="{FF2B5EF4-FFF2-40B4-BE49-F238E27FC236}">
                  <a16:creationId xmlns:a16="http://schemas.microsoft.com/office/drawing/2014/main" id="{20B04F9F-07F2-42BC-A488-989FC00DA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9" y="2566"/>
              <a:ext cx="11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0936" name="Rectangle 11">
              <a:extLst>
                <a:ext uri="{FF2B5EF4-FFF2-40B4-BE49-F238E27FC236}">
                  <a16:creationId xmlns:a16="http://schemas.microsoft.com/office/drawing/2014/main" id="{61B19D93-4E47-486C-B621-DAB4A01B72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9" y="2517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y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0937" name="Rectangle 12">
              <a:extLst>
                <a:ext uri="{FF2B5EF4-FFF2-40B4-BE49-F238E27FC236}">
                  <a16:creationId xmlns:a16="http://schemas.microsoft.com/office/drawing/2014/main" id="{2ED6D885-4D1E-4287-9FC1-26F5ED10C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8" y="2517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x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0938" name="Rectangle 13">
              <a:extLst>
                <a:ext uri="{FF2B5EF4-FFF2-40B4-BE49-F238E27FC236}">
                  <a16:creationId xmlns:a16="http://schemas.microsoft.com/office/drawing/2014/main" id="{D8A4C986-0D6A-4E53-85FE-7E34D5B9E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4" y="2517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x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0939" name="Rectangle 14">
              <a:extLst>
                <a:ext uri="{FF2B5EF4-FFF2-40B4-BE49-F238E27FC236}">
                  <a16:creationId xmlns:a16="http://schemas.microsoft.com/office/drawing/2014/main" id="{A1C074B4-49E4-4B1F-927A-B465F7AEDF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0" y="2517"/>
              <a:ext cx="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f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0940" name="Rectangle 15">
              <a:extLst>
                <a:ext uri="{FF2B5EF4-FFF2-40B4-BE49-F238E27FC236}">
                  <a16:creationId xmlns:a16="http://schemas.microsoft.com/office/drawing/2014/main" id="{516CDA62-3BEA-4525-A77D-76DE7405B8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0" y="2492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0941" name="Rectangle 16">
              <a:extLst>
                <a:ext uri="{FF2B5EF4-FFF2-40B4-BE49-F238E27FC236}">
                  <a16:creationId xmlns:a16="http://schemas.microsoft.com/office/drawing/2014/main" id="{69E3F309-6725-4355-8C85-9D3E29135C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4" y="2492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sp>
        <p:nvSpPr>
          <p:cNvPr id="80902" name="Line 17">
            <a:extLst>
              <a:ext uri="{FF2B5EF4-FFF2-40B4-BE49-F238E27FC236}">
                <a16:creationId xmlns:a16="http://schemas.microsoft.com/office/drawing/2014/main" id="{3D1DAD74-9E92-4EBF-B20E-CD1CA47069A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34275" y="5243514"/>
            <a:ext cx="177800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903" name="Line 18">
            <a:extLst>
              <a:ext uri="{FF2B5EF4-FFF2-40B4-BE49-F238E27FC236}">
                <a16:creationId xmlns:a16="http://schemas.microsoft.com/office/drawing/2014/main" id="{68DD7391-5FBB-455C-AB88-EAB832CFB617}"/>
              </a:ext>
            </a:extLst>
          </p:cNvPr>
          <p:cNvSpPr>
            <a:spLocks noChangeShapeType="1"/>
          </p:cNvSpPr>
          <p:nvPr/>
        </p:nvSpPr>
        <p:spPr bwMode="auto">
          <a:xfrm>
            <a:off x="8035926" y="5243514"/>
            <a:ext cx="163513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904" name="Line 19">
            <a:extLst>
              <a:ext uri="{FF2B5EF4-FFF2-40B4-BE49-F238E27FC236}">
                <a16:creationId xmlns:a16="http://schemas.microsoft.com/office/drawing/2014/main" id="{4D58BEC1-5A41-45D0-A1EC-B4A5635F83AC}"/>
              </a:ext>
            </a:extLst>
          </p:cNvPr>
          <p:cNvSpPr>
            <a:spLocks noChangeShapeType="1"/>
          </p:cNvSpPr>
          <p:nvPr/>
        </p:nvSpPr>
        <p:spPr bwMode="auto">
          <a:xfrm>
            <a:off x="8320088" y="5243514"/>
            <a:ext cx="177800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905" name="Rectangle 20">
            <a:extLst>
              <a:ext uri="{FF2B5EF4-FFF2-40B4-BE49-F238E27FC236}">
                <a16:creationId xmlns:a16="http://schemas.microsoft.com/office/drawing/2014/main" id="{7BFB075E-3EB3-474D-87AD-D791DA4E2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1500" y="4738689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0906" name="Rectangle 21">
            <a:extLst>
              <a:ext uri="{FF2B5EF4-FFF2-40B4-BE49-F238E27FC236}">
                <a16:creationId xmlns:a16="http://schemas.microsoft.com/office/drawing/2014/main" id="{BBCCB3C4-2AA7-4B1F-8253-ADCBCC7CE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0663" y="4738689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0907" name="Rectangle 22">
            <a:extLst>
              <a:ext uri="{FF2B5EF4-FFF2-40B4-BE49-F238E27FC236}">
                <a16:creationId xmlns:a16="http://schemas.microsoft.com/office/drawing/2014/main" id="{AE7241B8-AB8D-485E-9A45-249EB4C93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2988" y="4738689"/>
            <a:ext cx="12022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)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0908" name="Rectangle 23">
            <a:extLst>
              <a:ext uri="{FF2B5EF4-FFF2-40B4-BE49-F238E27FC236}">
                <a16:creationId xmlns:a16="http://schemas.microsoft.com/office/drawing/2014/main" id="{2234EF85-DB89-4CA8-8324-14147A61F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375" y="4738689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0909" name="Rectangle 24">
            <a:extLst>
              <a:ext uri="{FF2B5EF4-FFF2-40B4-BE49-F238E27FC236}">
                <a16:creationId xmlns:a16="http://schemas.microsoft.com/office/drawing/2014/main" id="{3783F4D7-BCE8-481B-9C1A-9F098891D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4325" y="4738689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0910" name="Rectangle 25">
            <a:extLst>
              <a:ext uri="{FF2B5EF4-FFF2-40B4-BE49-F238E27FC236}">
                <a16:creationId xmlns:a16="http://schemas.microsoft.com/office/drawing/2014/main" id="{E380D4D3-0570-4404-A296-83752AF67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1451" y="4738689"/>
            <a:ext cx="1190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(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0911" name="Rectangle 26">
            <a:extLst>
              <a:ext uri="{FF2B5EF4-FFF2-40B4-BE49-F238E27FC236}">
                <a16:creationId xmlns:a16="http://schemas.microsoft.com/office/drawing/2014/main" id="{DA572A00-F290-4B3E-B358-7298B8332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2538" y="4738689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0912" name="Rectangle 27">
            <a:extLst>
              <a:ext uri="{FF2B5EF4-FFF2-40B4-BE49-F238E27FC236}">
                <a16:creationId xmlns:a16="http://schemas.microsoft.com/office/drawing/2014/main" id="{C23622EA-1F61-404B-A7E3-C0F511EC0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2313" y="4738689"/>
            <a:ext cx="12022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f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0913" name="Rectangle 28">
            <a:extLst>
              <a:ext uri="{FF2B5EF4-FFF2-40B4-BE49-F238E27FC236}">
                <a16:creationId xmlns:a16="http://schemas.microsoft.com/office/drawing/2014/main" id="{EB89003E-BE37-4E8D-86BB-E3215370D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5551" y="4699000"/>
            <a:ext cx="1952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0914" name="Rectangle 29">
            <a:extLst>
              <a:ext uri="{FF2B5EF4-FFF2-40B4-BE49-F238E27FC236}">
                <a16:creationId xmlns:a16="http://schemas.microsoft.com/office/drawing/2014/main" id="{EB6A55B2-57D3-4859-82D5-37767AFB4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6738" y="4699001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0915" name="Rectangle 30">
            <a:extLst>
              <a:ext uri="{FF2B5EF4-FFF2-40B4-BE49-F238E27FC236}">
                <a16:creationId xmlns:a16="http://schemas.microsoft.com/office/drawing/2014/main" id="{C4490EB3-2E53-4BF9-ACA8-2D94803DA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6788" y="4699001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=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0916" name="Rectangle 34">
            <a:extLst>
              <a:ext uri="{FF2B5EF4-FFF2-40B4-BE49-F238E27FC236}">
                <a16:creationId xmlns:a16="http://schemas.microsoft.com/office/drawing/2014/main" id="{280435CF-13EF-40AE-8FBA-7AB716580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1513" y="514032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0917" name="Rectangle 35">
            <a:extLst>
              <a:ext uri="{FF2B5EF4-FFF2-40B4-BE49-F238E27FC236}">
                <a16:creationId xmlns:a16="http://schemas.microsoft.com/office/drawing/2014/main" id="{A8339CDB-30DC-4E13-B220-A2C116355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9575" y="514032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0918" name="Rectangle 36">
            <a:extLst>
              <a:ext uri="{FF2B5EF4-FFF2-40B4-BE49-F238E27FC236}">
                <a16:creationId xmlns:a16="http://schemas.microsoft.com/office/drawing/2014/main" id="{FCC43C2D-D9F8-4742-B832-569664EB0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2050" y="514032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0919" name="Rectangle 37">
            <a:extLst>
              <a:ext uri="{FF2B5EF4-FFF2-40B4-BE49-F238E27FC236}">
                <a16:creationId xmlns:a16="http://schemas.microsoft.com/office/drawing/2014/main" id="{03795AE7-A22D-4ACA-A5AD-763B9B988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0438" y="514032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0920" name="Rectangle 38">
            <a:extLst>
              <a:ext uri="{FF2B5EF4-FFF2-40B4-BE49-F238E27FC236}">
                <a16:creationId xmlns:a16="http://schemas.microsoft.com/office/drawing/2014/main" id="{31477D1E-BD4A-4835-968E-59C7B6960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3525" y="5140325"/>
            <a:ext cx="355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0921" name="Rectangle 39">
            <a:extLst>
              <a:ext uri="{FF2B5EF4-FFF2-40B4-BE49-F238E27FC236}">
                <a16:creationId xmlns:a16="http://schemas.microsoft.com/office/drawing/2014/main" id="{05D40C0C-B8AC-429B-9F58-3A4618475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1" y="5140325"/>
            <a:ext cx="1190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f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0922" name="Rectangle 40">
            <a:extLst>
              <a:ext uri="{FF2B5EF4-FFF2-40B4-BE49-F238E27FC236}">
                <a16:creationId xmlns:a16="http://schemas.microsoft.com/office/drawing/2014/main" id="{28489F6B-7261-41AC-B1E8-D1C3CC92B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4463" y="5100639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0923" name="Rectangle 41">
            <a:extLst>
              <a:ext uri="{FF2B5EF4-FFF2-40B4-BE49-F238E27FC236}">
                <a16:creationId xmlns:a16="http://schemas.microsoft.com/office/drawing/2014/main" id="{6B6F1122-47C7-4E0C-AC8E-0A8B7BDF6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3738" y="5100639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0924" name="Rectangle 42">
            <a:extLst>
              <a:ext uri="{FF2B5EF4-FFF2-40B4-BE49-F238E27FC236}">
                <a16:creationId xmlns:a16="http://schemas.microsoft.com/office/drawing/2014/main" id="{A1C2F46C-272C-4499-8334-6651B53A8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7776" y="5100639"/>
            <a:ext cx="1952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=</a:t>
            </a:r>
            <a:endParaRPr lang="en-US" altLang="en-US" sz="2400">
              <a:solidFill>
                <a:srgbClr val="000000"/>
              </a:solidFill>
            </a:endParaRPr>
          </a:p>
        </p:txBody>
      </p:sp>
      <p:grpSp>
        <p:nvGrpSpPr>
          <p:cNvPr id="80925" name="Group 50">
            <a:extLst>
              <a:ext uri="{FF2B5EF4-FFF2-40B4-BE49-F238E27FC236}">
                <a16:creationId xmlns:a16="http://schemas.microsoft.com/office/drawing/2014/main" id="{0528F96E-B8B2-441A-B6C4-E1961410912A}"/>
              </a:ext>
            </a:extLst>
          </p:cNvPr>
          <p:cNvGrpSpPr>
            <a:grpSpLocks/>
          </p:cNvGrpSpPr>
          <p:nvPr/>
        </p:nvGrpSpPr>
        <p:grpSpPr bwMode="auto">
          <a:xfrm>
            <a:off x="7253289" y="3497263"/>
            <a:ext cx="877887" cy="552450"/>
            <a:chOff x="3609" y="2203"/>
            <a:chExt cx="553" cy="348"/>
          </a:xfrm>
        </p:grpSpPr>
        <p:graphicFrame>
          <p:nvGraphicFramePr>
            <p:cNvPr id="80929" name="Object 3">
              <a:extLst>
                <a:ext uri="{FF2B5EF4-FFF2-40B4-BE49-F238E27FC236}">
                  <a16:creationId xmlns:a16="http://schemas.microsoft.com/office/drawing/2014/main" id="{8EAD2ED3-5F74-43BD-AEA1-301532D23C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7" y="2287"/>
            <a:ext cx="120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" name="Equation" r:id="rId4" imgW="190500" imgH="419100" progId="Equation.3">
                    <p:embed/>
                  </p:oleObj>
                </mc:Choice>
                <mc:Fallback>
                  <p:oleObj name="Equation" r:id="rId4" imgW="190500" imgH="419100" progId="Equation.3">
                    <p:embed/>
                    <p:pic>
                      <p:nvPicPr>
                        <p:cNvPr id="80929" name="Object 3">
                          <a:extLst>
                            <a:ext uri="{FF2B5EF4-FFF2-40B4-BE49-F238E27FC236}">
                              <a16:creationId xmlns:a16="http://schemas.microsoft.com/office/drawing/2014/main" id="{8EAD2ED3-5F74-43BD-AEA1-301532D23CD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7" y="2287"/>
                          <a:ext cx="120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0930" name="Line 43">
              <a:extLst>
                <a:ext uri="{FF2B5EF4-FFF2-40B4-BE49-F238E27FC236}">
                  <a16:creationId xmlns:a16="http://schemas.microsoft.com/office/drawing/2014/main" id="{B6EBF43C-6EAE-42A8-8074-2A2886AAD6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8" y="2285"/>
              <a:ext cx="109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0931" name="Rectangle 44">
              <a:extLst>
                <a:ext uri="{FF2B5EF4-FFF2-40B4-BE49-F238E27FC236}">
                  <a16:creationId xmlns:a16="http://schemas.microsoft.com/office/drawing/2014/main" id="{1741375A-C3D3-4CF1-BAC7-31C194985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8" y="2228"/>
              <a:ext cx="2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v 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0932" name="Rectangle 45">
              <a:extLst>
                <a:ext uri="{FF2B5EF4-FFF2-40B4-BE49-F238E27FC236}">
                  <a16:creationId xmlns:a16="http://schemas.microsoft.com/office/drawing/2014/main" id="{D12C4B6F-59B8-4301-AEFD-E90274039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9" y="2228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v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0933" name="Rectangle 46">
              <a:extLst>
                <a:ext uri="{FF2B5EF4-FFF2-40B4-BE49-F238E27FC236}">
                  <a16:creationId xmlns:a16="http://schemas.microsoft.com/office/drawing/2014/main" id="{8E802A26-3240-4FA8-A69E-196D0AD66D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5" y="2203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sp>
        <p:nvSpPr>
          <p:cNvPr id="80926" name="Line 54">
            <a:extLst>
              <a:ext uri="{FF2B5EF4-FFF2-40B4-BE49-F238E27FC236}">
                <a16:creationId xmlns:a16="http://schemas.microsoft.com/office/drawing/2014/main" id="{8EDAE39B-D1C4-4DC7-ACA8-B8F4A57D69CB}"/>
              </a:ext>
            </a:extLst>
          </p:cNvPr>
          <p:cNvSpPr>
            <a:spLocks noChangeShapeType="1"/>
          </p:cNvSpPr>
          <p:nvPr/>
        </p:nvSpPr>
        <p:spPr bwMode="auto">
          <a:xfrm>
            <a:off x="7186613" y="4838700"/>
            <a:ext cx="1778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927" name="Line 55">
            <a:extLst>
              <a:ext uri="{FF2B5EF4-FFF2-40B4-BE49-F238E27FC236}">
                <a16:creationId xmlns:a16="http://schemas.microsoft.com/office/drawing/2014/main" id="{7D9B7262-D8E0-4230-B82B-6111B7F26C5D}"/>
              </a:ext>
            </a:extLst>
          </p:cNvPr>
          <p:cNvSpPr>
            <a:spLocks noChangeShapeType="1"/>
          </p:cNvSpPr>
          <p:nvPr/>
        </p:nvSpPr>
        <p:spPr bwMode="auto">
          <a:xfrm>
            <a:off x="7831138" y="4838700"/>
            <a:ext cx="163512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928" name="Line 56">
            <a:extLst>
              <a:ext uri="{FF2B5EF4-FFF2-40B4-BE49-F238E27FC236}">
                <a16:creationId xmlns:a16="http://schemas.microsoft.com/office/drawing/2014/main" id="{0598CA38-8879-4FED-A164-B33D01C57F4F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2450" y="4838700"/>
            <a:ext cx="1778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Number Placeholder 3">
            <a:extLst>
              <a:ext uri="{FF2B5EF4-FFF2-40B4-BE49-F238E27FC236}">
                <a16:creationId xmlns:a16="http://schemas.microsoft.com/office/drawing/2014/main" id="{5C47030A-E5D7-4CA9-A75C-925535D1BF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7F463E87-EC45-4E13-9C93-EF1E17BE44DD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82947" name="Rectangle 1026">
            <a:extLst>
              <a:ext uri="{FF2B5EF4-FFF2-40B4-BE49-F238E27FC236}">
                <a16:creationId xmlns:a16="http://schemas.microsoft.com/office/drawing/2014/main" id="{433DAC22-9AE9-4CBC-927F-BF85467F6F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Another SOM Example</a:t>
            </a:r>
          </a:p>
        </p:txBody>
      </p:sp>
      <p:sp>
        <p:nvSpPr>
          <p:cNvPr id="82948" name="Rectangle 1027">
            <a:extLst>
              <a:ext uri="{FF2B5EF4-FFF2-40B4-BE49-F238E27FC236}">
                <a16:creationId xmlns:a16="http://schemas.microsoft.com/office/drawing/2014/main" id="{DBAD054D-FDD1-4D44-8EC7-566CFD65E3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b="1">
                <a:cs typeface="Times New Roman" panose="02020603050405020304" pitchFamily="18" charset="0"/>
              </a:rPr>
              <a:t>Example:</a:t>
            </a:r>
            <a:endParaRPr lang="en-US" altLang="en-US" sz="280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800" b="1">
                <a:cs typeface="Times New Roman" panose="02020603050405020304" pitchFamily="18" charset="0"/>
              </a:rPr>
              <a:t>There are three variables, A, B, and C which we take to be the standard order.</a:t>
            </a:r>
            <a:endParaRPr lang="en-US" altLang="en-US" sz="280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800" b="1">
                <a:cs typeface="Times New Roman" panose="02020603050405020304" pitchFamily="18" charset="0"/>
              </a:rPr>
              <a:t>Expanding the terms with missing variables:</a:t>
            </a:r>
          </a:p>
          <a:p>
            <a:pPr>
              <a:lnSpc>
                <a:spcPct val="90000"/>
              </a:lnSpc>
            </a:pPr>
            <a:endParaRPr lang="en-US" altLang="en-US" sz="2800" b="1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en-US" sz="2800" b="1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en-US" sz="280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en-US" sz="280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800" b="1">
                <a:cs typeface="Times New Roman" panose="02020603050405020304" pitchFamily="18" charset="0"/>
              </a:rPr>
              <a:t>Collect terms (removing all but one of duplicate terms): </a:t>
            </a:r>
            <a:endParaRPr lang="en-US" altLang="en-US" sz="280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800" b="1">
                <a:cs typeface="Times New Roman" panose="02020603050405020304" pitchFamily="18" charset="0"/>
              </a:rPr>
              <a:t>Express as SOM:</a:t>
            </a:r>
            <a:r>
              <a:rPr lang="en-US" altLang="en-US" sz="2800"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90000"/>
              </a:lnSpc>
            </a:pPr>
            <a:endParaRPr lang="en-US" altLang="en-US" sz="280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en-US" sz="280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en-US" sz="2800"/>
          </a:p>
        </p:txBody>
      </p:sp>
      <p:graphicFrame>
        <p:nvGraphicFramePr>
          <p:cNvPr id="82949" name="Object 1028">
            <a:extLst>
              <a:ext uri="{FF2B5EF4-FFF2-40B4-BE49-F238E27FC236}">
                <a16:creationId xmlns:a16="http://schemas.microsoft.com/office/drawing/2014/main" id="{792B7C0D-6DBD-48DF-ACA1-791E3FB838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0750" y="3219450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4" imgW="190500" imgH="419100" progId="Equation.3">
                  <p:embed/>
                </p:oleObj>
              </mc:Choice>
              <mc:Fallback>
                <p:oleObj name="Equation" r:id="rId4" imgW="190500" imgH="419100" progId="Equation.3">
                  <p:embed/>
                  <p:pic>
                    <p:nvPicPr>
                      <p:cNvPr id="82949" name="Object 1028">
                        <a:extLst>
                          <a:ext uri="{FF2B5EF4-FFF2-40B4-BE49-F238E27FC236}">
                            <a16:creationId xmlns:a16="http://schemas.microsoft.com/office/drawing/2014/main" id="{792B7C0D-6DBD-48DF-ACA1-791E3FB838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0" y="3219450"/>
                        <a:ext cx="19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950" name="Group 1042">
            <a:extLst>
              <a:ext uri="{FF2B5EF4-FFF2-40B4-BE49-F238E27FC236}">
                <a16:creationId xmlns:a16="http://schemas.microsoft.com/office/drawing/2014/main" id="{E9D7183D-D2B6-49E9-BF02-95C67474AF22}"/>
              </a:ext>
            </a:extLst>
          </p:cNvPr>
          <p:cNvGrpSpPr>
            <a:grpSpLocks/>
          </p:cNvGrpSpPr>
          <p:nvPr/>
        </p:nvGrpSpPr>
        <p:grpSpPr bwMode="auto">
          <a:xfrm>
            <a:off x="4270374" y="1273175"/>
            <a:ext cx="1739900" cy="469900"/>
            <a:chOff x="1730" y="802"/>
            <a:chExt cx="1096" cy="296"/>
          </a:xfrm>
        </p:grpSpPr>
        <p:sp>
          <p:nvSpPr>
            <p:cNvPr id="82951" name="Line 1030">
              <a:extLst>
                <a:ext uri="{FF2B5EF4-FFF2-40B4-BE49-F238E27FC236}">
                  <a16:creationId xmlns:a16="http://schemas.microsoft.com/office/drawing/2014/main" id="{D45E30BA-2E12-46F3-ABA1-1F1E3BE47D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7" y="836"/>
              <a:ext cx="137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2952" name="Rectangle 1031">
              <a:extLst>
                <a:ext uri="{FF2B5EF4-FFF2-40B4-BE49-F238E27FC236}">
                  <a16:creationId xmlns:a16="http://schemas.microsoft.com/office/drawing/2014/main" id="{8DD2D341-E8EA-4B44-9353-22CF4DA9F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2" y="827"/>
              <a:ext cx="16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C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2953" name="Rectangle 1032">
              <a:extLst>
                <a:ext uri="{FF2B5EF4-FFF2-40B4-BE49-F238E27FC236}">
                  <a16:creationId xmlns:a16="http://schemas.microsoft.com/office/drawing/2014/main" id="{4614A87B-58CB-4914-BE3B-8CF87E9AF6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4" y="827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2954" name="Rectangle 1033">
              <a:extLst>
                <a:ext uri="{FF2B5EF4-FFF2-40B4-BE49-F238E27FC236}">
                  <a16:creationId xmlns:a16="http://schemas.microsoft.com/office/drawing/2014/main" id="{6C200EC2-5972-41C5-8261-B9C9D35132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827"/>
              <a:ext cx="15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B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2955" name="Rectangle 1034">
              <a:extLst>
                <a:ext uri="{FF2B5EF4-FFF2-40B4-BE49-F238E27FC236}">
                  <a16:creationId xmlns:a16="http://schemas.microsoft.com/office/drawing/2014/main" id="{91711590-2D02-44AC-9EA5-C229DF3A0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1" y="827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2956" name="Rectangle 1035">
              <a:extLst>
                <a:ext uri="{FF2B5EF4-FFF2-40B4-BE49-F238E27FC236}">
                  <a16:creationId xmlns:a16="http://schemas.microsoft.com/office/drawing/2014/main" id="{257AEDCD-F90D-4B32-B9A3-92A4DCE2E1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5" y="827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2957" name="Rectangle 1036">
              <a:extLst>
                <a:ext uri="{FF2B5EF4-FFF2-40B4-BE49-F238E27FC236}">
                  <a16:creationId xmlns:a16="http://schemas.microsoft.com/office/drawing/2014/main" id="{7976F8FC-3665-4130-A3AF-02EA4D80D4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5" y="827"/>
              <a:ext cx="16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A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2958" name="Rectangle 1037">
              <a:extLst>
                <a:ext uri="{FF2B5EF4-FFF2-40B4-BE49-F238E27FC236}">
                  <a16:creationId xmlns:a16="http://schemas.microsoft.com/office/drawing/2014/main" id="{99A7BDC0-3AC7-4775-8828-153BD8D4A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2" y="827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2959" name="Rectangle 1038">
              <a:extLst>
                <a:ext uri="{FF2B5EF4-FFF2-40B4-BE49-F238E27FC236}">
                  <a16:creationId xmlns:a16="http://schemas.microsoft.com/office/drawing/2014/main" id="{52601E46-412B-4FF7-8961-372842925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8" y="827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2960" name="Rectangle 1039">
              <a:extLst>
                <a:ext uri="{FF2B5EF4-FFF2-40B4-BE49-F238E27FC236}">
                  <a16:creationId xmlns:a16="http://schemas.microsoft.com/office/drawing/2014/main" id="{104659DE-48D4-4982-8917-172CD2862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" y="827"/>
              <a:ext cx="13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F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2961" name="Rectangle 1040">
              <a:extLst>
                <a:ext uri="{FF2B5EF4-FFF2-40B4-BE49-F238E27FC236}">
                  <a16:creationId xmlns:a16="http://schemas.microsoft.com/office/drawing/2014/main" id="{85AF6F82-D5D9-4548-A69C-F90800811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8" y="802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2962" name="Rectangle 1041">
              <a:extLst>
                <a:ext uri="{FF2B5EF4-FFF2-40B4-BE49-F238E27FC236}">
                  <a16:creationId xmlns:a16="http://schemas.microsoft.com/office/drawing/2014/main" id="{40C94C6B-773F-47E9-AF9F-C94EB1E9A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2" y="802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Number Placeholder 3">
            <a:extLst>
              <a:ext uri="{FF2B5EF4-FFF2-40B4-BE49-F238E27FC236}">
                <a16:creationId xmlns:a16="http://schemas.microsoft.com/office/drawing/2014/main" id="{72031D72-8F16-4020-89ED-8AE79403D9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0828368C-46CF-4152-B3E7-4B3C604F772A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5E27B26F-EF9B-47A1-BF61-5CDC5F51DF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Shorthand SOM Form</a:t>
            </a:r>
          </a:p>
        </p:txBody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82470C44-415F-47A1-AFA1-5C37EE64B3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b="1">
                <a:cs typeface="Times New Roman" panose="02020603050405020304" pitchFamily="18" charset="0"/>
              </a:rPr>
              <a:t>From the previous example, we started with:</a:t>
            </a:r>
          </a:p>
          <a:p>
            <a:endParaRPr lang="en-US" altLang="en-US" sz="2800">
              <a:cs typeface="Times New Roman" panose="02020603050405020304" pitchFamily="18" charset="0"/>
            </a:endParaRPr>
          </a:p>
          <a:p>
            <a:r>
              <a:rPr lang="en-US" altLang="en-US" sz="2800" b="1">
                <a:cs typeface="Times New Roman" panose="02020603050405020304" pitchFamily="18" charset="0"/>
              </a:rPr>
              <a:t>We ended up with:</a:t>
            </a:r>
            <a:endParaRPr lang="en-US" altLang="en-US" sz="2800"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800" b="1">
                <a:cs typeface="Times New Roman" panose="02020603050405020304" pitchFamily="18" charset="0"/>
              </a:rPr>
              <a:t>F = m</a:t>
            </a:r>
            <a:r>
              <a:rPr lang="en-US" altLang="en-US" sz="2800" b="1" baseline="-25000">
                <a:cs typeface="Times New Roman" panose="02020603050405020304" pitchFamily="18" charset="0"/>
              </a:rPr>
              <a:t>1</a:t>
            </a:r>
            <a:r>
              <a:rPr lang="en-US" altLang="en-US" sz="2800" b="1">
                <a:cs typeface="Times New Roman" panose="02020603050405020304" pitchFamily="18" charset="0"/>
              </a:rPr>
              <a:t>+m</a:t>
            </a:r>
            <a:r>
              <a:rPr lang="en-US" altLang="en-US" sz="2800" b="1" baseline="-25000">
                <a:cs typeface="Times New Roman" panose="02020603050405020304" pitchFamily="18" charset="0"/>
              </a:rPr>
              <a:t>4</a:t>
            </a:r>
            <a:r>
              <a:rPr lang="en-US" altLang="en-US" sz="2800" b="1">
                <a:cs typeface="Times New Roman" panose="02020603050405020304" pitchFamily="18" charset="0"/>
              </a:rPr>
              <a:t>+m</a:t>
            </a:r>
            <a:r>
              <a:rPr lang="en-US" altLang="en-US" sz="2800" b="1" baseline="-25000">
                <a:cs typeface="Times New Roman" panose="02020603050405020304" pitchFamily="18" charset="0"/>
              </a:rPr>
              <a:t>5</a:t>
            </a:r>
            <a:r>
              <a:rPr lang="en-US" altLang="en-US" sz="2800" b="1">
                <a:cs typeface="Times New Roman" panose="02020603050405020304" pitchFamily="18" charset="0"/>
              </a:rPr>
              <a:t>+m</a:t>
            </a:r>
            <a:r>
              <a:rPr lang="en-US" altLang="en-US" sz="2800" b="1" baseline="-25000">
                <a:cs typeface="Times New Roman" panose="02020603050405020304" pitchFamily="18" charset="0"/>
              </a:rPr>
              <a:t>6</a:t>
            </a:r>
            <a:r>
              <a:rPr lang="en-US" altLang="en-US" sz="2800" b="1">
                <a:cs typeface="Times New Roman" panose="02020603050405020304" pitchFamily="18" charset="0"/>
              </a:rPr>
              <a:t>+m</a:t>
            </a:r>
            <a:r>
              <a:rPr lang="en-US" altLang="en-US" sz="2800" b="1" baseline="-25000">
                <a:cs typeface="Times New Roman" panose="02020603050405020304" pitchFamily="18" charset="0"/>
              </a:rPr>
              <a:t>7</a:t>
            </a:r>
          </a:p>
          <a:p>
            <a:r>
              <a:rPr lang="en-US" altLang="en-US" sz="2800" b="1">
                <a:cs typeface="Times New Roman" panose="02020603050405020304" pitchFamily="18" charset="0"/>
              </a:rPr>
              <a:t>This can be denoted in the formal shorthand: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800" b="1">
              <a:cs typeface="Times New Roman" panose="02020603050405020304" pitchFamily="18" charset="0"/>
            </a:endParaRPr>
          </a:p>
          <a:p>
            <a:r>
              <a:rPr lang="en-US" altLang="en-US" sz="2800" b="1"/>
              <a:t>Note that we explicitly show the standard variables in order and drop the “m” designators.</a:t>
            </a:r>
          </a:p>
        </p:txBody>
      </p:sp>
      <p:graphicFrame>
        <p:nvGraphicFramePr>
          <p:cNvPr id="84997" name="Object 4">
            <a:extLst>
              <a:ext uri="{FF2B5EF4-FFF2-40B4-BE49-F238E27FC236}">
                <a16:creationId xmlns:a16="http://schemas.microsoft.com/office/drawing/2014/main" id="{D832EA23-BFF3-4B9A-9F31-95C13116D3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0750" y="3219450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4" imgW="190500" imgH="419100" progId="Equation.3">
                  <p:embed/>
                </p:oleObj>
              </mc:Choice>
              <mc:Fallback>
                <p:oleObj name="Equation" r:id="rId4" imgW="190500" imgH="419100" progId="Equation.3">
                  <p:embed/>
                  <p:pic>
                    <p:nvPicPr>
                      <p:cNvPr id="84997" name="Object 4">
                        <a:extLst>
                          <a:ext uri="{FF2B5EF4-FFF2-40B4-BE49-F238E27FC236}">
                            <a16:creationId xmlns:a16="http://schemas.microsoft.com/office/drawing/2014/main" id="{D832EA23-BFF3-4B9A-9F31-95C13116D3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0" y="3219450"/>
                        <a:ext cx="19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8" name="Object 5">
            <a:extLst>
              <a:ext uri="{FF2B5EF4-FFF2-40B4-BE49-F238E27FC236}">
                <a16:creationId xmlns:a16="http://schemas.microsoft.com/office/drawing/2014/main" id="{ECA78975-E774-4A42-B02E-42010C4643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0750" y="3219450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6" imgW="190500" imgH="419100" progId="Equation.3">
                  <p:embed/>
                </p:oleObj>
              </mc:Choice>
              <mc:Fallback>
                <p:oleObj name="Equation" r:id="rId6" imgW="190500" imgH="419100" progId="Equation.3">
                  <p:embed/>
                  <p:pic>
                    <p:nvPicPr>
                      <p:cNvPr id="84998" name="Object 5">
                        <a:extLst>
                          <a:ext uri="{FF2B5EF4-FFF2-40B4-BE49-F238E27FC236}">
                            <a16:creationId xmlns:a16="http://schemas.microsoft.com/office/drawing/2014/main" id="{ECA78975-E774-4A42-B02E-42010C4643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0" y="3219450"/>
                        <a:ext cx="19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9" name="Object 6">
            <a:extLst>
              <a:ext uri="{FF2B5EF4-FFF2-40B4-BE49-F238E27FC236}">
                <a16:creationId xmlns:a16="http://schemas.microsoft.com/office/drawing/2014/main" id="{F9B1D71C-5ED1-4DBF-8F29-DB39116383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8013" y="3976688"/>
          <a:ext cx="3822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7" imgW="3822700" imgH="368300" progId="Equation.3">
                  <p:embed/>
                </p:oleObj>
              </mc:Choice>
              <mc:Fallback>
                <p:oleObj name="Equation" r:id="rId7" imgW="3822700" imgH="368300" progId="Equation.3">
                  <p:embed/>
                  <p:pic>
                    <p:nvPicPr>
                      <p:cNvPr id="84999" name="Object 6">
                        <a:extLst>
                          <a:ext uri="{FF2B5EF4-FFF2-40B4-BE49-F238E27FC236}">
                            <a16:creationId xmlns:a16="http://schemas.microsoft.com/office/drawing/2014/main" id="{F9B1D71C-5ED1-4DBF-8F29-DB39116383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8013" y="3976688"/>
                        <a:ext cx="38227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5000" name="Group 20">
            <a:extLst>
              <a:ext uri="{FF2B5EF4-FFF2-40B4-BE49-F238E27FC236}">
                <a16:creationId xmlns:a16="http://schemas.microsoft.com/office/drawing/2014/main" id="{C7335B3E-D1E3-4913-A6E2-CBF4DE025F09}"/>
              </a:ext>
            </a:extLst>
          </p:cNvPr>
          <p:cNvGrpSpPr>
            <a:grpSpLocks/>
          </p:cNvGrpSpPr>
          <p:nvPr/>
        </p:nvGrpSpPr>
        <p:grpSpPr bwMode="auto">
          <a:xfrm>
            <a:off x="3189288" y="1868488"/>
            <a:ext cx="1739900" cy="469900"/>
            <a:chOff x="1049" y="1177"/>
            <a:chExt cx="1096" cy="296"/>
          </a:xfrm>
        </p:grpSpPr>
        <p:sp>
          <p:nvSpPr>
            <p:cNvPr id="85001" name="Line 8">
              <a:extLst>
                <a:ext uri="{FF2B5EF4-FFF2-40B4-BE49-F238E27FC236}">
                  <a16:creationId xmlns:a16="http://schemas.microsoft.com/office/drawing/2014/main" id="{1FA6948F-4B4C-4DB3-A17B-A4F43D3E3F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6" y="1211"/>
              <a:ext cx="137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02" name="Rectangle 9">
              <a:extLst>
                <a:ext uri="{FF2B5EF4-FFF2-40B4-BE49-F238E27FC236}">
                  <a16:creationId xmlns:a16="http://schemas.microsoft.com/office/drawing/2014/main" id="{C8271CEA-8F72-49FD-83DC-B65823E34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" y="1202"/>
              <a:ext cx="16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C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5003" name="Rectangle 10">
              <a:extLst>
                <a:ext uri="{FF2B5EF4-FFF2-40B4-BE49-F238E27FC236}">
                  <a16:creationId xmlns:a16="http://schemas.microsoft.com/office/drawing/2014/main" id="{EC9FB5C8-3B38-4A81-918E-131F06B9B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202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5004" name="Rectangle 11">
              <a:extLst>
                <a:ext uri="{FF2B5EF4-FFF2-40B4-BE49-F238E27FC236}">
                  <a16:creationId xmlns:a16="http://schemas.microsoft.com/office/drawing/2014/main" id="{9B3CF3E6-A18C-4CB3-AC1F-47EE26CA4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0" y="1202"/>
              <a:ext cx="15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B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5005" name="Rectangle 12">
              <a:extLst>
                <a:ext uri="{FF2B5EF4-FFF2-40B4-BE49-F238E27FC236}">
                  <a16:creationId xmlns:a16="http://schemas.microsoft.com/office/drawing/2014/main" id="{0CE2529E-113D-4DE0-8BEE-DFD17AF8A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0" y="1202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5006" name="Rectangle 13">
              <a:extLst>
                <a:ext uri="{FF2B5EF4-FFF2-40B4-BE49-F238E27FC236}">
                  <a16:creationId xmlns:a16="http://schemas.microsoft.com/office/drawing/2014/main" id="{5498943A-EECD-475B-9D29-1CB4CEEA2A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4" y="1202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5007" name="Rectangle 14">
              <a:extLst>
                <a:ext uri="{FF2B5EF4-FFF2-40B4-BE49-F238E27FC236}">
                  <a16:creationId xmlns:a16="http://schemas.microsoft.com/office/drawing/2014/main" id="{A5018A8C-B48D-42B8-96B4-7996D26E8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4" y="1202"/>
              <a:ext cx="16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A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5008" name="Rectangle 15">
              <a:extLst>
                <a:ext uri="{FF2B5EF4-FFF2-40B4-BE49-F238E27FC236}">
                  <a16:creationId xmlns:a16="http://schemas.microsoft.com/office/drawing/2014/main" id="{92A09022-09D5-4F67-8064-3D35F03707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1" y="1202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5009" name="Rectangle 16">
              <a:extLst>
                <a:ext uri="{FF2B5EF4-FFF2-40B4-BE49-F238E27FC236}">
                  <a16:creationId xmlns:a16="http://schemas.microsoft.com/office/drawing/2014/main" id="{014F8BA0-E67C-42EA-8E96-03B8CC9465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7" y="1202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5010" name="Rectangle 17">
              <a:extLst>
                <a:ext uri="{FF2B5EF4-FFF2-40B4-BE49-F238E27FC236}">
                  <a16:creationId xmlns:a16="http://schemas.microsoft.com/office/drawing/2014/main" id="{1F87A9A6-6539-40DE-94DC-D87A2D0F35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9" y="1202"/>
              <a:ext cx="13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F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5011" name="Rectangle 18">
              <a:extLst>
                <a:ext uri="{FF2B5EF4-FFF2-40B4-BE49-F238E27FC236}">
                  <a16:creationId xmlns:a16="http://schemas.microsoft.com/office/drawing/2014/main" id="{293CF66F-6058-4638-88BE-775F02275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7" y="1177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5012" name="Rectangle 19">
              <a:extLst>
                <a:ext uri="{FF2B5EF4-FFF2-40B4-BE49-F238E27FC236}">
                  <a16:creationId xmlns:a16="http://schemas.microsoft.com/office/drawing/2014/main" id="{38E65AC9-AB5D-4821-B7CA-59B9013BE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1" y="1177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3">
            <a:extLst>
              <a:ext uri="{FF2B5EF4-FFF2-40B4-BE49-F238E27FC236}">
                <a16:creationId xmlns:a16="http://schemas.microsoft.com/office/drawing/2014/main" id="{F5AAA4ED-80CC-472D-B7B3-85A541A279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71ADDCB5-3F61-4EB8-9547-DCBF588B35DA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08358C38-E6BA-44F4-8D08-8A2876D8F1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39964" y="1"/>
            <a:ext cx="8243887" cy="1020763"/>
          </a:xfrm>
        </p:spPr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Canonical Product of Maxterms</a:t>
            </a:r>
          </a:p>
        </p:txBody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CECAA3B6-7837-414A-84CF-A7DFF129A4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63763" y="1174751"/>
            <a:ext cx="7772400" cy="52117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b="1">
                <a:cs typeface="Times New Roman" panose="02020603050405020304" pitchFamily="18" charset="0"/>
              </a:rPr>
              <a:t>Any Boolean Function can be expressed as a </a:t>
            </a:r>
            <a:r>
              <a:rPr lang="en-US" altLang="en-US" sz="2400" b="1" u="sng">
                <a:cs typeface="Times New Roman" panose="02020603050405020304" pitchFamily="18" charset="0"/>
              </a:rPr>
              <a:t>Product of Maxterms (POM)</a:t>
            </a:r>
            <a:r>
              <a:rPr lang="en-US" altLang="en-US" sz="2400" b="1">
                <a:cs typeface="Times New Roman" panose="02020603050405020304" pitchFamily="18" charset="0"/>
              </a:rPr>
              <a:t>.</a:t>
            </a:r>
            <a:endParaRPr lang="en-US" altLang="en-US" sz="240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b="1">
                <a:cs typeface="Times New Roman" panose="02020603050405020304" pitchFamily="18" charset="0"/>
              </a:rPr>
              <a:t>For the function table, the maxterms used are the terms corresponding to the 0's.</a:t>
            </a:r>
            <a:endParaRPr lang="en-US" altLang="en-US" sz="200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b="1">
                <a:cs typeface="Times New Roman" panose="02020603050405020304" pitchFamily="18" charset="0"/>
              </a:rPr>
              <a:t>For an expression, expand all terms first to explicitly list all maxterms.  Do this by first applying the second distributive law , “ORing” terms missing variable v with a term equal to  and then applying the distributive law again.</a:t>
            </a:r>
            <a:endParaRPr lang="en-US" altLang="en-US" sz="200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400" b="1">
                <a:cs typeface="Times New Roman" panose="02020603050405020304" pitchFamily="18" charset="0"/>
              </a:rPr>
              <a:t>Example: Convert to product of maxterms:</a:t>
            </a:r>
            <a:endParaRPr lang="en-US" altLang="en-US" sz="240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000" b="1">
                <a:cs typeface="Times New Roman" panose="02020603050405020304" pitchFamily="18" charset="0"/>
              </a:rPr>
              <a:t>	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000" b="1">
                <a:cs typeface="Times New Roman" panose="02020603050405020304" pitchFamily="18" charset="0"/>
              </a:rPr>
              <a:t>    A</a:t>
            </a:r>
            <a:r>
              <a:rPr lang="en-US" altLang="en-US" sz="2400" b="1">
                <a:cs typeface="Times New Roman" panose="02020603050405020304" pitchFamily="18" charset="0"/>
              </a:rPr>
              <a:t>pply the distributive law: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 sz="240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000" b="1">
                <a:cs typeface="Times New Roman" panose="02020603050405020304" pitchFamily="18" charset="0"/>
              </a:rPr>
              <a:t>	</a:t>
            </a:r>
            <a:r>
              <a:rPr lang="en-US" altLang="en-US" sz="2400" b="1">
                <a:cs typeface="Times New Roman" panose="02020603050405020304" pitchFamily="18" charset="0"/>
              </a:rPr>
              <a:t>Add missing variable z: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 sz="200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000" b="1">
                <a:cs typeface="Times New Roman" panose="02020603050405020304" pitchFamily="18" charset="0"/>
              </a:rPr>
              <a:t>	</a:t>
            </a:r>
            <a:r>
              <a:rPr lang="en-US" altLang="en-US" sz="2400" b="1">
                <a:cs typeface="Times New Roman" panose="02020603050405020304" pitchFamily="18" charset="0"/>
              </a:rPr>
              <a:t>Express as POM: </a:t>
            </a:r>
            <a:r>
              <a:rPr lang="en-US" altLang="en-US" b="1">
                <a:cs typeface="Times New Roman" panose="02020603050405020304" pitchFamily="18" charset="0"/>
              </a:rPr>
              <a:t> f = M</a:t>
            </a:r>
            <a:r>
              <a:rPr lang="en-US" altLang="en-US" b="1" baseline="-25000">
                <a:cs typeface="Times New Roman" panose="02020603050405020304" pitchFamily="18" charset="0"/>
              </a:rPr>
              <a:t>2 </a:t>
            </a:r>
            <a:r>
              <a:rPr lang="en-US" altLang="en-US" b="1">
                <a:cs typeface="Times New Roman" panose="02020603050405020304" pitchFamily="18" charset="0"/>
              </a:rPr>
              <a:t>· M</a:t>
            </a:r>
            <a:r>
              <a:rPr lang="en-US" altLang="en-US" b="1" baseline="-25000">
                <a:cs typeface="Times New Roman" panose="02020603050405020304" pitchFamily="18" charset="0"/>
              </a:rPr>
              <a:t>3</a:t>
            </a:r>
            <a:endParaRPr lang="en-US" altLang="en-US" b="1" baseline="-25000"/>
          </a:p>
        </p:txBody>
      </p:sp>
      <p:grpSp>
        <p:nvGrpSpPr>
          <p:cNvPr id="87045" name="Group 96">
            <a:extLst>
              <a:ext uri="{FF2B5EF4-FFF2-40B4-BE49-F238E27FC236}">
                <a16:creationId xmlns:a16="http://schemas.microsoft.com/office/drawing/2014/main" id="{4A42866C-340E-4400-94B3-6DA696E06660}"/>
              </a:ext>
            </a:extLst>
          </p:cNvPr>
          <p:cNvGrpSpPr>
            <a:grpSpLocks/>
          </p:cNvGrpSpPr>
          <p:nvPr/>
        </p:nvGrpSpPr>
        <p:grpSpPr bwMode="auto">
          <a:xfrm>
            <a:off x="3463926" y="3938586"/>
            <a:ext cx="3160713" cy="559690"/>
            <a:chOff x="3625" y="2634"/>
            <a:chExt cx="1991" cy="495"/>
          </a:xfrm>
        </p:grpSpPr>
        <p:sp>
          <p:nvSpPr>
            <p:cNvPr id="87117" name="Line 12">
              <a:extLst>
                <a:ext uri="{FF2B5EF4-FFF2-40B4-BE49-F238E27FC236}">
                  <a16:creationId xmlns:a16="http://schemas.microsoft.com/office/drawing/2014/main" id="{7ADA000E-F6C5-4A44-B47A-C69A929CC2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8" y="2739"/>
              <a:ext cx="127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118" name="Line 13">
              <a:extLst>
                <a:ext uri="{FF2B5EF4-FFF2-40B4-BE49-F238E27FC236}">
                  <a16:creationId xmlns:a16="http://schemas.microsoft.com/office/drawing/2014/main" id="{ADD55001-1BE8-400A-BCF6-E646074A90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4" y="2739"/>
              <a:ext cx="137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119" name="Rectangle 14">
              <a:extLst>
                <a:ext uri="{FF2B5EF4-FFF2-40B4-BE49-F238E27FC236}">
                  <a16:creationId xmlns:a16="http://schemas.microsoft.com/office/drawing/2014/main" id="{535AFDF0-FB09-4872-9E3B-FF30DEB95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9" y="2666"/>
              <a:ext cx="137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y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120" name="Rectangle 15">
              <a:extLst>
                <a:ext uri="{FF2B5EF4-FFF2-40B4-BE49-F238E27FC236}">
                  <a16:creationId xmlns:a16="http://schemas.microsoft.com/office/drawing/2014/main" id="{FAC1F146-8B28-4E8B-B7C3-68F057584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7" y="2666"/>
              <a:ext cx="137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x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121" name="Rectangle 16">
              <a:extLst>
                <a:ext uri="{FF2B5EF4-FFF2-40B4-BE49-F238E27FC236}">
                  <a16:creationId xmlns:a16="http://schemas.microsoft.com/office/drawing/2014/main" id="{03AE43F2-B2F6-46FA-9236-56ADAC2458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0" y="2666"/>
              <a:ext cx="137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x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122" name="Rectangle 17">
              <a:extLst>
                <a:ext uri="{FF2B5EF4-FFF2-40B4-BE49-F238E27FC236}">
                  <a16:creationId xmlns:a16="http://schemas.microsoft.com/office/drawing/2014/main" id="{A77F9374-3A4F-47FF-B892-DCF6B0FA7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1" y="2666"/>
              <a:ext cx="92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)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123" name="Rectangle 18">
              <a:extLst>
                <a:ext uri="{FF2B5EF4-FFF2-40B4-BE49-F238E27FC236}">
                  <a16:creationId xmlns:a16="http://schemas.microsoft.com/office/drawing/2014/main" id="{B7664417-4DB5-44B4-ABB5-D3597D4EF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5" y="2666"/>
              <a:ext cx="122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z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124" name="Rectangle 19">
              <a:extLst>
                <a:ext uri="{FF2B5EF4-FFF2-40B4-BE49-F238E27FC236}">
                  <a16:creationId xmlns:a16="http://schemas.microsoft.com/office/drawing/2014/main" id="{DC170D77-D2E1-4839-A354-7FC844541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9" y="2666"/>
              <a:ext cx="69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,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125" name="Rectangle 20">
              <a:extLst>
                <a:ext uri="{FF2B5EF4-FFF2-40B4-BE49-F238E27FC236}">
                  <a16:creationId xmlns:a16="http://schemas.microsoft.com/office/drawing/2014/main" id="{82ED48C7-2DB4-46A7-BBED-7CFDEFA15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0" y="2666"/>
              <a:ext cx="137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y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126" name="Rectangle 21">
              <a:extLst>
                <a:ext uri="{FF2B5EF4-FFF2-40B4-BE49-F238E27FC236}">
                  <a16:creationId xmlns:a16="http://schemas.microsoft.com/office/drawing/2014/main" id="{1B16D98A-7EB8-4AE1-BD01-D9CF0F52AD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9" y="2666"/>
              <a:ext cx="69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,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127" name="Rectangle 22">
              <a:extLst>
                <a:ext uri="{FF2B5EF4-FFF2-40B4-BE49-F238E27FC236}">
                  <a16:creationId xmlns:a16="http://schemas.microsoft.com/office/drawing/2014/main" id="{BFD2C1FB-4461-4308-9B4F-F8F9B7BF7D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4" y="2666"/>
              <a:ext cx="137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x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128" name="Rectangle 23">
              <a:extLst>
                <a:ext uri="{FF2B5EF4-FFF2-40B4-BE49-F238E27FC236}">
                  <a16:creationId xmlns:a16="http://schemas.microsoft.com/office/drawing/2014/main" id="{B9D15318-79E2-468A-A41A-78B1E2FC4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9" y="2666"/>
              <a:ext cx="92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(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129" name="Rectangle 24">
              <a:extLst>
                <a:ext uri="{FF2B5EF4-FFF2-40B4-BE49-F238E27FC236}">
                  <a16:creationId xmlns:a16="http://schemas.microsoft.com/office/drawing/2014/main" id="{1624513B-92E4-43D4-92CD-08D1B513A7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" y="2666"/>
              <a:ext cx="92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f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130" name="Rectangle 25">
              <a:extLst>
                <a:ext uri="{FF2B5EF4-FFF2-40B4-BE49-F238E27FC236}">
                  <a16:creationId xmlns:a16="http://schemas.microsoft.com/office/drawing/2014/main" id="{1E7440FF-7DBE-42AD-A364-6384A933A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6" y="2634"/>
              <a:ext cx="150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131" name="Rectangle 26">
              <a:extLst>
                <a:ext uri="{FF2B5EF4-FFF2-40B4-BE49-F238E27FC236}">
                  <a16:creationId xmlns:a16="http://schemas.microsoft.com/office/drawing/2014/main" id="{7000FC0A-5CE7-409D-8E7A-F2EC157B1B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4" y="2634"/>
              <a:ext cx="150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87046" name="Group 93">
            <a:extLst>
              <a:ext uri="{FF2B5EF4-FFF2-40B4-BE49-F238E27FC236}">
                <a16:creationId xmlns:a16="http://schemas.microsoft.com/office/drawing/2014/main" id="{D30D5534-4BC8-4A73-8505-0CBCAD7FDE17}"/>
              </a:ext>
            </a:extLst>
          </p:cNvPr>
          <p:cNvGrpSpPr>
            <a:grpSpLocks/>
          </p:cNvGrpSpPr>
          <p:nvPr/>
        </p:nvGrpSpPr>
        <p:grpSpPr bwMode="auto">
          <a:xfrm>
            <a:off x="3413126" y="4667250"/>
            <a:ext cx="7131049" cy="573088"/>
            <a:chOff x="1127" y="2958"/>
            <a:chExt cx="4492" cy="361"/>
          </a:xfrm>
        </p:grpSpPr>
        <p:grpSp>
          <p:nvGrpSpPr>
            <p:cNvPr id="87080" name="Group 91">
              <a:extLst>
                <a:ext uri="{FF2B5EF4-FFF2-40B4-BE49-F238E27FC236}">
                  <a16:creationId xmlns:a16="http://schemas.microsoft.com/office/drawing/2014/main" id="{41394F3A-D2F8-4814-9340-AC29CB32E5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14" y="3071"/>
              <a:ext cx="4105" cy="1"/>
              <a:chOff x="1514" y="3071"/>
              <a:chExt cx="4105" cy="1"/>
            </a:xfrm>
          </p:grpSpPr>
          <p:sp>
            <p:nvSpPr>
              <p:cNvPr id="87111" name="Line 27">
                <a:extLst>
                  <a:ext uri="{FF2B5EF4-FFF2-40B4-BE49-F238E27FC236}">
                    <a16:creationId xmlns:a16="http://schemas.microsoft.com/office/drawing/2014/main" id="{C94FB56F-5432-4931-8723-CA503EF5BB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4" y="3071"/>
                <a:ext cx="125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7112" name="Line 28">
                <a:extLst>
                  <a:ext uri="{FF2B5EF4-FFF2-40B4-BE49-F238E27FC236}">
                    <a16:creationId xmlns:a16="http://schemas.microsoft.com/office/drawing/2014/main" id="{168B7196-0C81-4D8A-83A1-570FABAB69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6" y="3071"/>
                <a:ext cx="135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7113" name="Line 29">
                <a:extLst>
                  <a:ext uri="{FF2B5EF4-FFF2-40B4-BE49-F238E27FC236}">
                    <a16:creationId xmlns:a16="http://schemas.microsoft.com/office/drawing/2014/main" id="{F655522D-B782-40B6-A441-0F39ACB989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4" y="3071"/>
                <a:ext cx="125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7114" name="Line 30">
                <a:extLst>
                  <a:ext uri="{FF2B5EF4-FFF2-40B4-BE49-F238E27FC236}">
                    <a16:creationId xmlns:a16="http://schemas.microsoft.com/office/drawing/2014/main" id="{9DEB6694-5697-4901-856D-C908A505F0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5" y="3071"/>
                <a:ext cx="135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7115" name="Line 31">
                <a:extLst>
                  <a:ext uri="{FF2B5EF4-FFF2-40B4-BE49-F238E27FC236}">
                    <a16:creationId xmlns:a16="http://schemas.microsoft.com/office/drawing/2014/main" id="{3E703D7D-5BA7-45E1-A28E-C0D2D606A7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58" y="3071"/>
                <a:ext cx="13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7116" name="Line 32">
                <a:extLst>
                  <a:ext uri="{FF2B5EF4-FFF2-40B4-BE49-F238E27FC236}">
                    <a16:creationId xmlns:a16="http://schemas.microsoft.com/office/drawing/2014/main" id="{4A0503CB-52C0-4343-988B-64B6379AF2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84" y="3071"/>
                <a:ext cx="135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87081" name="Rectangle 33">
              <a:extLst>
                <a:ext uri="{FF2B5EF4-FFF2-40B4-BE49-F238E27FC236}">
                  <a16:creationId xmlns:a16="http://schemas.microsoft.com/office/drawing/2014/main" id="{EF7C727F-4E0C-4E7F-8AD5-D6DED324D9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7" y="2989"/>
              <a:ext cx="13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y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82" name="Rectangle 34">
              <a:extLst>
                <a:ext uri="{FF2B5EF4-FFF2-40B4-BE49-F238E27FC236}">
                  <a16:creationId xmlns:a16="http://schemas.microsoft.com/office/drawing/2014/main" id="{55A1D7BE-39D7-4351-B408-0B64893D4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1" y="2989"/>
              <a:ext cx="13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x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83" name="Rectangle 35">
              <a:extLst>
                <a:ext uri="{FF2B5EF4-FFF2-40B4-BE49-F238E27FC236}">
                  <a16:creationId xmlns:a16="http://schemas.microsoft.com/office/drawing/2014/main" id="{91302358-61D3-47DF-8383-BEF569943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1" y="2989"/>
              <a:ext cx="6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84" name="Rectangle 36">
              <a:extLst>
                <a:ext uri="{FF2B5EF4-FFF2-40B4-BE49-F238E27FC236}">
                  <a16:creationId xmlns:a16="http://schemas.microsoft.com/office/drawing/2014/main" id="{408BD3D6-4724-4F2A-A3ED-2AEEFFB3E0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0" y="2989"/>
              <a:ext cx="9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)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85" name="Rectangle 37">
              <a:extLst>
                <a:ext uri="{FF2B5EF4-FFF2-40B4-BE49-F238E27FC236}">
                  <a16:creationId xmlns:a16="http://schemas.microsoft.com/office/drawing/2014/main" id="{77113A79-4F20-4F62-9E6A-73D00333D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7" y="2989"/>
              <a:ext cx="13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y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86" name="Rectangle 38">
              <a:extLst>
                <a:ext uri="{FF2B5EF4-FFF2-40B4-BE49-F238E27FC236}">
                  <a16:creationId xmlns:a16="http://schemas.microsoft.com/office/drawing/2014/main" id="{BF831710-7A02-436C-B8BA-F82F828A3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9" y="2989"/>
              <a:ext cx="22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(x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87" name="Rectangle 39">
              <a:extLst>
                <a:ext uri="{FF2B5EF4-FFF2-40B4-BE49-F238E27FC236}">
                  <a16:creationId xmlns:a16="http://schemas.microsoft.com/office/drawing/2014/main" id="{8AB0FDC6-B8E9-4B35-8EB6-55CDC884EC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3" y="2989"/>
              <a:ext cx="6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88" name="Rectangle 40">
              <a:extLst>
                <a:ext uri="{FF2B5EF4-FFF2-40B4-BE49-F238E27FC236}">
                  <a16:creationId xmlns:a16="http://schemas.microsoft.com/office/drawing/2014/main" id="{4338E049-0FFE-46C9-9883-E4784AE08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4" y="2989"/>
              <a:ext cx="13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1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89" name="Rectangle 41">
              <a:extLst>
                <a:ext uri="{FF2B5EF4-FFF2-40B4-BE49-F238E27FC236}">
                  <a16:creationId xmlns:a16="http://schemas.microsoft.com/office/drawing/2014/main" id="{55F69822-5D1E-4F9C-AE7B-02F5C1571E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7" y="2989"/>
              <a:ext cx="6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90" name="Rectangle 42">
              <a:extLst>
                <a:ext uri="{FF2B5EF4-FFF2-40B4-BE49-F238E27FC236}">
                  <a16:creationId xmlns:a16="http://schemas.microsoft.com/office/drawing/2014/main" id="{5D4E738A-FAC9-4706-880E-FCFE41888B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9" y="2989"/>
              <a:ext cx="6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91" name="Rectangle 43">
              <a:extLst>
                <a:ext uri="{FF2B5EF4-FFF2-40B4-BE49-F238E27FC236}">
                  <a16:creationId xmlns:a16="http://schemas.microsoft.com/office/drawing/2014/main" id="{A113795D-2FE8-481E-8046-CD79F3526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8" y="2989"/>
              <a:ext cx="9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)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92" name="Rectangle 44">
              <a:extLst>
                <a:ext uri="{FF2B5EF4-FFF2-40B4-BE49-F238E27FC236}">
                  <a16:creationId xmlns:a16="http://schemas.microsoft.com/office/drawing/2014/main" id="{6240CB38-D005-4229-BA15-29E84E1BF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4" y="2989"/>
              <a:ext cx="13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y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93" name="Rectangle 45">
              <a:extLst>
                <a:ext uri="{FF2B5EF4-FFF2-40B4-BE49-F238E27FC236}">
                  <a16:creationId xmlns:a16="http://schemas.microsoft.com/office/drawing/2014/main" id="{A94C24A8-B855-46A4-8A61-51C4CDDEC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2989"/>
              <a:ext cx="32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)(x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94" name="Rectangle 46">
              <a:extLst>
                <a:ext uri="{FF2B5EF4-FFF2-40B4-BE49-F238E27FC236}">
                  <a16:creationId xmlns:a16="http://schemas.microsoft.com/office/drawing/2014/main" id="{25A221B7-D03E-4271-B940-DAD97AF31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7" y="2989"/>
              <a:ext cx="13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x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95" name="Rectangle 47">
              <a:extLst>
                <a:ext uri="{FF2B5EF4-FFF2-40B4-BE49-F238E27FC236}">
                  <a16:creationId xmlns:a16="http://schemas.microsoft.com/office/drawing/2014/main" id="{E25252B5-7DA8-4ECC-9102-C084316A17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6" y="2989"/>
              <a:ext cx="22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(x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96" name="Rectangle 48">
              <a:extLst>
                <a:ext uri="{FF2B5EF4-FFF2-40B4-BE49-F238E27FC236}">
                  <a16:creationId xmlns:a16="http://schemas.microsoft.com/office/drawing/2014/main" id="{3A722001-682D-4207-8B67-B4BB63A59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0" y="2989"/>
              <a:ext cx="6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97" name="Rectangle 49">
              <a:extLst>
                <a:ext uri="{FF2B5EF4-FFF2-40B4-BE49-F238E27FC236}">
                  <a16:creationId xmlns:a16="http://schemas.microsoft.com/office/drawing/2014/main" id="{8D4F9370-66B6-4650-B7CD-D30EA4C2B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1" y="2989"/>
              <a:ext cx="6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98" name="Rectangle 50">
              <a:extLst>
                <a:ext uri="{FF2B5EF4-FFF2-40B4-BE49-F238E27FC236}">
                  <a16:creationId xmlns:a16="http://schemas.microsoft.com/office/drawing/2014/main" id="{63708C64-8E06-4348-B99D-61B1A4FB4B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5" y="2989"/>
              <a:ext cx="13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y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99" name="Rectangle 51">
              <a:extLst>
                <a:ext uri="{FF2B5EF4-FFF2-40B4-BE49-F238E27FC236}">
                  <a16:creationId xmlns:a16="http://schemas.microsoft.com/office/drawing/2014/main" id="{D38995F0-9234-49F9-84E0-07635A8F3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9" y="2989"/>
              <a:ext cx="6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100" name="Rectangle 52">
              <a:extLst>
                <a:ext uri="{FF2B5EF4-FFF2-40B4-BE49-F238E27FC236}">
                  <a16:creationId xmlns:a16="http://schemas.microsoft.com/office/drawing/2014/main" id="{E26D8FBB-6AEE-4EEA-8E73-D45AD69AE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6" y="2989"/>
              <a:ext cx="13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x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101" name="Rectangle 53">
              <a:extLst>
                <a:ext uri="{FF2B5EF4-FFF2-40B4-BE49-F238E27FC236}">
                  <a16:creationId xmlns:a16="http://schemas.microsoft.com/office/drawing/2014/main" id="{12E8B387-3880-447F-89F7-080E04AB0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" y="2989"/>
              <a:ext cx="13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x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102" name="Rectangle 54">
              <a:extLst>
                <a:ext uri="{FF2B5EF4-FFF2-40B4-BE49-F238E27FC236}">
                  <a16:creationId xmlns:a16="http://schemas.microsoft.com/office/drawing/2014/main" id="{53CD2FEC-382E-4367-90E0-075C9550E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3" y="2958"/>
              <a:ext cx="15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103" name="Rectangle 55">
              <a:extLst>
                <a:ext uri="{FF2B5EF4-FFF2-40B4-BE49-F238E27FC236}">
                  <a16:creationId xmlns:a16="http://schemas.microsoft.com/office/drawing/2014/main" id="{70A23280-2207-4843-8615-76683AA8F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9" y="2958"/>
              <a:ext cx="15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104" name="Rectangle 56">
              <a:extLst>
                <a:ext uri="{FF2B5EF4-FFF2-40B4-BE49-F238E27FC236}">
                  <a16:creationId xmlns:a16="http://schemas.microsoft.com/office/drawing/2014/main" id="{00319AB4-DCB6-4468-B6CA-FAEAF8437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2" y="2958"/>
              <a:ext cx="15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105" name="Rectangle 57">
              <a:extLst>
                <a:ext uri="{FF2B5EF4-FFF2-40B4-BE49-F238E27FC236}">
                  <a16:creationId xmlns:a16="http://schemas.microsoft.com/office/drawing/2014/main" id="{344A61D1-DCC7-4070-91EF-75E0A4AB1B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6" y="2958"/>
              <a:ext cx="6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  <a:latin typeface="Symbol" panose="05050102010706020507" pitchFamily="18" charset="2"/>
                </a:rPr>
                <a:t>×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106" name="Rectangle 58">
              <a:extLst>
                <a:ext uri="{FF2B5EF4-FFF2-40B4-BE49-F238E27FC236}">
                  <a16:creationId xmlns:a16="http://schemas.microsoft.com/office/drawing/2014/main" id="{E3C3A431-D084-4CFB-B6B5-CE0548A23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6" y="2958"/>
              <a:ext cx="15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107" name="Rectangle 59">
              <a:extLst>
                <a:ext uri="{FF2B5EF4-FFF2-40B4-BE49-F238E27FC236}">
                  <a16:creationId xmlns:a16="http://schemas.microsoft.com/office/drawing/2014/main" id="{787249DD-5F5E-4643-8879-893342B2B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0" y="2958"/>
              <a:ext cx="15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108" name="Rectangle 60">
              <a:extLst>
                <a:ext uri="{FF2B5EF4-FFF2-40B4-BE49-F238E27FC236}">
                  <a16:creationId xmlns:a16="http://schemas.microsoft.com/office/drawing/2014/main" id="{62754941-F6B6-4573-84F7-3FCA259A9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9" y="2958"/>
              <a:ext cx="15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109" name="Rectangle 61">
              <a:extLst>
                <a:ext uri="{FF2B5EF4-FFF2-40B4-BE49-F238E27FC236}">
                  <a16:creationId xmlns:a16="http://schemas.microsoft.com/office/drawing/2014/main" id="{B4062F66-807C-43BA-9FF1-F5D613F28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" y="2958"/>
              <a:ext cx="15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110" name="Rectangle 62">
              <a:extLst>
                <a:ext uri="{FF2B5EF4-FFF2-40B4-BE49-F238E27FC236}">
                  <a16:creationId xmlns:a16="http://schemas.microsoft.com/office/drawing/2014/main" id="{E64AE212-D5A4-471A-BCFA-0F030513F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9" y="2958"/>
              <a:ext cx="15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87047" name="Group 95">
            <a:extLst>
              <a:ext uri="{FF2B5EF4-FFF2-40B4-BE49-F238E27FC236}">
                <a16:creationId xmlns:a16="http://schemas.microsoft.com/office/drawing/2014/main" id="{CDC0D0D6-49FB-4B40-9D31-43111936B1D4}"/>
              </a:ext>
            </a:extLst>
          </p:cNvPr>
          <p:cNvGrpSpPr>
            <a:grpSpLocks/>
          </p:cNvGrpSpPr>
          <p:nvPr/>
        </p:nvGrpSpPr>
        <p:grpSpPr bwMode="auto">
          <a:xfrm>
            <a:off x="3389313" y="5467360"/>
            <a:ext cx="5859464" cy="574676"/>
            <a:chOff x="1166" y="3381"/>
            <a:chExt cx="3691" cy="362"/>
          </a:xfrm>
        </p:grpSpPr>
        <p:sp>
          <p:nvSpPr>
            <p:cNvPr id="87053" name="Rectangle 68">
              <a:extLst>
                <a:ext uri="{FF2B5EF4-FFF2-40B4-BE49-F238E27FC236}">
                  <a16:creationId xmlns:a16="http://schemas.microsoft.com/office/drawing/2014/main" id="{B24D77F0-D36B-4849-9C52-4B8892F43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" y="3409"/>
              <a:ext cx="7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b="1">
                  <a:solidFill>
                    <a:srgbClr val="000000"/>
                  </a:solidFill>
                  <a:latin typeface="Symbol" panose="05050102010706020507" pitchFamily="18" charset="2"/>
                </a:rPr>
                <a:t>(</a:t>
              </a:r>
              <a:endParaRPr lang="en-US" altLang="en-US" sz="3200">
                <a:solidFill>
                  <a:srgbClr val="000000"/>
                </a:solidFill>
              </a:endParaRPr>
            </a:p>
          </p:txBody>
        </p:sp>
        <p:sp>
          <p:nvSpPr>
            <p:cNvPr id="87054" name="Rectangle 69">
              <a:extLst>
                <a:ext uri="{FF2B5EF4-FFF2-40B4-BE49-F238E27FC236}">
                  <a16:creationId xmlns:a16="http://schemas.microsoft.com/office/drawing/2014/main" id="{FC047DC0-0754-4901-A8F6-D2092F477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1" y="3393"/>
              <a:ext cx="8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b="1">
                  <a:solidFill>
                    <a:srgbClr val="000000"/>
                  </a:solidFill>
                  <a:latin typeface="Symbol" panose="05050102010706020507" pitchFamily="18" charset="2"/>
                </a:rPr>
                <a:t>)</a:t>
              </a:r>
              <a:endParaRPr lang="en-US" altLang="en-US" sz="3200">
                <a:solidFill>
                  <a:srgbClr val="000000"/>
                </a:solidFill>
              </a:endParaRPr>
            </a:p>
          </p:txBody>
        </p:sp>
        <p:sp>
          <p:nvSpPr>
            <p:cNvPr id="87055" name="Line 63">
              <a:extLst>
                <a:ext uri="{FF2B5EF4-FFF2-40B4-BE49-F238E27FC236}">
                  <a16:creationId xmlns:a16="http://schemas.microsoft.com/office/drawing/2014/main" id="{FF869FDB-6F14-4E5B-A78C-748F16091C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9" y="3478"/>
              <a:ext cx="135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56" name="Line 64">
              <a:extLst>
                <a:ext uri="{FF2B5EF4-FFF2-40B4-BE49-F238E27FC236}">
                  <a16:creationId xmlns:a16="http://schemas.microsoft.com/office/drawing/2014/main" id="{774BEB5E-EA3D-4BBB-BEB2-E03A09EE67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4" y="3478"/>
              <a:ext cx="111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57" name="Line 65">
              <a:extLst>
                <a:ext uri="{FF2B5EF4-FFF2-40B4-BE49-F238E27FC236}">
                  <a16:creationId xmlns:a16="http://schemas.microsoft.com/office/drawing/2014/main" id="{EA1157E7-0B46-4866-A8C1-186DB1E4C9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8" y="3478"/>
              <a:ext cx="134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58" name="Line 66">
              <a:extLst>
                <a:ext uri="{FF2B5EF4-FFF2-40B4-BE49-F238E27FC236}">
                  <a16:creationId xmlns:a16="http://schemas.microsoft.com/office/drawing/2014/main" id="{C628826F-DF80-4FC6-A760-62187A048A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7" y="3478"/>
              <a:ext cx="135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59" name="Line 67">
              <a:extLst>
                <a:ext uri="{FF2B5EF4-FFF2-40B4-BE49-F238E27FC236}">
                  <a16:creationId xmlns:a16="http://schemas.microsoft.com/office/drawing/2014/main" id="{DF387257-349B-4295-9A2A-0A3BBEB104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478"/>
              <a:ext cx="111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60" name="Rectangle 70">
              <a:extLst>
                <a:ext uri="{FF2B5EF4-FFF2-40B4-BE49-F238E27FC236}">
                  <a16:creationId xmlns:a16="http://schemas.microsoft.com/office/drawing/2014/main" id="{CC8FA8CC-EC69-4F80-815B-1DCD66BB9A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6" y="3412"/>
              <a:ext cx="12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z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61" name="Rectangle 71">
              <a:extLst>
                <a:ext uri="{FF2B5EF4-FFF2-40B4-BE49-F238E27FC236}">
                  <a16:creationId xmlns:a16="http://schemas.microsoft.com/office/drawing/2014/main" id="{C6A8A74D-8378-4EFB-B7DE-E560CD890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3412"/>
              <a:ext cx="13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y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62" name="Rectangle 72">
              <a:extLst>
                <a:ext uri="{FF2B5EF4-FFF2-40B4-BE49-F238E27FC236}">
                  <a16:creationId xmlns:a16="http://schemas.microsoft.com/office/drawing/2014/main" id="{8F8B94DE-E26C-42DD-845A-EF81AAE05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2" y="3412"/>
              <a:ext cx="13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x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63" name="Rectangle 73">
              <a:extLst>
                <a:ext uri="{FF2B5EF4-FFF2-40B4-BE49-F238E27FC236}">
                  <a16:creationId xmlns:a16="http://schemas.microsoft.com/office/drawing/2014/main" id="{C9CDBD07-0E61-4B7F-AA12-2EB7D1807B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1" y="3412"/>
              <a:ext cx="9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)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64" name="Rectangle 74">
              <a:extLst>
                <a:ext uri="{FF2B5EF4-FFF2-40B4-BE49-F238E27FC236}">
                  <a16:creationId xmlns:a16="http://schemas.microsoft.com/office/drawing/2014/main" id="{4B48221C-AB94-4E56-9887-522A8AB0A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7" y="3412"/>
              <a:ext cx="12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z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65" name="Rectangle 75">
              <a:extLst>
                <a:ext uri="{FF2B5EF4-FFF2-40B4-BE49-F238E27FC236}">
                  <a16:creationId xmlns:a16="http://schemas.microsoft.com/office/drawing/2014/main" id="{E661A912-EF79-43CA-A568-D9BE1E184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" y="3412"/>
              <a:ext cx="13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y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66" name="Rectangle 76">
              <a:extLst>
                <a:ext uri="{FF2B5EF4-FFF2-40B4-BE49-F238E27FC236}">
                  <a16:creationId xmlns:a16="http://schemas.microsoft.com/office/drawing/2014/main" id="{FB87A69F-4E87-4714-B224-86854CBB2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4" y="3412"/>
              <a:ext cx="13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x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67" name="Rectangle 77">
              <a:extLst>
                <a:ext uri="{FF2B5EF4-FFF2-40B4-BE49-F238E27FC236}">
                  <a16:creationId xmlns:a16="http://schemas.microsoft.com/office/drawing/2014/main" id="{3E91E6B1-9B66-4232-AF66-221E5D54FC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7" y="3412"/>
              <a:ext cx="9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(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68" name="Rectangle 78">
              <a:extLst>
                <a:ext uri="{FF2B5EF4-FFF2-40B4-BE49-F238E27FC236}">
                  <a16:creationId xmlns:a16="http://schemas.microsoft.com/office/drawing/2014/main" id="{5B85D59A-584C-4F21-898D-C6061EBFE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3" y="3412"/>
              <a:ext cx="12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z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69" name="Rectangle 79">
              <a:extLst>
                <a:ext uri="{FF2B5EF4-FFF2-40B4-BE49-F238E27FC236}">
                  <a16:creationId xmlns:a16="http://schemas.microsoft.com/office/drawing/2014/main" id="{DF6DB045-0BEA-46DF-8C06-AB729FD29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8" y="3412"/>
              <a:ext cx="12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z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70" name="Rectangle 80">
              <a:extLst>
                <a:ext uri="{FF2B5EF4-FFF2-40B4-BE49-F238E27FC236}">
                  <a16:creationId xmlns:a16="http://schemas.microsoft.com/office/drawing/2014/main" id="{20AF3204-52BF-44FD-AFB0-1EC28253A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2" y="3412"/>
              <a:ext cx="13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y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71" name="Rectangle 81">
              <a:extLst>
                <a:ext uri="{FF2B5EF4-FFF2-40B4-BE49-F238E27FC236}">
                  <a16:creationId xmlns:a16="http://schemas.microsoft.com/office/drawing/2014/main" id="{14C55994-43B5-47A2-AB80-C25FD4F8CE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6" y="3412"/>
              <a:ext cx="13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x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72" name="Rectangle 82">
              <a:extLst>
                <a:ext uri="{FF2B5EF4-FFF2-40B4-BE49-F238E27FC236}">
                  <a16:creationId xmlns:a16="http://schemas.microsoft.com/office/drawing/2014/main" id="{9CA45274-1A45-4873-A805-BFF5B7F0E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6" y="3381"/>
              <a:ext cx="15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73" name="Rectangle 83">
              <a:extLst>
                <a:ext uri="{FF2B5EF4-FFF2-40B4-BE49-F238E27FC236}">
                  <a16:creationId xmlns:a16="http://schemas.microsoft.com/office/drawing/2014/main" id="{54B38F09-64FF-461D-B5FF-71717745B1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6" y="3381"/>
              <a:ext cx="15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74" name="Rectangle 84">
              <a:extLst>
                <a:ext uri="{FF2B5EF4-FFF2-40B4-BE49-F238E27FC236}">
                  <a16:creationId xmlns:a16="http://schemas.microsoft.com/office/drawing/2014/main" id="{B730A5E4-4386-4DDA-B805-A4BFF2EDE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6" y="3381"/>
              <a:ext cx="15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75" name="Rectangle 85">
              <a:extLst>
                <a:ext uri="{FF2B5EF4-FFF2-40B4-BE49-F238E27FC236}">
                  <a16:creationId xmlns:a16="http://schemas.microsoft.com/office/drawing/2014/main" id="{CF8758C2-05D4-4C07-8E58-195508CDD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6" y="3381"/>
              <a:ext cx="15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76" name="Rectangle 86">
              <a:extLst>
                <a:ext uri="{FF2B5EF4-FFF2-40B4-BE49-F238E27FC236}">
                  <a16:creationId xmlns:a16="http://schemas.microsoft.com/office/drawing/2014/main" id="{C11283EE-99DE-49B6-88C1-147FB95BA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7" y="3381"/>
              <a:ext cx="15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77" name="Rectangle 87">
              <a:extLst>
                <a:ext uri="{FF2B5EF4-FFF2-40B4-BE49-F238E27FC236}">
                  <a16:creationId xmlns:a16="http://schemas.microsoft.com/office/drawing/2014/main" id="{02CCDB43-1272-4CEA-A6E3-9195BF66FB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9" y="3413"/>
              <a:ext cx="6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  <a:latin typeface="Symbol" panose="05050102010706020507" pitchFamily="18" charset="2"/>
                </a:rPr>
                <a:t>×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78" name="Rectangle 88">
              <a:extLst>
                <a:ext uri="{FF2B5EF4-FFF2-40B4-BE49-F238E27FC236}">
                  <a16:creationId xmlns:a16="http://schemas.microsoft.com/office/drawing/2014/main" id="{8CB3AFD7-2E5D-47D1-B0AB-825E86B4F7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8" y="3381"/>
              <a:ext cx="15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79" name="Rectangle 89">
              <a:extLst>
                <a:ext uri="{FF2B5EF4-FFF2-40B4-BE49-F238E27FC236}">
                  <a16:creationId xmlns:a16="http://schemas.microsoft.com/office/drawing/2014/main" id="{ADB3BC78-7E38-4B82-A4FA-19A380821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8" y="3381"/>
              <a:ext cx="15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87048" name="Group 94">
            <a:extLst>
              <a:ext uri="{FF2B5EF4-FFF2-40B4-BE49-F238E27FC236}">
                <a16:creationId xmlns:a16="http://schemas.microsoft.com/office/drawing/2014/main" id="{B4383B8B-0824-476E-A2ED-64008D0DF4D6}"/>
              </a:ext>
            </a:extLst>
          </p:cNvPr>
          <p:cNvGrpSpPr>
            <a:grpSpLocks/>
          </p:cNvGrpSpPr>
          <p:nvPr/>
        </p:nvGrpSpPr>
        <p:grpSpPr bwMode="auto">
          <a:xfrm>
            <a:off x="9531351" y="2838450"/>
            <a:ext cx="708025" cy="577850"/>
            <a:chOff x="5100" y="1969"/>
            <a:chExt cx="446" cy="666"/>
          </a:xfrm>
        </p:grpSpPr>
        <p:sp>
          <p:nvSpPr>
            <p:cNvPr id="87049" name="Line 8">
              <a:extLst>
                <a:ext uri="{FF2B5EF4-FFF2-40B4-BE49-F238E27FC236}">
                  <a16:creationId xmlns:a16="http://schemas.microsoft.com/office/drawing/2014/main" id="{22B8177B-E42F-4212-852C-597CFD8C3F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02" y="2109"/>
              <a:ext cx="139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50" name="Rectangle 9">
              <a:extLst>
                <a:ext uri="{FF2B5EF4-FFF2-40B4-BE49-F238E27FC236}">
                  <a16:creationId xmlns:a16="http://schemas.microsoft.com/office/drawing/2014/main" id="{FC7C39A3-E689-4A84-82DD-0AF3789C5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2" y="2002"/>
              <a:ext cx="144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600" b="1">
                  <a:solidFill>
                    <a:srgbClr val="000000"/>
                  </a:solidFill>
                </a:rPr>
                <a:t>v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51" name="Rectangle 10">
              <a:extLst>
                <a:ext uri="{FF2B5EF4-FFF2-40B4-BE49-F238E27FC236}">
                  <a16:creationId xmlns:a16="http://schemas.microsoft.com/office/drawing/2014/main" id="{AE1881DD-D74C-4E6E-BB5A-772627939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0" y="2002"/>
              <a:ext cx="144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600" b="1">
                  <a:solidFill>
                    <a:srgbClr val="000000"/>
                  </a:solidFill>
                </a:rPr>
                <a:t>v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7052" name="Rectangle 11">
              <a:extLst>
                <a:ext uri="{FF2B5EF4-FFF2-40B4-BE49-F238E27FC236}">
                  <a16:creationId xmlns:a16="http://schemas.microsoft.com/office/drawing/2014/main" id="{4689581E-9068-4FBB-A47B-B40B98512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5" y="1969"/>
              <a:ext cx="60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400" b="1" baseline="-20000">
                  <a:solidFill>
                    <a:srgbClr val="000000"/>
                  </a:solidFill>
                  <a:latin typeface="Symbol" panose="05050102010706020507" pitchFamily="18" charset="2"/>
                </a:rPr>
                <a:t>×</a:t>
              </a:r>
            </a:p>
          </p:txBody>
        </p:sp>
      </p:grp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Number Placeholder 3">
            <a:extLst>
              <a:ext uri="{FF2B5EF4-FFF2-40B4-BE49-F238E27FC236}">
                <a16:creationId xmlns:a16="http://schemas.microsoft.com/office/drawing/2014/main" id="{042D0DB2-24C7-48DA-96A3-681739782F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917C6E7A-B720-42CB-86B8-C8FE13475737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B013C721-F162-476E-BAAB-F2E18FD195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62164" y="1265238"/>
            <a:ext cx="8656637" cy="5027612"/>
          </a:xfrm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b="1">
                <a:cs typeface="Times New Roman" panose="02020603050405020304" pitchFamily="18" charset="0"/>
              </a:rPr>
              <a:t>Convert to Product of Maxterms:</a:t>
            </a:r>
          </a:p>
          <a:p>
            <a:pPr>
              <a:lnSpc>
                <a:spcPct val="90000"/>
              </a:lnSpc>
            </a:pPr>
            <a:endParaRPr lang="en-US" altLang="en-US" sz="280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800" b="1">
                <a:cs typeface="Times New Roman" panose="02020603050405020304" pitchFamily="18" charset="0"/>
              </a:rPr>
              <a:t>Use  x + y z = (x+y)</a:t>
            </a:r>
            <a:r>
              <a:rPr lang="en-US" altLang="en-US" sz="2800" b="1">
                <a:cs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en-US" altLang="en-US" sz="2800" b="1">
                <a:cs typeface="Times New Roman" panose="02020603050405020304" pitchFamily="18" charset="0"/>
              </a:rPr>
              <a:t>(x+z) with                                     , and           to get:</a:t>
            </a:r>
            <a:endParaRPr lang="en-US" altLang="en-US" sz="280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800" b="1">
                <a:cs typeface="Times New Roman" panose="02020603050405020304" pitchFamily="18" charset="0"/>
              </a:rPr>
              <a:t>Then use                          to get:</a:t>
            </a:r>
            <a:endParaRPr lang="en-US" altLang="en-US" sz="280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b="1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>
                <a:cs typeface="Times New Roman" panose="02020603050405020304" pitchFamily="18" charset="0"/>
              </a:rPr>
              <a:t>and a second time to get: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b="1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800" b="1">
                <a:cs typeface="Times New Roman" panose="02020603050405020304" pitchFamily="18" charset="0"/>
              </a:rPr>
              <a:t>Rearrange to standard order,</a:t>
            </a:r>
            <a:endParaRPr lang="en-US" altLang="en-US" sz="280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cs typeface="Times New Roman" panose="02020603050405020304" pitchFamily="18" charset="0"/>
              </a:rPr>
              <a:t>                                                       </a:t>
            </a:r>
            <a:r>
              <a:rPr lang="en-US" altLang="en-US" sz="2800" b="1">
                <a:cs typeface="Times New Roman" panose="02020603050405020304" pitchFamily="18" charset="0"/>
              </a:rPr>
              <a:t>to give f = M</a:t>
            </a:r>
            <a:r>
              <a:rPr lang="en-US" altLang="en-US" sz="2800" b="1" baseline="-30000">
                <a:cs typeface="Times New Roman" panose="02020603050405020304" pitchFamily="18" charset="0"/>
              </a:rPr>
              <a:t>5</a:t>
            </a:r>
            <a:r>
              <a:rPr lang="en-US" altLang="en-US" sz="2800" b="1"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cs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en-US" altLang="en-US" sz="2800" b="1">
                <a:cs typeface="Times New Roman" panose="02020603050405020304" pitchFamily="18" charset="0"/>
              </a:rPr>
              <a:t> M</a:t>
            </a:r>
            <a:r>
              <a:rPr lang="en-US" altLang="en-US" sz="2800" b="1" baseline="-30000">
                <a:cs typeface="Times New Roman" panose="02020603050405020304" pitchFamily="18" charset="0"/>
              </a:rPr>
              <a:t>2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/>
          </a:p>
        </p:txBody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86E5B1FD-28A4-4801-9981-6CD40984D8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Another POM Example</a:t>
            </a:r>
          </a:p>
        </p:txBody>
      </p:sp>
      <p:sp>
        <p:nvSpPr>
          <p:cNvPr id="88069" name="Line 12">
            <a:extLst>
              <a:ext uri="{FF2B5EF4-FFF2-40B4-BE49-F238E27FC236}">
                <a16:creationId xmlns:a16="http://schemas.microsoft.com/office/drawing/2014/main" id="{7EB20A02-9161-49C6-BED6-1CF0F3A43AC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0463" y="1812925"/>
            <a:ext cx="227012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070" name="Line 13">
            <a:extLst>
              <a:ext uri="{FF2B5EF4-FFF2-40B4-BE49-F238E27FC236}">
                <a16:creationId xmlns:a16="http://schemas.microsoft.com/office/drawing/2014/main" id="{F9D1350F-225F-40E8-A039-1D66EDF0FF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713663" y="1812925"/>
            <a:ext cx="24765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071" name="Line 14">
            <a:extLst>
              <a:ext uri="{FF2B5EF4-FFF2-40B4-BE49-F238E27FC236}">
                <a16:creationId xmlns:a16="http://schemas.microsoft.com/office/drawing/2014/main" id="{782E3BB8-B8AF-47B2-9F6B-5B188FD38507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4814" y="1812925"/>
            <a:ext cx="219075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072" name="Rectangle 15">
            <a:extLst>
              <a:ext uri="{FF2B5EF4-FFF2-40B4-BE49-F238E27FC236}">
                <a16:creationId xmlns:a16="http://schemas.microsoft.com/office/drawing/2014/main" id="{67F26CAB-E467-4A7C-83BB-B70ADAF64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3888" y="1798639"/>
            <a:ext cx="889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073" name="Rectangle 16">
            <a:extLst>
              <a:ext uri="{FF2B5EF4-FFF2-40B4-BE49-F238E27FC236}">
                <a16:creationId xmlns:a16="http://schemas.microsoft.com/office/drawing/2014/main" id="{53FDA035-42EF-4FB3-B343-C04C85E0F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6875" y="1798639"/>
            <a:ext cx="23653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074" name="Rectangle 17">
            <a:extLst>
              <a:ext uri="{FF2B5EF4-FFF2-40B4-BE49-F238E27FC236}">
                <a16:creationId xmlns:a16="http://schemas.microsoft.com/office/drawing/2014/main" id="{E16E3371-3EDD-421F-8018-2BC06ADC5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4" y="1798639"/>
            <a:ext cx="2571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075" name="Rectangle 18">
            <a:extLst>
              <a:ext uri="{FF2B5EF4-FFF2-40B4-BE49-F238E27FC236}">
                <a16:creationId xmlns:a16="http://schemas.microsoft.com/office/drawing/2014/main" id="{E07B20CB-7831-45DB-92E3-BF3D638BF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4763" y="1798639"/>
            <a:ext cx="889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076" name="Rectangle 19">
            <a:extLst>
              <a:ext uri="{FF2B5EF4-FFF2-40B4-BE49-F238E27FC236}">
                <a16:creationId xmlns:a16="http://schemas.microsoft.com/office/drawing/2014/main" id="{34D642A9-ED21-4879-9009-94FB279DD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3775" y="1798639"/>
            <a:ext cx="889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077" name="Rectangle 20">
            <a:extLst>
              <a:ext uri="{FF2B5EF4-FFF2-40B4-BE49-F238E27FC236}">
                <a16:creationId xmlns:a16="http://schemas.microsoft.com/office/drawing/2014/main" id="{75BB9DCD-AD18-411E-A828-1D524CC81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2476" y="1798639"/>
            <a:ext cx="2571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078" name="Rectangle 21">
            <a:extLst>
              <a:ext uri="{FF2B5EF4-FFF2-40B4-BE49-F238E27FC236}">
                <a16:creationId xmlns:a16="http://schemas.microsoft.com/office/drawing/2014/main" id="{551161F9-F4D3-484D-B868-691C918BD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683" y="1798639"/>
            <a:ext cx="23884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079" name="Rectangle 22">
            <a:extLst>
              <a:ext uri="{FF2B5EF4-FFF2-40B4-BE49-F238E27FC236}">
                <a16:creationId xmlns:a16="http://schemas.microsoft.com/office/drawing/2014/main" id="{829FBA61-C16B-4EF9-9832-1CEA3700E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875" y="1798639"/>
            <a:ext cx="889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080" name="Rectangle 23">
            <a:extLst>
              <a:ext uri="{FF2B5EF4-FFF2-40B4-BE49-F238E27FC236}">
                <a16:creationId xmlns:a16="http://schemas.microsoft.com/office/drawing/2014/main" id="{130C8093-2C5F-477E-B5CB-F032421C6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7475" y="1798639"/>
            <a:ext cx="889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081" name="Rectangle 24">
            <a:extLst>
              <a:ext uri="{FF2B5EF4-FFF2-40B4-BE49-F238E27FC236}">
                <a16:creationId xmlns:a16="http://schemas.microsoft.com/office/drawing/2014/main" id="{998E233B-0F8C-48F5-8C45-02070499B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6176" y="1798639"/>
            <a:ext cx="2571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082" name="Rectangle 25">
            <a:extLst>
              <a:ext uri="{FF2B5EF4-FFF2-40B4-BE49-F238E27FC236}">
                <a16:creationId xmlns:a16="http://schemas.microsoft.com/office/drawing/2014/main" id="{F12B0A3A-2C32-402B-ACB0-72A14D544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4389" y="1798639"/>
            <a:ext cx="2571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083" name="Rectangle 26">
            <a:extLst>
              <a:ext uri="{FF2B5EF4-FFF2-40B4-BE49-F238E27FC236}">
                <a16:creationId xmlns:a16="http://schemas.microsoft.com/office/drawing/2014/main" id="{B2DC13C9-B7BD-4313-BC15-BE2F2B7BA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838" y="1798639"/>
            <a:ext cx="889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084" name="Rectangle 27">
            <a:extLst>
              <a:ext uri="{FF2B5EF4-FFF2-40B4-BE49-F238E27FC236}">
                <a16:creationId xmlns:a16="http://schemas.microsoft.com/office/drawing/2014/main" id="{47758FCA-A203-4FED-B229-CF186D234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5613" y="1798639"/>
            <a:ext cx="889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085" name="Rectangle 28">
            <a:extLst>
              <a:ext uri="{FF2B5EF4-FFF2-40B4-BE49-F238E27FC236}">
                <a16:creationId xmlns:a16="http://schemas.microsoft.com/office/drawing/2014/main" id="{AA5E04E0-C2FF-4617-A0CA-630EEF3E7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8651" y="1798639"/>
            <a:ext cx="37991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C)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086" name="Rectangle 29">
            <a:extLst>
              <a:ext uri="{FF2B5EF4-FFF2-40B4-BE49-F238E27FC236}">
                <a16:creationId xmlns:a16="http://schemas.microsoft.com/office/drawing/2014/main" id="{F7706596-5E13-49E9-9608-C8D4EABA0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6950" y="1798639"/>
            <a:ext cx="32543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B,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087" name="Rectangle 30">
            <a:extLst>
              <a:ext uri="{FF2B5EF4-FFF2-40B4-BE49-F238E27FC236}">
                <a16:creationId xmlns:a16="http://schemas.microsoft.com/office/drawing/2014/main" id="{31B59C7F-19C5-40B3-BAF1-58E00DD45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3538" y="1798639"/>
            <a:ext cx="5842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f(A,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088" name="Rectangle 31">
            <a:extLst>
              <a:ext uri="{FF2B5EF4-FFF2-40B4-BE49-F238E27FC236}">
                <a16:creationId xmlns:a16="http://schemas.microsoft.com/office/drawing/2014/main" id="{4A3EE43B-D5B1-4828-8955-35E9BF933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8709" y="1758951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089" name="Rectangle 32">
            <a:extLst>
              <a:ext uri="{FF2B5EF4-FFF2-40B4-BE49-F238E27FC236}">
                <a16:creationId xmlns:a16="http://schemas.microsoft.com/office/drawing/2014/main" id="{45CF52B7-2E90-4A55-8504-62A7C6A59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1776" y="1758950"/>
            <a:ext cx="1952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090" name="Rectangle 33">
            <a:extLst>
              <a:ext uri="{FF2B5EF4-FFF2-40B4-BE49-F238E27FC236}">
                <a16:creationId xmlns:a16="http://schemas.microsoft.com/office/drawing/2014/main" id="{ECD6D977-0506-47BA-99DF-7DC65D3B5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1" y="1758950"/>
            <a:ext cx="1952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=</a:t>
            </a:r>
            <a:endParaRPr lang="en-US" altLang="en-US" sz="2400">
              <a:solidFill>
                <a:srgbClr val="000000"/>
              </a:solidFill>
            </a:endParaRPr>
          </a:p>
        </p:txBody>
      </p:sp>
      <p:grpSp>
        <p:nvGrpSpPr>
          <p:cNvPr id="88091" name="Group 171">
            <a:extLst>
              <a:ext uri="{FF2B5EF4-FFF2-40B4-BE49-F238E27FC236}">
                <a16:creationId xmlns:a16="http://schemas.microsoft.com/office/drawing/2014/main" id="{4C9EC33A-C519-4CD8-820D-05A13038E2FF}"/>
              </a:ext>
            </a:extLst>
          </p:cNvPr>
          <p:cNvGrpSpPr>
            <a:grpSpLocks/>
          </p:cNvGrpSpPr>
          <p:nvPr/>
        </p:nvGrpSpPr>
        <p:grpSpPr bwMode="auto">
          <a:xfrm>
            <a:off x="3224213" y="2628900"/>
            <a:ext cx="742950" cy="444500"/>
            <a:chOff x="1071" y="1656"/>
            <a:chExt cx="468" cy="280"/>
          </a:xfrm>
        </p:grpSpPr>
        <p:sp>
          <p:nvSpPr>
            <p:cNvPr id="88240" name="Line 51">
              <a:extLst>
                <a:ext uri="{FF2B5EF4-FFF2-40B4-BE49-F238E27FC236}">
                  <a16:creationId xmlns:a16="http://schemas.microsoft.com/office/drawing/2014/main" id="{E7B44A96-69F8-41E8-89C5-42579B4F74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1682"/>
              <a:ext cx="137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241" name="Rectangle 52">
              <a:extLst>
                <a:ext uri="{FF2B5EF4-FFF2-40B4-BE49-F238E27FC236}">
                  <a16:creationId xmlns:a16="http://schemas.microsoft.com/office/drawing/2014/main" id="{E91DCA8E-B312-4014-A869-0E30A1B86B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9" y="1665"/>
              <a:ext cx="15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B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42" name="Rectangle 53">
              <a:extLst>
                <a:ext uri="{FF2B5EF4-FFF2-40B4-BE49-F238E27FC236}">
                  <a16:creationId xmlns:a16="http://schemas.microsoft.com/office/drawing/2014/main" id="{D7ECDFD4-EBD8-4F8B-806B-A80DC5163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0" y="1665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43" name="Rectangle 54">
              <a:extLst>
                <a:ext uri="{FF2B5EF4-FFF2-40B4-BE49-F238E27FC236}">
                  <a16:creationId xmlns:a16="http://schemas.microsoft.com/office/drawing/2014/main" id="{6800E859-DD96-46B1-A30B-63846DE60E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6" y="1665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44" name="Rectangle 55">
              <a:extLst>
                <a:ext uri="{FF2B5EF4-FFF2-40B4-BE49-F238E27FC236}">
                  <a16:creationId xmlns:a16="http://schemas.microsoft.com/office/drawing/2014/main" id="{75CC371B-C7C0-463F-A05A-61B773142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" y="1665"/>
              <a:ext cx="10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z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45" name="Rectangle 56">
              <a:extLst>
                <a:ext uri="{FF2B5EF4-FFF2-40B4-BE49-F238E27FC236}">
                  <a16:creationId xmlns:a16="http://schemas.microsoft.com/office/drawing/2014/main" id="{BEC3EE74-C8B8-4AA0-BA20-C2DDC3D1F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1656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88092" name="Group 173">
            <a:extLst>
              <a:ext uri="{FF2B5EF4-FFF2-40B4-BE49-F238E27FC236}">
                <a16:creationId xmlns:a16="http://schemas.microsoft.com/office/drawing/2014/main" id="{F2BEA8B3-CBB5-4ED9-853D-956804C53C90}"/>
              </a:ext>
            </a:extLst>
          </p:cNvPr>
          <p:cNvGrpSpPr>
            <a:grpSpLocks/>
          </p:cNvGrpSpPr>
          <p:nvPr/>
        </p:nvGrpSpPr>
        <p:grpSpPr bwMode="auto">
          <a:xfrm>
            <a:off x="3992564" y="3079750"/>
            <a:ext cx="3965575" cy="1588"/>
            <a:chOff x="1555" y="1940"/>
            <a:chExt cx="2498" cy="1"/>
          </a:xfrm>
        </p:grpSpPr>
        <p:sp>
          <p:nvSpPr>
            <p:cNvPr id="88236" name="Line 57">
              <a:extLst>
                <a:ext uri="{FF2B5EF4-FFF2-40B4-BE49-F238E27FC236}">
                  <a16:creationId xmlns:a16="http://schemas.microsoft.com/office/drawing/2014/main" id="{B5C29717-8ABE-45BC-A2BE-F61B822EE4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5" y="1940"/>
              <a:ext cx="143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237" name="Line 58">
              <a:extLst>
                <a:ext uri="{FF2B5EF4-FFF2-40B4-BE49-F238E27FC236}">
                  <a16:creationId xmlns:a16="http://schemas.microsoft.com/office/drawing/2014/main" id="{3546CE0A-D880-4A80-9EEE-124A311C36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7" y="1940"/>
              <a:ext cx="156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238" name="Line 59">
              <a:extLst>
                <a:ext uri="{FF2B5EF4-FFF2-40B4-BE49-F238E27FC236}">
                  <a16:creationId xmlns:a16="http://schemas.microsoft.com/office/drawing/2014/main" id="{F8CDB74B-5545-42FD-B676-6F69C370FD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9" y="1940"/>
              <a:ext cx="143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239" name="Line 60">
              <a:extLst>
                <a:ext uri="{FF2B5EF4-FFF2-40B4-BE49-F238E27FC236}">
                  <a16:creationId xmlns:a16="http://schemas.microsoft.com/office/drawing/2014/main" id="{11686D38-81F3-4482-BD55-5402A2BAD7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6" y="1940"/>
              <a:ext cx="137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88093" name="Rectangle 61">
            <a:extLst>
              <a:ext uri="{FF2B5EF4-FFF2-40B4-BE49-F238E27FC236}">
                <a16:creationId xmlns:a16="http://schemas.microsoft.com/office/drawing/2014/main" id="{D5E62306-7B31-44BB-BAB7-EA9295768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9781" y="3065464"/>
            <a:ext cx="12022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)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094" name="Rectangle 62">
            <a:extLst>
              <a:ext uri="{FF2B5EF4-FFF2-40B4-BE49-F238E27FC236}">
                <a16:creationId xmlns:a16="http://schemas.microsoft.com/office/drawing/2014/main" id="{60DDB524-0DAF-4A40-A3D7-BCD390665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1558" y="3065464"/>
            <a:ext cx="23884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095" name="Rectangle 63">
            <a:extLst>
              <a:ext uri="{FF2B5EF4-FFF2-40B4-BE49-F238E27FC236}">
                <a16:creationId xmlns:a16="http://schemas.microsoft.com/office/drawing/2014/main" id="{3B9363F4-F73F-4E68-80D6-151010BB7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750" y="3065464"/>
            <a:ext cx="889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096" name="Rectangle 64">
            <a:extLst>
              <a:ext uri="{FF2B5EF4-FFF2-40B4-BE49-F238E27FC236}">
                <a16:creationId xmlns:a16="http://schemas.microsoft.com/office/drawing/2014/main" id="{31D8A34B-DF62-485F-AA53-3D002703F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2350" y="3065464"/>
            <a:ext cx="889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097" name="Rectangle 65">
            <a:extLst>
              <a:ext uri="{FF2B5EF4-FFF2-40B4-BE49-F238E27FC236}">
                <a16:creationId xmlns:a16="http://schemas.microsoft.com/office/drawing/2014/main" id="{D1144A80-0AA2-4F28-B4A7-32D178613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1051" y="3065464"/>
            <a:ext cx="2571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098" name="Rectangle 66">
            <a:extLst>
              <a:ext uri="{FF2B5EF4-FFF2-40B4-BE49-F238E27FC236}">
                <a16:creationId xmlns:a16="http://schemas.microsoft.com/office/drawing/2014/main" id="{57901642-B6D4-49A9-94CB-8BB2481BD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4825" y="3065464"/>
            <a:ext cx="23653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099" name="Rectangle 67">
            <a:extLst>
              <a:ext uri="{FF2B5EF4-FFF2-40B4-BE49-F238E27FC236}">
                <a16:creationId xmlns:a16="http://schemas.microsoft.com/office/drawing/2014/main" id="{A6B91271-5548-4210-9D70-FA9C6AA47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5450" y="3065464"/>
            <a:ext cx="889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00" name="Rectangle 68">
            <a:extLst>
              <a:ext uri="{FF2B5EF4-FFF2-40B4-BE49-F238E27FC236}">
                <a16:creationId xmlns:a16="http://schemas.microsoft.com/office/drawing/2014/main" id="{729AF21C-6029-41D9-AD02-7A9A12ED7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6050" y="3065464"/>
            <a:ext cx="889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01" name="Rectangle 69">
            <a:extLst>
              <a:ext uri="{FF2B5EF4-FFF2-40B4-BE49-F238E27FC236}">
                <a16:creationId xmlns:a16="http://schemas.microsoft.com/office/drawing/2014/main" id="{7D09EB76-1B90-4286-B63A-8D2608F1C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1" y="3065464"/>
            <a:ext cx="2571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02" name="Rectangle 70">
            <a:extLst>
              <a:ext uri="{FF2B5EF4-FFF2-40B4-BE49-F238E27FC236}">
                <a16:creationId xmlns:a16="http://schemas.microsoft.com/office/drawing/2014/main" id="{A0E15B9B-F75C-4728-B308-F5764BDC7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0238" y="3065464"/>
            <a:ext cx="4953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)(A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03" name="Rectangle 71">
            <a:extLst>
              <a:ext uri="{FF2B5EF4-FFF2-40B4-BE49-F238E27FC236}">
                <a16:creationId xmlns:a16="http://schemas.microsoft.com/office/drawing/2014/main" id="{BD5E0888-E53E-445D-95E0-212DA90CC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4014" y="3065464"/>
            <a:ext cx="2571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04" name="Rectangle 72">
            <a:extLst>
              <a:ext uri="{FF2B5EF4-FFF2-40B4-BE49-F238E27FC236}">
                <a16:creationId xmlns:a16="http://schemas.microsoft.com/office/drawing/2014/main" id="{AF1EC4FF-B77E-47F6-B469-305E5FAF5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1463" y="3065464"/>
            <a:ext cx="889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05" name="Rectangle 73">
            <a:extLst>
              <a:ext uri="{FF2B5EF4-FFF2-40B4-BE49-F238E27FC236}">
                <a16:creationId xmlns:a16="http://schemas.microsoft.com/office/drawing/2014/main" id="{80EEA33C-D1AD-452E-9363-A58D57E40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0475" y="3065464"/>
            <a:ext cx="889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06" name="Rectangle 74">
            <a:extLst>
              <a:ext uri="{FF2B5EF4-FFF2-40B4-BE49-F238E27FC236}">
                <a16:creationId xmlns:a16="http://schemas.microsoft.com/office/drawing/2014/main" id="{58E9128C-4808-4A0C-9B2A-97758CC81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9176" y="3065464"/>
            <a:ext cx="2571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07" name="Rectangle 75">
            <a:extLst>
              <a:ext uri="{FF2B5EF4-FFF2-40B4-BE49-F238E27FC236}">
                <a16:creationId xmlns:a16="http://schemas.microsoft.com/office/drawing/2014/main" id="{9986A66B-ADE6-44FD-AEC5-1E6D73F75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3383" y="3065464"/>
            <a:ext cx="23884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08" name="Rectangle 76">
            <a:extLst>
              <a:ext uri="{FF2B5EF4-FFF2-40B4-BE49-F238E27FC236}">
                <a16:creationId xmlns:a16="http://schemas.microsoft.com/office/drawing/2014/main" id="{9EE2B384-CF77-4108-9CDD-BF20328D6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3575" y="3065464"/>
            <a:ext cx="889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09" name="Rectangle 77">
            <a:extLst>
              <a:ext uri="{FF2B5EF4-FFF2-40B4-BE49-F238E27FC236}">
                <a16:creationId xmlns:a16="http://schemas.microsoft.com/office/drawing/2014/main" id="{4E1650C9-3D23-4CFE-9F45-8AA8C415B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276" y="3065464"/>
            <a:ext cx="2571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10" name="Rectangle 78">
            <a:extLst>
              <a:ext uri="{FF2B5EF4-FFF2-40B4-BE49-F238E27FC236}">
                <a16:creationId xmlns:a16="http://schemas.microsoft.com/office/drawing/2014/main" id="{DE0A4E7D-9487-48DA-9481-CAB89D8E6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2576" y="3065464"/>
            <a:ext cx="37991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(A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11" name="Rectangle 79">
            <a:extLst>
              <a:ext uri="{FF2B5EF4-FFF2-40B4-BE49-F238E27FC236}">
                <a16:creationId xmlns:a16="http://schemas.microsoft.com/office/drawing/2014/main" id="{0DBCE9C8-C7E5-4E39-AE5E-1E35295C4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1388" y="3065464"/>
            <a:ext cx="889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12" name="Rectangle 80">
            <a:extLst>
              <a:ext uri="{FF2B5EF4-FFF2-40B4-BE49-F238E27FC236}">
                <a16:creationId xmlns:a16="http://schemas.microsoft.com/office/drawing/2014/main" id="{367332F2-EA99-4754-BF93-A3141CEDB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2656" y="3065464"/>
            <a:ext cx="12022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f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13" name="Rectangle 81">
            <a:extLst>
              <a:ext uri="{FF2B5EF4-FFF2-40B4-BE49-F238E27FC236}">
                <a16:creationId xmlns:a16="http://schemas.microsoft.com/office/drawing/2014/main" id="{7473BC14-033E-4D89-A90D-914ECA20D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6651" y="3025775"/>
            <a:ext cx="1952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14" name="Rectangle 82">
            <a:extLst>
              <a:ext uri="{FF2B5EF4-FFF2-40B4-BE49-F238E27FC236}">
                <a16:creationId xmlns:a16="http://schemas.microsoft.com/office/drawing/2014/main" id="{3AE70745-B7AC-4944-BE1F-C84E8E296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351" y="3025775"/>
            <a:ext cx="1952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15" name="Rectangle 83">
            <a:extLst>
              <a:ext uri="{FF2B5EF4-FFF2-40B4-BE49-F238E27FC236}">
                <a16:creationId xmlns:a16="http://schemas.microsoft.com/office/drawing/2014/main" id="{BC3B7DFA-F2CE-41F7-B147-91CE8858F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5409" y="3025776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16" name="Rectangle 84">
            <a:extLst>
              <a:ext uri="{FF2B5EF4-FFF2-40B4-BE49-F238E27FC236}">
                <a16:creationId xmlns:a16="http://schemas.microsoft.com/office/drawing/2014/main" id="{9A4F3552-A175-438A-88D5-BE1D7967C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8476" y="3025775"/>
            <a:ext cx="1952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17" name="Rectangle 85">
            <a:extLst>
              <a:ext uri="{FF2B5EF4-FFF2-40B4-BE49-F238E27FC236}">
                <a16:creationId xmlns:a16="http://schemas.microsoft.com/office/drawing/2014/main" id="{0BB905DF-A283-458C-8EA0-881497EAB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8509" y="3025776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=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18" name="Line 185">
            <a:extLst>
              <a:ext uri="{FF2B5EF4-FFF2-40B4-BE49-F238E27FC236}">
                <a16:creationId xmlns:a16="http://schemas.microsoft.com/office/drawing/2014/main" id="{75CB1252-2C23-49C4-BBE2-C2A59EFE9E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5176" y="3609975"/>
            <a:ext cx="163513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119" name="Rectangle 186">
            <a:extLst>
              <a:ext uri="{FF2B5EF4-FFF2-40B4-BE49-F238E27FC236}">
                <a16:creationId xmlns:a16="http://schemas.microsoft.com/office/drawing/2014/main" id="{3052C73D-385D-43B3-8999-CAA9553D9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0207" y="353853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20" name="Rectangle 187">
            <a:extLst>
              <a:ext uri="{FF2B5EF4-FFF2-40B4-BE49-F238E27FC236}">
                <a16:creationId xmlns:a16="http://schemas.microsoft.com/office/drawing/2014/main" id="{BC008B0F-57DE-4C1D-9C55-F08877EEF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3073" y="3538539"/>
            <a:ext cx="2693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21" name="Rectangle 188">
            <a:extLst>
              <a:ext uri="{FF2B5EF4-FFF2-40B4-BE49-F238E27FC236}">
                <a16:creationId xmlns:a16="http://schemas.microsoft.com/office/drawing/2014/main" id="{B93E38F7-17C6-4D72-8891-5DD74FB3C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2954" y="3538539"/>
            <a:ext cx="8976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22" name="Rectangle 189">
            <a:extLst>
              <a:ext uri="{FF2B5EF4-FFF2-40B4-BE49-F238E27FC236}">
                <a16:creationId xmlns:a16="http://schemas.microsoft.com/office/drawing/2014/main" id="{190A8FF6-CD58-4255-9D8B-2ED56E105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9482" y="353853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23" name="Rectangle 190">
            <a:extLst>
              <a:ext uri="{FF2B5EF4-FFF2-40B4-BE49-F238E27FC236}">
                <a16:creationId xmlns:a16="http://schemas.microsoft.com/office/drawing/2014/main" id="{4DF0A0F4-0A9E-4618-B606-ECB56FA98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0541" y="3538539"/>
            <a:ext cx="8976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24" name="Rectangle 191">
            <a:extLst>
              <a:ext uri="{FF2B5EF4-FFF2-40B4-BE49-F238E27FC236}">
                <a16:creationId xmlns:a16="http://schemas.microsoft.com/office/drawing/2014/main" id="{635165E0-E436-416E-833E-3E5FBE55F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4316" y="3538539"/>
            <a:ext cx="8976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25" name="Rectangle 192">
            <a:extLst>
              <a:ext uri="{FF2B5EF4-FFF2-40B4-BE49-F238E27FC236}">
                <a16:creationId xmlns:a16="http://schemas.microsoft.com/office/drawing/2014/main" id="{F67702D3-D8BF-4CCE-9BDE-CDC0B1C9B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6082" y="353853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26" name="Rectangle 193">
            <a:extLst>
              <a:ext uri="{FF2B5EF4-FFF2-40B4-BE49-F238E27FC236}">
                <a16:creationId xmlns:a16="http://schemas.microsoft.com/office/drawing/2014/main" id="{EAB7A9F2-4096-49BD-A724-D33B434B1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9545" y="353853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27" name="Rectangle 194">
            <a:extLst>
              <a:ext uri="{FF2B5EF4-FFF2-40B4-BE49-F238E27FC236}">
                <a16:creationId xmlns:a16="http://schemas.microsoft.com/office/drawing/2014/main" id="{81434A96-1328-4067-8739-1DC5DD1D4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0604" y="3538539"/>
            <a:ext cx="8976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28" name="Rectangle 195">
            <a:extLst>
              <a:ext uri="{FF2B5EF4-FFF2-40B4-BE49-F238E27FC236}">
                <a16:creationId xmlns:a16="http://schemas.microsoft.com/office/drawing/2014/main" id="{33397D45-4EDA-4EDF-B93E-D73537DAD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204" y="3538539"/>
            <a:ext cx="8976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29" name="Rectangle 196">
            <a:extLst>
              <a:ext uri="{FF2B5EF4-FFF2-40B4-BE49-F238E27FC236}">
                <a16:creationId xmlns:a16="http://schemas.microsoft.com/office/drawing/2014/main" id="{90DD45F5-202C-4DE7-A14D-F2E04ED57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7732" y="353853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30" name="Rectangle 197">
            <a:extLst>
              <a:ext uri="{FF2B5EF4-FFF2-40B4-BE49-F238E27FC236}">
                <a16:creationId xmlns:a16="http://schemas.microsoft.com/office/drawing/2014/main" id="{01A85909-DE65-494D-B021-4D649C83D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9117" y="3498851"/>
            <a:ext cx="19716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31" name="Rectangle 198">
            <a:extLst>
              <a:ext uri="{FF2B5EF4-FFF2-40B4-BE49-F238E27FC236}">
                <a16:creationId xmlns:a16="http://schemas.microsoft.com/office/drawing/2014/main" id="{57CBF9A6-F58C-40B9-9921-921DBBC7B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0479" y="3498851"/>
            <a:ext cx="19716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=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32" name="Rectangle 199">
            <a:extLst>
              <a:ext uri="{FF2B5EF4-FFF2-40B4-BE49-F238E27FC236}">
                <a16:creationId xmlns:a16="http://schemas.microsoft.com/office/drawing/2014/main" id="{5622599F-A556-4814-BA4C-6D5E78BC1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5779" y="3498851"/>
            <a:ext cx="19716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33" name="Rectangle 90">
            <a:extLst>
              <a:ext uri="{FF2B5EF4-FFF2-40B4-BE49-F238E27FC236}">
                <a16:creationId xmlns:a16="http://schemas.microsoft.com/office/drawing/2014/main" id="{6D1249D0-C8DE-4841-9689-79705EE7D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1738" y="4008439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34" name="Rectangle 91">
            <a:extLst>
              <a:ext uri="{FF2B5EF4-FFF2-40B4-BE49-F238E27FC236}">
                <a16:creationId xmlns:a16="http://schemas.microsoft.com/office/drawing/2014/main" id="{12C26559-8EF8-480E-9DB4-FF9184DFD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3206" y="4008439"/>
            <a:ext cx="12022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)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35" name="Rectangle 92">
            <a:extLst>
              <a:ext uri="{FF2B5EF4-FFF2-40B4-BE49-F238E27FC236}">
                <a16:creationId xmlns:a16="http://schemas.microsoft.com/office/drawing/2014/main" id="{A02193C0-FEB6-4B79-B42B-4D4CCC499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4550" y="4008439"/>
            <a:ext cx="23653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36" name="Rectangle 93">
            <a:extLst>
              <a:ext uri="{FF2B5EF4-FFF2-40B4-BE49-F238E27FC236}">
                <a16:creationId xmlns:a16="http://schemas.microsoft.com/office/drawing/2014/main" id="{5055427E-1CB0-4876-9D46-609FD2500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75" y="4008439"/>
            <a:ext cx="889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37" name="Rectangle 94">
            <a:extLst>
              <a:ext uri="{FF2B5EF4-FFF2-40B4-BE49-F238E27FC236}">
                <a16:creationId xmlns:a16="http://schemas.microsoft.com/office/drawing/2014/main" id="{0F277AD3-F521-4ADC-8391-7646A2FD8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775" y="4008439"/>
            <a:ext cx="889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38" name="Rectangle 95">
            <a:extLst>
              <a:ext uri="{FF2B5EF4-FFF2-40B4-BE49-F238E27FC236}">
                <a16:creationId xmlns:a16="http://schemas.microsoft.com/office/drawing/2014/main" id="{C77253C0-FCC1-4D32-916B-F7C1D123D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4476" y="4008439"/>
            <a:ext cx="2571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39" name="Rectangle 96">
            <a:extLst>
              <a:ext uri="{FF2B5EF4-FFF2-40B4-BE49-F238E27FC236}">
                <a16:creationId xmlns:a16="http://schemas.microsoft.com/office/drawing/2014/main" id="{55FB3AA0-D9A9-4C4F-A644-A8C3F4B27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863" y="4008439"/>
            <a:ext cx="889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40" name="Rectangle 97">
            <a:extLst>
              <a:ext uri="{FF2B5EF4-FFF2-40B4-BE49-F238E27FC236}">
                <a16:creationId xmlns:a16="http://schemas.microsoft.com/office/drawing/2014/main" id="{12F32C96-E86B-4F13-BC7B-4DE785AA0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463" y="4008439"/>
            <a:ext cx="889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41" name="Rectangle 98">
            <a:extLst>
              <a:ext uri="{FF2B5EF4-FFF2-40B4-BE49-F238E27FC236}">
                <a16:creationId xmlns:a16="http://schemas.microsoft.com/office/drawing/2014/main" id="{CC9D799B-9674-464D-AFC7-727F50D0F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9164" y="4008439"/>
            <a:ext cx="2571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42" name="Rectangle 99">
            <a:extLst>
              <a:ext uri="{FF2B5EF4-FFF2-40B4-BE49-F238E27FC236}">
                <a16:creationId xmlns:a16="http://schemas.microsoft.com/office/drawing/2014/main" id="{920303FE-EF4F-43F5-96E8-8A70915AC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1163" y="4008439"/>
            <a:ext cx="4953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)(A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43" name="Rectangle 100">
            <a:extLst>
              <a:ext uri="{FF2B5EF4-FFF2-40B4-BE49-F238E27FC236}">
                <a16:creationId xmlns:a16="http://schemas.microsoft.com/office/drawing/2014/main" id="{BAFA5C39-0851-4DF2-9878-80E8F91A9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3351" y="4008439"/>
            <a:ext cx="2571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44" name="Rectangle 101">
            <a:extLst>
              <a:ext uri="{FF2B5EF4-FFF2-40B4-BE49-F238E27FC236}">
                <a16:creationId xmlns:a16="http://schemas.microsoft.com/office/drawing/2014/main" id="{9B2A18A7-9F33-4F1B-A94B-8B8ED1110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0800" y="4008439"/>
            <a:ext cx="889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45" name="Rectangle 102">
            <a:extLst>
              <a:ext uri="{FF2B5EF4-FFF2-40B4-BE49-F238E27FC236}">
                <a16:creationId xmlns:a16="http://schemas.microsoft.com/office/drawing/2014/main" id="{00B93996-227A-4BE5-978D-176E9D49D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1400" y="4008439"/>
            <a:ext cx="889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46" name="Rectangle 103">
            <a:extLst>
              <a:ext uri="{FF2B5EF4-FFF2-40B4-BE49-F238E27FC236}">
                <a16:creationId xmlns:a16="http://schemas.microsoft.com/office/drawing/2014/main" id="{076DF812-CD33-4FDE-8740-58DF48453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5151" y="4008439"/>
            <a:ext cx="49371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47" name="Rectangle 104">
            <a:extLst>
              <a:ext uri="{FF2B5EF4-FFF2-40B4-BE49-F238E27FC236}">
                <a16:creationId xmlns:a16="http://schemas.microsoft.com/office/drawing/2014/main" id="{8324F2A3-10C5-49CA-ABF7-E70E59F65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5" y="4008439"/>
            <a:ext cx="889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48" name="Rectangle 105">
            <a:extLst>
              <a:ext uri="{FF2B5EF4-FFF2-40B4-BE49-F238E27FC236}">
                <a16:creationId xmlns:a16="http://schemas.microsoft.com/office/drawing/2014/main" id="{3BE81086-CBDB-4E7F-87D8-1D5D9149E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6375" y="4008439"/>
            <a:ext cx="889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49" name="Rectangle 106">
            <a:extLst>
              <a:ext uri="{FF2B5EF4-FFF2-40B4-BE49-F238E27FC236}">
                <a16:creationId xmlns:a16="http://schemas.microsoft.com/office/drawing/2014/main" id="{DCE62A13-F9A2-475E-A8C4-60BFC84DA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5076" y="4008439"/>
            <a:ext cx="2571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50" name="Rectangle 107">
            <a:extLst>
              <a:ext uri="{FF2B5EF4-FFF2-40B4-BE49-F238E27FC236}">
                <a16:creationId xmlns:a16="http://schemas.microsoft.com/office/drawing/2014/main" id="{7F7BDBE5-C4FA-4973-A87C-5DCCD3745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2731" y="4008439"/>
            <a:ext cx="12022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(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51" name="Rectangle 108">
            <a:extLst>
              <a:ext uri="{FF2B5EF4-FFF2-40B4-BE49-F238E27FC236}">
                <a16:creationId xmlns:a16="http://schemas.microsoft.com/office/drawing/2014/main" id="{CA3DD6B0-0DD0-4D25-8CDF-9CA12F3F6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1388" y="4008439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52" name="Rectangle 109">
            <a:extLst>
              <a:ext uri="{FF2B5EF4-FFF2-40B4-BE49-F238E27FC236}">
                <a16:creationId xmlns:a16="http://schemas.microsoft.com/office/drawing/2014/main" id="{730F7559-3765-40F3-AEF2-C12CE9E92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2656" y="4008439"/>
            <a:ext cx="12022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f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53" name="Rectangle 110">
            <a:extLst>
              <a:ext uri="{FF2B5EF4-FFF2-40B4-BE49-F238E27FC236}">
                <a16:creationId xmlns:a16="http://schemas.microsoft.com/office/drawing/2014/main" id="{56B8C237-DB1C-448D-8B82-AE585F2D9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0076" y="3968750"/>
            <a:ext cx="1952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54" name="Rectangle 111">
            <a:extLst>
              <a:ext uri="{FF2B5EF4-FFF2-40B4-BE49-F238E27FC236}">
                <a16:creationId xmlns:a16="http://schemas.microsoft.com/office/drawing/2014/main" id="{09F1C340-8631-4208-BB4A-BD203DE8C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809" y="3968751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55" name="Rectangle 112">
            <a:extLst>
              <a:ext uri="{FF2B5EF4-FFF2-40B4-BE49-F238E27FC236}">
                <a16:creationId xmlns:a16="http://schemas.microsoft.com/office/drawing/2014/main" id="{B9C987C4-5601-4042-8111-D4B307677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5701" y="3968750"/>
            <a:ext cx="1952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56" name="Rectangle 113">
            <a:extLst>
              <a:ext uri="{FF2B5EF4-FFF2-40B4-BE49-F238E27FC236}">
                <a16:creationId xmlns:a16="http://schemas.microsoft.com/office/drawing/2014/main" id="{69C70CEA-1A60-4F00-84F6-44FF0A0D1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0676" y="3968750"/>
            <a:ext cx="1952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57" name="Rectangle 114">
            <a:extLst>
              <a:ext uri="{FF2B5EF4-FFF2-40B4-BE49-F238E27FC236}">
                <a16:creationId xmlns:a16="http://schemas.microsoft.com/office/drawing/2014/main" id="{1237F265-CB55-4431-B5BD-D15C92AB8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8509" y="3968751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=</a:t>
            </a:r>
            <a:endParaRPr lang="en-US" altLang="en-US" sz="2400">
              <a:solidFill>
                <a:srgbClr val="000000"/>
              </a:solidFill>
            </a:endParaRPr>
          </a:p>
        </p:txBody>
      </p:sp>
      <p:grpSp>
        <p:nvGrpSpPr>
          <p:cNvPr id="88158" name="Group 177">
            <a:extLst>
              <a:ext uri="{FF2B5EF4-FFF2-40B4-BE49-F238E27FC236}">
                <a16:creationId xmlns:a16="http://schemas.microsoft.com/office/drawing/2014/main" id="{A21B6B4E-29AF-4D84-99A0-F47249B10937}"/>
              </a:ext>
            </a:extLst>
          </p:cNvPr>
          <p:cNvGrpSpPr>
            <a:grpSpLocks/>
          </p:cNvGrpSpPr>
          <p:nvPr/>
        </p:nvGrpSpPr>
        <p:grpSpPr bwMode="auto">
          <a:xfrm>
            <a:off x="3036888" y="4900613"/>
            <a:ext cx="4079875" cy="469900"/>
            <a:chOff x="953" y="3087"/>
            <a:chExt cx="2570" cy="296"/>
          </a:xfrm>
        </p:grpSpPr>
        <p:grpSp>
          <p:nvGrpSpPr>
            <p:cNvPr id="88207" name="Group 176">
              <a:extLst>
                <a:ext uri="{FF2B5EF4-FFF2-40B4-BE49-F238E27FC236}">
                  <a16:creationId xmlns:a16="http://schemas.microsoft.com/office/drawing/2014/main" id="{36213DCA-2818-41FA-AD6C-44ECD0EF76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0" y="3121"/>
              <a:ext cx="1971" cy="1"/>
              <a:chOff x="1310" y="3121"/>
              <a:chExt cx="1971" cy="1"/>
            </a:xfrm>
          </p:grpSpPr>
          <p:sp>
            <p:nvSpPr>
              <p:cNvPr id="88233" name="Line 115">
                <a:extLst>
                  <a:ext uri="{FF2B5EF4-FFF2-40B4-BE49-F238E27FC236}">
                    <a16:creationId xmlns:a16="http://schemas.microsoft.com/office/drawing/2014/main" id="{08DDFBB9-1FE8-4BD6-B839-3D47C1C68C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0" y="3121"/>
                <a:ext cx="143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234" name="Line 116">
                <a:extLst>
                  <a:ext uri="{FF2B5EF4-FFF2-40B4-BE49-F238E27FC236}">
                    <a16:creationId xmlns:a16="http://schemas.microsoft.com/office/drawing/2014/main" id="{94F06AA7-6A22-455F-B549-75D4E4164E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4" y="3121"/>
                <a:ext cx="157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235" name="Line 117">
                <a:extLst>
                  <a:ext uri="{FF2B5EF4-FFF2-40B4-BE49-F238E27FC236}">
                    <a16:creationId xmlns:a16="http://schemas.microsoft.com/office/drawing/2014/main" id="{8EE37BDB-AA48-4F93-9AFB-4A1AB86B5B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4" y="3121"/>
                <a:ext cx="137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88208" name="Rectangle 118">
              <a:extLst>
                <a:ext uri="{FF2B5EF4-FFF2-40B4-BE49-F238E27FC236}">
                  <a16:creationId xmlns:a16="http://schemas.microsoft.com/office/drawing/2014/main" id="{E77ABC49-DEEE-4F37-87CF-A222671A7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0" y="3112"/>
              <a:ext cx="11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09" name="Rectangle 119">
              <a:extLst>
                <a:ext uri="{FF2B5EF4-FFF2-40B4-BE49-F238E27FC236}">
                  <a16:creationId xmlns:a16="http://schemas.microsoft.com/office/drawing/2014/main" id="{BCD1D71C-5EC3-4CF6-A295-DD44227CD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3" y="3112"/>
              <a:ext cx="7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)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10" name="Rectangle 120">
              <a:extLst>
                <a:ext uri="{FF2B5EF4-FFF2-40B4-BE49-F238E27FC236}">
                  <a16:creationId xmlns:a16="http://schemas.microsoft.com/office/drawing/2014/main" id="{1F9F4FEB-8892-42E5-BAA9-0E57DC67B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5" y="3112"/>
              <a:ext cx="15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B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11" name="Rectangle 121">
              <a:extLst>
                <a:ext uri="{FF2B5EF4-FFF2-40B4-BE49-F238E27FC236}">
                  <a16:creationId xmlns:a16="http://schemas.microsoft.com/office/drawing/2014/main" id="{3D8AE71C-EEBC-457C-BD80-11E01E096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6" y="3112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12" name="Rectangle 122">
              <a:extLst>
                <a:ext uri="{FF2B5EF4-FFF2-40B4-BE49-F238E27FC236}">
                  <a16:creationId xmlns:a16="http://schemas.microsoft.com/office/drawing/2014/main" id="{4DF3480E-E4A9-4363-9B1E-D91E71F59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0" y="3112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13" name="Rectangle 123">
              <a:extLst>
                <a:ext uri="{FF2B5EF4-FFF2-40B4-BE49-F238E27FC236}">
                  <a16:creationId xmlns:a16="http://schemas.microsoft.com/office/drawing/2014/main" id="{928FC35D-1C82-43A1-9435-B20D57959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" y="3112"/>
              <a:ext cx="16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C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14" name="Rectangle 124">
              <a:extLst>
                <a:ext uri="{FF2B5EF4-FFF2-40B4-BE49-F238E27FC236}">
                  <a16:creationId xmlns:a16="http://schemas.microsoft.com/office/drawing/2014/main" id="{B1EF6379-538E-421C-8ACA-7AFDC0B11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1" y="3112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15" name="Rectangle 125">
              <a:extLst>
                <a:ext uri="{FF2B5EF4-FFF2-40B4-BE49-F238E27FC236}">
                  <a16:creationId xmlns:a16="http://schemas.microsoft.com/office/drawing/2014/main" id="{3EC5E13D-2FE6-46B4-AC98-3A983476A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5" y="3112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16" name="Rectangle 126">
              <a:extLst>
                <a:ext uri="{FF2B5EF4-FFF2-40B4-BE49-F238E27FC236}">
                  <a16:creationId xmlns:a16="http://schemas.microsoft.com/office/drawing/2014/main" id="{4CBF125C-7299-4F15-88A4-2465AC18AB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1" y="3112"/>
              <a:ext cx="31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)(A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17" name="Rectangle 127">
              <a:extLst>
                <a:ext uri="{FF2B5EF4-FFF2-40B4-BE49-F238E27FC236}">
                  <a16:creationId xmlns:a16="http://schemas.microsoft.com/office/drawing/2014/main" id="{B17A5BE7-8C34-427A-A2F2-4D2332E22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9" y="3112"/>
              <a:ext cx="16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A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18" name="Rectangle 128">
              <a:extLst>
                <a:ext uri="{FF2B5EF4-FFF2-40B4-BE49-F238E27FC236}">
                  <a16:creationId xmlns:a16="http://schemas.microsoft.com/office/drawing/2014/main" id="{2CA68EAB-C01E-4371-863F-6FDA9474B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" y="3112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19" name="Rectangle 129">
              <a:extLst>
                <a:ext uri="{FF2B5EF4-FFF2-40B4-BE49-F238E27FC236}">
                  <a16:creationId xmlns:a16="http://schemas.microsoft.com/office/drawing/2014/main" id="{D5DE6E9A-83C1-4FC0-AEC1-1C2A77CE6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" y="3112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20" name="Rectangle 130">
              <a:extLst>
                <a:ext uri="{FF2B5EF4-FFF2-40B4-BE49-F238E27FC236}">
                  <a16:creationId xmlns:a16="http://schemas.microsoft.com/office/drawing/2014/main" id="{6BF3E22F-96CC-4316-A807-516878187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6" y="3112"/>
              <a:ext cx="15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B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21" name="Rectangle 131">
              <a:extLst>
                <a:ext uri="{FF2B5EF4-FFF2-40B4-BE49-F238E27FC236}">
                  <a16:creationId xmlns:a16="http://schemas.microsoft.com/office/drawing/2014/main" id="{31807275-A57E-42DA-B80D-564A2B549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7" y="3112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22" name="Rectangle 132">
              <a:extLst>
                <a:ext uri="{FF2B5EF4-FFF2-40B4-BE49-F238E27FC236}">
                  <a16:creationId xmlns:a16="http://schemas.microsoft.com/office/drawing/2014/main" id="{CAAD13A7-B6AE-4D6E-91EA-3C6D833D5C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1" y="3112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23" name="Rectangle 133">
              <a:extLst>
                <a:ext uri="{FF2B5EF4-FFF2-40B4-BE49-F238E27FC236}">
                  <a16:creationId xmlns:a16="http://schemas.microsoft.com/office/drawing/2014/main" id="{ADEB2459-1BE2-4347-816B-1813F189B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9" y="3112"/>
              <a:ext cx="16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C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24" name="Rectangle 134">
              <a:extLst>
                <a:ext uri="{FF2B5EF4-FFF2-40B4-BE49-F238E27FC236}">
                  <a16:creationId xmlns:a16="http://schemas.microsoft.com/office/drawing/2014/main" id="{9B655ABC-126D-497E-B8EF-548320BCF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6" y="3112"/>
              <a:ext cx="7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(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25" name="Rectangle 135">
              <a:extLst>
                <a:ext uri="{FF2B5EF4-FFF2-40B4-BE49-F238E27FC236}">
                  <a16:creationId xmlns:a16="http://schemas.microsoft.com/office/drawing/2014/main" id="{70DF2A55-7433-4E66-8558-7E3119C13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0" y="3112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26" name="Rectangle 136">
              <a:extLst>
                <a:ext uri="{FF2B5EF4-FFF2-40B4-BE49-F238E27FC236}">
                  <a16:creationId xmlns:a16="http://schemas.microsoft.com/office/drawing/2014/main" id="{D5BEFAB3-AF59-4D8E-8DEA-B29A715EE5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" y="3112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27" name="Rectangle 137">
              <a:extLst>
                <a:ext uri="{FF2B5EF4-FFF2-40B4-BE49-F238E27FC236}">
                  <a16:creationId xmlns:a16="http://schemas.microsoft.com/office/drawing/2014/main" id="{F08E30C1-72AA-4709-B48B-DF4127EC3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" y="3112"/>
              <a:ext cx="7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f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28" name="Rectangle 138">
              <a:extLst>
                <a:ext uri="{FF2B5EF4-FFF2-40B4-BE49-F238E27FC236}">
                  <a16:creationId xmlns:a16="http://schemas.microsoft.com/office/drawing/2014/main" id="{E2A70CBC-9EB4-4520-8140-F183329C3A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2" y="3087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29" name="Rectangle 139">
              <a:extLst>
                <a:ext uri="{FF2B5EF4-FFF2-40B4-BE49-F238E27FC236}">
                  <a16:creationId xmlns:a16="http://schemas.microsoft.com/office/drawing/2014/main" id="{D3CDD889-B318-4B90-9DEC-C074AAF578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7" y="3087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30" name="Rectangle 140">
              <a:extLst>
                <a:ext uri="{FF2B5EF4-FFF2-40B4-BE49-F238E27FC236}">
                  <a16:creationId xmlns:a16="http://schemas.microsoft.com/office/drawing/2014/main" id="{B4E861AF-B0E4-44A4-890F-A2D9F4DEF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2" y="3087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31" name="Rectangle 141">
              <a:extLst>
                <a:ext uri="{FF2B5EF4-FFF2-40B4-BE49-F238E27FC236}">
                  <a16:creationId xmlns:a16="http://schemas.microsoft.com/office/drawing/2014/main" id="{FBF38950-712F-423E-8C03-7839B9328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3" y="3087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32" name="Rectangle 142">
              <a:extLst>
                <a:ext uri="{FF2B5EF4-FFF2-40B4-BE49-F238E27FC236}">
                  <a16:creationId xmlns:a16="http://schemas.microsoft.com/office/drawing/2014/main" id="{E5550F4B-9937-4146-A7D9-91C22E3DF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" y="3087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sp>
        <p:nvSpPr>
          <p:cNvPr id="88159" name="Rectangle 146">
            <a:extLst>
              <a:ext uri="{FF2B5EF4-FFF2-40B4-BE49-F238E27FC236}">
                <a16:creationId xmlns:a16="http://schemas.microsoft.com/office/drawing/2014/main" id="{3115F4AF-9816-429A-A84D-D85F17FDC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250" y="5927725"/>
            <a:ext cx="37623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C)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60" name="Rectangle 147">
            <a:extLst>
              <a:ext uri="{FF2B5EF4-FFF2-40B4-BE49-F238E27FC236}">
                <a16:creationId xmlns:a16="http://schemas.microsoft.com/office/drawing/2014/main" id="{2404797C-0320-4810-A7F9-3B28E8330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7638" y="5927725"/>
            <a:ext cx="889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61" name="Rectangle 148">
            <a:extLst>
              <a:ext uri="{FF2B5EF4-FFF2-40B4-BE49-F238E27FC236}">
                <a16:creationId xmlns:a16="http://schemas.microsoft.com/office/drawing/2014/main" id="{6138EDDC-5A1F-4DA5-8ECC-40A650DA7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238" y="5927725"/>
            <a:ext cx="889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62" name="Rectangle 149">
            <a:extLst>
              <a:ext uri="{FF2B5EF4-FFF2-40B4-BE49-F238E27FC236}">
                <a16:creationId xmlns:a16="http://schemas.microsoft.com/office/drawing/2014/main" id="{7B31ECAB-642E-4507-929A-696EEF41D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1225" y="5927725"/>
            <a:ext cx="23653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63" name="Rectangle 150">
            <a:extLst>
              <a:ext uri="{FF2B5EF4-FFF2-40B4-BE49-F238E27FC236}">
                <a16:creationId xmlns:a16="http://schemas.microsoft.com/office/drawing/2014/main" id="{756BFD08-26FE-42C8-B323-552F3D86D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1850" y="5927725"/>
            <a:ext cx="889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64" name="Rectangle 151">
            <a:extLst>
              <a:ext uri="{FF2B5EF4-FFF2-40B4-BE49-F238E27FC236}">
                <a16:creationId xmlns:a16="http://schemas.microsoft.com/office/drawing/2014/main" id="{24570E18-8FF3-4981-BF21-E00DA0B8F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450" y="5927725"/>
            <a:ext cx="889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65" name="Rectangle 152">
            <a:extLst>
              <a:ext uri="{FF2B5EF4-FFF2-40B4-BE49-F238E27FC236}">
                <a16:creationId xmlns:a16="http://schemas.microsoft.com/office/drawing/2014/main" id="{FA4C272B-145D-45D0-940A-514A0C260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7150" y="5927725"/>
            <a:ext cx="4953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)(A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66" name="Rectangle 153">
            <a:extLst>
              <a:ext uri="{FF2B5EF4-FFF2-40B4-BE49-F238E27FC236}">
                <a16:creationId xmlns:a16="http://schemas.microsoft.com/office/drawing/2014/main" id="{36B55FE4-AB17-4D38-840F-B65365E24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626" y="5927725"/>
            <a:ext cx="25717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67" name="Rectangle 154">
            <a:extLst>
              <a:ext uri="{FF2B5EF4-FFF2-40B4-BE49-F238E27FC236}">
                <a16:creationId xmlns:a16="http://schemas.microsoft.com/office/drawing/2014/main" id="{AEEF49DA-C7C9-4135-86C5-71647CA5A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013" y="5927725"/>
            <a:ext cx="889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68" name="Rectangle 155">
            <a:extLst>
              <a:ext uri="{FF2B5EF4-FFF2-40B4-BE49-F238E27FC236}">
                <a16:creationId xmlns:a16="http://schemas.microsoft.com/office/drawing/2014/main" id="{F5C582F5-BA7C-4BCE-AECB-55B6A1EA3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613" y="5927725"/>
            <a:ext cx="889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69" name="Rectangle 156">
            <a:extLst>
              <a:ext uri="{FF2B5EF4-FFF2-40B4-BE49-F238E27FC236}">
                <a16:creationId xmlns:a16="http://schemas.microsoft.com/office/drawing/2014/main" id="{E77884E3-06E9-4BEC-ACBD-FF2F2FF11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2600" y="5927725"/>
            <a:ext cx="23653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70" name="Rectangle 157">
            <a:extLst>
              <a:ext uri="{FF2B5EF4-FFF2-40B4-BE49-F238E27FC236}">
                <a16:creationId xmlns:a16="http://schemas.microsoft.com/office/drawing/2014/main" id="{C92C14D1-B368-4054-B813-107D104B7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3225" y="5927725"/>
            <a:ext cx="889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71" name="Rectangle 158">
            <a:extLst>
              <a:ext uri="{FF2B5EF4-FFF2-40B4-BE49-F238E27FC236}">
                <a16:creationId xmlns:a16="http://schemas.microsoft.com/office/drawing/2014/main" id="{744A3CBD-F916-48F9-B8AB-FAD5D816B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3825" y="5927725"/>
            <a:ext cx="889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72" name="Rectangle 159">
            <a:extLst>
              <a:ext uri="{FF2B5EF4-FFF2-40B4-BE49-F238E27FC236}">
                <a16:creationId xmlns:a16="http://schemas.microsoft.com/office/drawing/2014/main" id="{935D09D0-89AE-409C-98E8-FAAE4B976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8239" y="5927725"/>
            <a:ext cx="25717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73" name="Rectangle 160">
            <a:extLst>
              <a:ext uri="{FF2B5EF4-FFF2-40B4-BE49-F238E27FC236}">
                <a16:creationId xmlns:a16="http://schemas.microsoft.com/office/drawing/2014/main" id="{E5D59A29-A7C1-43AD-8601-42F1BB16C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7956" y="5927726"/>
            <a:ext cx="12022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(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74" name="Rectangle 161">
            <a:extLst>
              <a:ext uri="{FF2B5EF4-FFF2-40B4-BE49-F238E27FC236}">
                <a16:creationId xmlns:a16="http://schemas.microsoft.com/office/drawing/2014/main" id="{435EA56A-CCA9-427D-8609-687EF882E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5513" y="5927725"/>
            <a:ext cx="889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75" name="Rectangle 162">
            <a:extLst>
              <a:ext uri="{FF2B5EF4-FFF2-40B4-BE49-F238E27FC236}">
                <a16:creationId xmlns:a16="http://schemas.microsoft.com/office/drawing/2014/main" id="{B40027F7-3172-472D-A497-4CF0274CA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9288" y="5927725"/>
            <a:ext cx="889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76" name="Rectangle 163">
            <a:extLst>
              <a:ext uri="{FF2B5EF4-FFF2-40B4-BE49-F238E27FC236}">
                <a16:creationId xmlns:a16="http://schemas.microsoft.com/office/drawing/2014/main" id="{4BF2E1B8-2DAF-4FCB-89BC-5E83401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1651" y="5927725"/>
            <a:ext cx="1190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f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77" name="Rectangle 164">
            <a:extLst>
              <a:ext uri="{FF2B5EF4-FFF2-40B4-BE49-F238E27FC236}">
                <a16:creationId xmlns:a16="http://schemas.microsoft.com/office/drawing/2014/main" id="{E1C2F944-30DB-4AED-9DFF-E2F07AAC1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1584" y="5888039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78" name="Rectangle 165">
            <a:extLst>
              <a:ext uri="{FF2B5EF4-FFF2-40B4-BE49-F238E27FC236}">
                <a16:creationId xmlns:a16="http://schemas.microsoft.com/office/drawing/2014/main" id="{85167461-BEE1-4D69-9344-E470737EB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1" y="5888039"/>
            <a:ext cx="1952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79" name="Rectangle 166">
            <a:extLst>
              <a:ext uri="{FF2B5EF4-FFF2-40B4-BE49-F238E27FC236}">
                <a16:creationId xmlns:a16="http://schemas.microsoft.com/office/drawing/2014/main" id="{88CE77CF-7E1E-47FB-96B8-626E6F427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959" y="5888039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80" name="Rectangle 167">
            <a:extLst>
              <a:ext uri="{FF2B5EF4-FFF2-40B4-BE49-F238E27FC236}">
                <a16:creationId xmlns:a16="http://schemas.microsoft.com/office/drawing/2014/main" id="{E25711EE-8872-4331-8857-CDC63BA17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126" y="5888039"/>
            <a:ext cx="1952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88181" name="Rectangle 168">
            <a:extLst>
              <a:ext uri="{FF2B5EF4-FFF2-40B4-BE49-F238E27FC236}">
                <a16:creationId xmlns:a16="http://schemas.microsoft.com/office/drawing/2014/main" id="{AC70AC7E-E1EE-4EAB-8388-C8061B231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634" y="5888039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=</a:t>
            </a:r>
            <a:endParaRPr lang="en-US" altLang="en-US" sz="2400">
              <a:solidFill>
                <a:srgbClr val="000000"/>
              </a:solidFill>
            </a:endParaRPr>
          </a:p>
        </p:txBody>
      </p:sp>
      <p:grpSp>
        <p:nvGrpSpPr>
          <p:cNvPr id="88182" name="Group 172">
            <a:extLst>
              <a:ext uri="{FF2B5EF4-FFF2-40B4-BE49-F238E27FC236}">
                <a16:creationId xmlns:a16="http://schemas.microsoft.com/office/drawing/2014/main" id="{B4300E37-0314-4117-A80A-B05AF843066B}"/>
              </a:ext>
            </a:extLst>
          </p:cNvPr>
          <p:cNvGrpSpPr>
            <a:grpSpLocks/>
          </p:cNvGrpSpPr>
          <p:nvPr/>
        </p:nvGrpSpPr>
        <p:grpSpPr bwMode="auto">
          <a:xfrm>
            <a:off x="7105651" y="2181225"/>
            <a:ext cx="3189288" cy="469900"/>
            <a:chOff x="3516" y="1374"/>
            <a:chExt cx="2009" cy="296"/>
          </a:xfrm>
        </p:grpSpPr>
        <p:sp>
          <p:nvSpPr>
            <p:cNvPr id="88190" name="Line 34">
              <a:extLst>
                <a:ext uri="{FF2B5EF4-FFF2-40B4-BE49-F238E27FC236}">
                  <a16:creationId xmlns:a16="http://schemas.microsoft.com/office/drawing/2014/main" id="{766C7E2B-541E-40A7-B1A4-6DBD3ED411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9" y="1416"/>
              <a:ext cx="143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191" name="Line 35">
              <a:extLst>
                <a:ext uri="{FF2B5EF4-FFF2-40B4-BE49-F238E27FC236}">
                  <a16:creationId xmlns:a16="http://schemas.microsoft.com/office/drawing/2014/main" id="{9DF2A2F4-AC42-4323-9126-8CD8FFEBA3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8" y="1416"/>
              <a:ext cx="157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192" name="Rectangle 36">
              <a:extLst>
                <a:ext uri="{FF2B5EF4-FFF2-40B4-BE49-F238E27FC236}">
                  <a16:creationId xmlns:a16="http://schemas.microsoft.com/office/drawing/2014/main" id="{78F1AD40-38C3-427B-ACAB-0FC7D0FD3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7" y="1399"/>
              <a:ext cx="16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A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193" name="Rectangle 37">
              <a:extLst>
                <a:ext uri="{FF2B5EF4-FFF2-40B4-BE49-F238E27FC236}">
                  <a16:creationId xmlns:a16="http://schemas.microsoft.com/office/drawing/2014/main" id="{62A5ECC5-B294-413F-B501-A1170FEDA7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4" y="1399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194" name="Rectangle 38">
              <a:extLst>
                <a:ext uri="{FF2B5EF4-FFF2-40B4-BE49-F238E27FC236}">
                  <a16:creationId xmlns:a16="http://schemas.microsoft.com/office/drawing/2014/main" id="{0153B8B7-41DA-48E8-99FD-1A619DF427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1" y="1399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195" name="Rectangle 39">
              <a:extLst>
                <a:ext uri="{FF2B5EF4-FFF2-40B4-BE49-F238E27FC236}">
                  <a16:creationId xmlns:a16="http://schemas.microsoft.com/office/drawing/2014/main" id="{3E94E657-8B9C-4681-AD2A-F98EB3A8C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2" y="1399"/>
              <a:ext cx="17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y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196" name="Rectangle 40">
              <a:extLst>
                <a:ext uri="{FF2B5EF4-FFF2-40B4-BE49-F238E27FC236}">
                  <a16:creationId xmlns:a16="http://schemas.microsoft.com/office/drawing/2014/main" id="{CDC06B57-B25F-49AC-A2BA-4BCA39680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3" y="1399"/>
              <a:ext cx="29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C),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197" name="Rectangle 41">
              <a:extLst>
                <a:ext uri="{FF2B5EF4-FFF2-40B4-BE49-F238E27FC236}">
                  <a16:creationId xmlns:a16="http://schemas.microsoft.com/office/drawing/2014/main" id="{0E738E38-1AA6-48BB-8C67-BE6A36A0CA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9" y="1399"/>
              <a:ext cx="15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B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198" name="Rectangle 42">
              <a:extLst>
                <a:ext uri="{FF2B5EF4-FFF2-40B4-BE49-F238E27FC236}">
                  <a16:creationId xmlns:a16="http://schemas.microsoft.com/office/drawing/2014/main" id="{ADFD9149-FD72-4B43-8906-3FB2DEDE2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0" y="1399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199" name="Rectangle 43">
              <a:extLst>
                <a:ext uri="{FF2B5EF4-FFF2-40B4-BE49-F238E27FC236}">
                  <a16:creationId xmlns:a16="http://schemas.microsoft.com/office/drawing/2014/main" id="{4BB2826C-8A39-4B94-8325-81B73EEE3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4" y="1399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00" name="Rectangle 45">
              <a:extLst>
                <a:ext uri="{FF2B5EF4-FFF2-40B4-BE49-F238E27FC236}">
                  <a16:creationId xmlns:a16="http://schemas.microsoft.com/office/drawing/2014/main" id="{13F8626D-F45E-403A-AAC1-4BC975FE50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4" y="1399"/>
              <a:ext cx="23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(A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01" name="Rectangle 46">
              <a:extLst>
                <a:ext uri="{FF2B5EF4-FFF2-40B4-BE49-F238E27FC236}">
                  <a16:creationId xmlns:a16="http://schemas.microsoft.com/office/drawing/2014/main" id="{12CA9A27-40C1-4054-89B4-CA35441B3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8" y="1399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02" name="Rectangle 47">
              <a:extLst>
                <a:ext uri="{FF2B5EF4-FFF2-40B4-BE49-F238E27FC236}">
                  <a16:creationId xmlns:a16="http://schemas.microsoft.com/office/drawing/2014/main" id="{411065E7-B3EE-4759-AB89-D6D891BC4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6" y="1399"/>
              <a:ext cx="11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x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03" name="Rectangle 48">
              <a:extLst>
                <a:ext uri="{FF2B5EF4-FFF2-40B4-BE49-F238E27FC236}">
                  <a16:creationId xmlns:a16="http://schemas.microsoft.com/office/drawing/2014/main" id="{09F59EB9-0BC5-48CB-AAF2-37803C03D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3" y="1374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04" name="Rectangle 49">
              <a:extLst>
                <a:ext uri="{FF2B5EF4-FFF2-40B4-BE49-F238E27FC236}">
                  <a16:creationId xmlns:a16="http://schemas.microsoft.com/office/drawing/2014/main" id="{8547BFF8-0B7D-42F6-A396-8CB881E2D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6" y="1374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05" name="Rectangle 50">
              <a:extLst>
                <a:ext uri="{FF2B5EF4-FFF2-40B4-BE49-F238E27FC236}">
                  <a16:creationId xmlns:a16="http://schemas.microsoft.com/office/drawing/2014/main" id="{C64A2D8D-2E5F-49AC-B15D-723BA9B99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7" y="1374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8206" name="Rectangle 170">
              <a:extLst>
                <a:ext uri="{FF2B5EF4-FFF2-40B4-BE49-F238E27FC236}">
                  <a16:creationId xmlns:a16="http://schemas.microsoft.com/office/drawing/2014/main" id="{E7520E53-3D77-4D0E-B7FE-647685882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2" y="1399"/>
              <a:ext cx="16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C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sp>
        <p:nvSpPr>
          <p:cNvPr id="88183" name="Line 181">
            <a:extLst>
              <a:ext uri="{FF2B5EF4-FFF2-40B4-BE49-F238E27FC236}">
                <a16:creationId xmlns:a16="http://schemas.microsoft.com/office/drawing/2014/main" id="{E1B2239E-06C6-4D1F-B0E9-C7202C1A840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2063" y="4046539"/>
            <a:ext cx="227012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184" name="Line 182">
            <a:extLst>
              <a:ext uri="{FF2B5EF4-FFF2-40B4-BE49-F238E27FC236}">
                <a16:creationId xmlns:a16="http://schemas.microsoft.com/office/drawing/2014/main" id="{EDF58752-574F-4D7E-B814-AA9D9891752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2713" y="4046539"/>
            <a:ext cx="247650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185" name="Line 183">
            <a:extLst>
              <a:ext uri="{FF2B5EF4-FFF2-40B4-BE49-F238E27FC236}">
                <a16:creationId xmlns:a16="http://schemas.microsoft.com/office/drawing/2014/main" id="{BDC98689-6B81-4C7F-B28E-95CD7925D80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2813" y="4046539"/>
            <a:ext cx="227012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186" name="Line 184">
            <a:extLst>
              <a:ext uri="{FF2B5EF4-FFF2-40B4-BE49-F238E27FC236}">
                <a16:creationId xmlns:a16="http://schemas.microsoft.com/office/drawing/2014/main" id="{BA409CE6-142B-48B8-B3B7-3661EAF4CBB1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2964" y="4046539"/>
            <a:ext cx="217487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187" name="Line 200">
            <a:extLst>
              <a:ext uri="{FF2B5EF4-FFF2-40B4-BE49-F238E27FC236}">
                <a16:creationId xmlns:a16="http://schemas.microsoft.com/office/drawing/2014/main" id="{514AA8C0-F254-44EF-B97E-18D1A392F8A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8238" y="5940425"/>
            <a:ext cx="227012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188" name="Line 201">
            <a:extLst>
              <a:ext uri="{FF2B5EF4-FFF2-40B4-BE49-F238E27FC236}">
                <a16:creationId xmlns:a16="http://schemas.microsoft.com/office/drawing/2014/main" id="{5883C218-5E0C-48AB-B8B0-7030FC1FCA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3150" y="5940425"/>
            <a:ext cx="24765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189" name="Line 202">
            <a:extLst>
              <a:ext uri="{FF2B5EF4-FFF2-40B4-BE49-F238E27FC236}">
                <a16:creationId xmlns:a16="http://schemas.microsoft.com/office/drawing/2014/main" id="{ACA0A472-890A-4AFF-8E00-16AF2A90D6D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7576" y="5940425"/>
            <a:ext cx="227013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Number Placeholder 3">
            <a:extLst>
              <a:ext uri="{FF2B5EF4-FFF2-40B4-BE49-F238E27FC236}">
                <a16:creationId xmlns:a16="http://schemas.microsoft.com/office/drawing/2014/main" id="{A589031F-B198-49CB-BE64-0E88A0548D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7A1EDE28-7B2B-4752-8B1A-24BB19325C5D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E7577C87-805B-4FB8-9AAE-2515A3403E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54250" y="1"/>
            <a:ext cx="7772400" cy="1020763"/>
          </a:xfrm>
        </p:spPr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Function Complements</a:t>
            </a:r>
          </a:p>
        </p:txBody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2D5DF4F4-D8F7-4D4A-B4FA-769C90660C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43138" y="1314451"/>
            <a:ext cx="7772400" cy="5013325"/>
          </a:xfrm>
          <a:noFill/>
        </p:spPr>
        <p:txBody>
          <a:bodyPr/>
          <a:lstStyle/>
          <a:p>
            <a:r>
              <a:rPr lang="en-US" altLang="en-US" sz="2800" b="1">
                <a:cs typeface="Times New Roman" panose="02020603050405020304" pitchFamily="18" charset="0"/>
              </a:rPr>
              <a:t>The complement of a function expressed as a sum of minterms is constructed by selecting the minterms missing in the sum-of-minterms canonical forms.</a:t>
            </a:r>
            <a:endParaRPr lang="en-US" altLang="en-US" sz="2800">
              <a:cs typeface="Times New Roman" panose="02020603050405020304" pitchFamily="18" charset="0"/>
            </a:endParaRPr>
          </a:p>
          <a:p>
            <a:r>
              <a:rPr lang="en-US" altLang="en-US" sz="2800" b="1">
                <a:cs typeface="Times New Roman" panose="02020603050405020304" pitchFamily="18" charset="0"/>
              </a:rPr>
              <a:t>Alternatively, the complement of a function expressed by a Sum of Minterms form is simply the Product of Maxterms with the same indices.</a:t>
            </a:r>
            <a:endParaRPr lang="en-US" altLang="en-US" sz="2800">
              <a:cs typeface="Times New Roman" panose="02020603050405020304" pitchFamily="18" charset="0"/>
            </a:endParaRPr>
          </a:p>
          <a:p>
            <a:r>
              <a:rPr lang="en-US" altLang="en-US" sz="2800" b="1"/>
              <a:t>Example: Given</a:t>
            </a:r>
            <a:endParaRPr lang="en-US" altLang="en-US"/>
          </a:p>
        </p:txBody>
      </p:sp>
      <p:grpSp>
        <p:nvGrpSpPr>
          <p:cNvPr id="90117" name="Group 71">
            <a:extLst>
              <a:ext uri="{FF2B5EF4-FFF2-40B4-BE49-F238E27FC236}">
                <a16:creationId xmlns:a16="http://schemas.microsoft.com/office/drawing/2014/main" id="{EC95208D-7DB2-441F-9E30-785007218BE8}"/>
              </a:ext>
            </a:extLst>
          </p:cNvPr>
          <p:cNvGrpSpPr>
            <a:grpSpLocks/>
          </p:cNvGrpSpPr>
          <p:nvPr/>
        </p:nvGrpSpPr>
        <p:grpSpPr bwMode="auto">
          <a:xfrm>
            <a:off x="5207000" y="4473576"/>
            <a:ext cx="4121150" cy="536575"/>
            <a:chOff x="2376" y="2818"/>
            <a:chExt cx="2596" cy="338"/>
          </a:xfrm>
        </p:grpSpPr>
        <p:sp>
          <p:nvSpPr>
            <p:cNvPr id="90161" name="Rectangle 51">
              <a:extLst>
                <a:ext uri="{FF2B5EF4-FFF2-40B4-BE49-F238E27FC236}">
                  <a16:creationId xmlns:a16="http://schemas.microsoft.com/office/drawing/2014/main" id="{523652F5-54F3-4B99-9FC1-969726E85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9" y="2858"/>
              <a:ext cx="83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)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62" name="Rectangle 52">
              <a:extLst>
                <a:ext uri="{FF2B5EF4-FFF2-40B4-BE49-F238E27FC236}">
                  <a16:creationId xmlns:a16="http://schemas.microsoft.com/office/drawing/2014/main" id="{4E6D7CA3-B3CD-4DB7-88F9-BBAFDC28E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" y="2858"/>
              <a:ext cx="1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7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63" name="Rectangle 53">
              <a:extLst>
                <a:ext uri="{FF2B5EF4-FFF2-40B4-BE49-F238E27FC236}">
                  <a16:creationId xmlns:a16="http://schemas.microsoft.com/office/drawing/2014/main" id="{248C53CB-A709-4350-B96C-077B9A24A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858"/>
              <a:ext cx="6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,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64" name="Rectangle 54">
              <a:extLst>
                <a:ext uri="{FF2B5EF4-FFF2-40B4-BE49-F238E27FC236}">
                  <a16:creationId xmlns:a16="http://schemas.microsoft.com/office/drawing/2014/main" id="{E14BF4A3-FC4F-4D27-B391-B6B1E40D8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4" y="2858"/>
              <a:ext cx="1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5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65" name="Rectangle 55">
              <a:extLst>
                <a:ext uri="{FF2B5EF4-FFF2-40B4-BE49-F238E27FC236}">
                  <a16:creationId xmlns:a16="http://schemas.microsoft.com/office/drawing/2014/main" id="{BC3AA7A5-E769-4FDA-902F-BD6B80315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5" y="2858"/>
              <a:ext cx="6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,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66" name="Rectangle 56">
              <a:extLst>
                <a:ext uri="{FF2B5EF4-FFF2-40B4-BE49-F238E27FC236}">
                  <a16:creationId xmlns:a16="http://schemas.microsoft.com/office/drawing/2014/main" id="{EB4BF035-ACF5-4E3C-844B-4DABD6707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" y="2858"/>
              <a:ext cx="1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3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67" name="Rectangle 57">
              <a:extLst>
                <a:ext uri="{FF2B5EF4-FFF2-40B4-BE49-F238E27FC236}">
                  <a16:creationId xmlns:a16="http://schemas.microsoft.com/office/drawing/2014/main" id="{31E38576-9C51-45AF-93C0-07A26BA60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2858"/>
              <a:ext cx="6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,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68" name="Rectangle 58">
              <a:extLst>
                <a:ext uri="{FF2B5EF4-FFF2-40B4-BE49-F238E27FC236}">
                  <a16:creationId xmlns:a16="http://schemas.microsoft.com/office/drawing/2014/main" id="{A778B859-0721-4E92-8283-10E3E86CE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9" y="2858"/>
              <a:ext cx="1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1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69" name="Rectangle 59">
              <a:extLst>
                <a:ext uri="{FF2B5EF4-FFF2-40B4-BE49-F238E27FC236}">
                  <a16:creationId xmlns:a16="http://schemas.microsoft.com/office/drawing/2014/main" id="{0D0708BA-DE0F-43F9-86C0-0479EBC7EA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4" y="2858"/>
              <a:ext cx="83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(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70" name="Rectangle 60">
              <a:extLst>
                <a:ext uri="{FF2B5EF4-FFF2-40B4-BE49-F238E27FC236}">
                  <a16:creationId xmlns:a16="http://schemas.microsoft.com/office/drawing/2014/main" id="{915C8DB9-90C7-4F8C-8766-B73A3CA7F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1" y="2818"/>
              <a:ext cx="83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)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71" name="Rectangle 61">
              <a:extLst>
                <a:ext uri="{FF2B5EF4-FFF2-40B4-BE49-F238E27FC236}">
                  <a16:creationId xmlns:a16="http://schemas.microsoft.com/office/drawing/2014/main" id="{66928075-E7FF-4FD2-955D-0D2828A50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5" y="2818"/>
              <a:ext cx="110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z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72" name="Rectangle 62">
              <a:extLst>
                <a:ext uri="{FF2B5EF4-FFF2-40B4-BE49-F238E27FC236}">
                  <a16:creationId xmlns:a16="http://schemas.microsoft.com/office/drawing/2014/main" id="{076D6901-FC7D-4102-B5D8-87E7B65275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3" y="2818"/>
              <a:ext cx="6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,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73" name="Rectangle 63">
              <a:extLst>
                <a:ext uri="{FF2B5EF4-FFF2-40B4-BE49-F238E27FC236}">
                  <a16:creationId xmlns:a16="http://schemas.microsoft.com/office/drawing/2014/main" id="{71A6037D-CBB1-43C6-AEF4-B2DE5FD5E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5" y="2818"/>
              <a:ext cx="1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y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74" name="Rectangle 64">
              <a:extLst>
                <a:ext uri="{FF2B5EF4-FFF2-40B4-BE49-F238E27FC236}">
                  <a16:creationId xmlns:a16="http://schemas.microsoft.com/office/drawing/2014/main" id="{FAD4CA89-7800-40A2-A5E7-CBF140A901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8" y="2818"/>
              <a:ext cx="6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,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75" name="Rectangle 65">
              <a:extLst>
                <a:ext uri="{FF2B5EF4-FFF2-40B4-BE49-F238E27FC236}">
                  <a16:creationId xmlns:a16="http://schemas.microsoft.com/office/drawing/2014/main" id="{63CE6056-1E0E-456A-9B90-ECE1E3A9C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4" y="2818"/>
              <a:ext cx="1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x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76" name="Rectangle 66">
              <a:extLst>
                <a:ext uri="{FF2B5EF4-FFF2-40B4-BE49-F238E27FC236}">
                  <a16:creationId xmlns:a16="http://schemas.microsoft.com/office/drawing/2014/main" id="{41E512EC-3366-4717-83CC-E057BC623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18"/>
              <a:ext cx="83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(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77" name="Rectangle 67">
              <a:extLst>
                <a:ext uri="{FF2B5EF4-FFF2-40B4-BE49-F238E27FC236}">
                  <a16:creationId xmlns:a16="http://schemas.microsoft.com/office/drawing/2014/main" id="{1DF90D0A-F7B3-49C6-A784-AAD2A66A88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2818"/>
              <a:ext cx="151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F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78" name="Rectangle 68">
              <a:extLst>
                <a:ext uri="{FF2B5EF4-FFF2-40B4-BE49-F238E27FC236}">
                  <a16:creationId xmlns:a16="http://schemas.microsoft.com/office/drawing/2014/main" id="{4F2C283E-F7E4-40E0-BF1F-2F8B52654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7" y="2964"/>
              <a:ext cx="12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>
                  <a:solidFill>
                    <a:srgbClr val="000000"/>
                  </a:solidFill>
                </a:rPr>
                <a:t>m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79" name="Rectangle 69">
              <a:extLst>
                <a:ext uri="{FF2B5EF4-FFF2-40B4-BE49-F238E27FC236}">
                  <a16:creationId xmlns:a16="http://schemas.microsoft.com/office/drawing/2014/main" id="{C11CBA1E-BC4F-41BD-9C79-5CE901261A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2" y="2825"/>
              <a:ext cx="147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  <a:latin typeface="Symbol" panose="05050102010706020507" pitchFamily="18" charset="2"/>
                </a:rPr>
                <a:t>S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80" name="Rectangle 70">
              <a:extLst>
                <a:ext uri="{FF2B5EF4-FFF2-40B4-BE49-F238E27FC236}">
                  <a16:creationId xmlns:a16="http://schemas.microsoft.com/office/drawing/2014/main" id="{F5E6B7A2-358D-47E6-94B2-F0877B767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1" y="2825"/>
              <a:ext cx="136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90118" name="Rectangle 8">
            <a:extLst>
              <a:ext uri="{FF2B5EF4-FFF2-40B4-BE49-F238E27FC236}">
                <a16:creationId xmlns:a16="http://schemas.microsoft.com/office/drawing/2014/main" id="{B36E2D25-10AF-48F7-A49A-F35B1CB7F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7145" y="4945063"/>
            <a:ext cx="14587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)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19" name="Rectangle 9">
            <a:extLst>
              <a:ext uri="{FF2B5EF4-FFF2-40B4-BE49-F238E27FC236}">
                <a16:creationId xmlns:a16="http://schemas.microsoft.com/office/drawing/2014/main" id="{4E3284BC-8A33-450A-A396-E684E00B6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9784" y="4945063"/>
            <a:ext cx="21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6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20" name="Rectangle 10">
            <a:extLst>
              <a:ext uri="{FF2B5EF4-FFF2-40B4-BE49-F238E27FC236}">
                <a16:creationId xmlns:a16="http://schemas.microsoft.com/office/drawing/2014/main" id="{7FAF0E6A-6353-40D6-B53B-D1150AADB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011" y="4945063"/>
            <a:ext cx="1090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,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21" name="Rectangle 11">
            <a:extLst>
              <a:ext uri="{FF2B5EF4-FFF2-40B4-BE49-F238E27FC236}">
                <a16:creationId xmlns:a16="http://schemas.microsoft.com/office/drawing/2014/main" id="{BA61F709-C267-4B10-8620-EABC4BE7C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9584" y="4945063"/>
            <a:ext cx="21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4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22" name="Rectangle 12">
            <a:extLst>
              <a:ext uri="{FF2B5EF4-FFF2-40B4-BE49-F238E27FC236}">
                <a16:creationId xmlns:a16="http://schemas.microsoft.com/office/drawing/2014/main" id="{F72504CB-2344-42D5-9250-260E729A8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811" y="4945063"/>
            <a:ext cx="1090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,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23" name="Rectangle 13">
            <a:extLst>
              <a:ext uri="{FF2B5EF4-FFF2-40B4-BE49-F238E27FC236}">
                <a16:creationId xmlns:a16="http://schemas.microsoft.com/office/drawing/2014/main" id="{E70871A2-6C5C-40AC-85B0-236B47FFA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5734" y="4945063"/>
            <a:ext cx="21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2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24" name="Rectangle 14">
            <a:extLst>
              <a:ext uri="{FF2B5EF4-FFF2-40B4-BE49-F238E27FC236}">
                <a16:creationId xmlns:a16="http://schemas.microsoft.com/office/drawing/2014/main" id="{BCDDEFAC-6B6A-4D6D-A79A-DF1583EF1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0848" y="4945063"/>
            <a:ext cx="1090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,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25" name="Rectangle 15">
            <a:extLst>
              <a:ext uri="{FF2B5EF4-FFF2-40B4-BE49-F238E27FC236}">
                <a16:creationId xmlns:a16="http://schemas.microsoft.com/office/drawing/2014/main" id="{B08F76CE-21A9-43E4-8326-B2257F53D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4421" y="4945063"/>
            <a:ext cx="21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0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26" name="Rectangle 16">
            <a:extLst>
              <a:ext uri="{FF2B5EF4-FFF2-40B4-BE49-F238E27FC236}">
                <a16:creationId xmlns:a16="http://schemas.microsoft.com/office/drawing/2014/main" id="{56E20500-AFEC-4CE3-A5C6-540E63BE7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7607" y="4945063"/>
            <a:ext cx="14587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(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27" name="Rectangle 17">
            <a:extLst>
              <a:ext uri="{FF2B5EF4-FFF2-40B4-BE49-F238E27FC236}">
                <a16:creationId xmlns:a16="http://schemas.microsoft.com/office/drawing/2014/main" id="{63AEA211-D26B-4F8C-A724-0125E9189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0332" y="4945063"/>
            <a:ext cx="14587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)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28" name="Rectangle 18">
            <a:extLst>
              <a:ext uri="{FF2B5EF4-FFF2-40B4-BE49-F238E27FC236}">
                <a16:creationId xmlns:a16="http://schemas.microsoft.com/office/drawing/2014/main" id="{0E1ACEEA-1AC7-4DC7-A6D3-E7C4F373D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0550" y="4945063"/>
            <a:ext cx="1939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z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29" name="Rectangle 19">
            <a:extLst>
              <a:ext uri="{FF2B5EF4-FFF2-40B4-BE49-F238E27FC236}">
                <a16:creationId xmlns:a16="http://schemas.microsoft.com/office/drawing/2014/main" id="{6DD5BF55-779D-405C-80F8-242A9AE8F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273" y="4945063"/>
            <a:ext cx="1090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,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30" name="Rectangle 20">
            <a:extLst>
              <a:ext uri="{FF2B5EF4-FFF2-40B4-BE49-F238E27FC236}">
                <a16:creationId xmlns:a16="http://schemas.microsoft.com/office/drawing/2014/main" id="{B4A93F3F-96A6-4A93-939E-9277AB7BB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0384" y="4945063"/>
            <a:ext cx="21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31" name="Rectangle 21">
            <a:extLst>
              <a:ext uri="{FF2B5EF4-FFF2-40B4-BE49-F238E27FC236}">
                <a16:creationId xmlns:a16="http://schemas.microsoft.com/office/drawing/2014/main" id="{50E61BF7-7B13-4669-B657-AFDEF769D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461" y="4945063"/>
            <a:ext cx="1090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,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32" name="Rectangle 22">
            <a:extLst>
              <a:ext uri="{FF2B5EF4-FFF2-40B4-BE49-F238E27FC236}">
                <a16:creationId xmlns:a16="http://schemas.microsoft.com/office/drawing/2014/main" id="{2083306E-C081-44F0-8F8F-869B47EA4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1921" y="4945063"/>
            <a:ext cx="21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33" name="Rectangle 23">
            <a:extLst>
              <a:ext uri="{FF2B5EF4-FFF2-40B4-BE49-F238E27FC236}">
                <a16:creationId xmlns:a16="http://schemas.microsoft.com/office/drawing/2014/main" id="{6DFBDA4C-B111-4560-85CB-579BD53E6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0345" y="4945063"/>
            <a:ext cx="14587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(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34" name="Rectangle 24">
            <a:extLst>
              <a:ext uri="{FF2B5EF4-FFF2-40B4-BE49-F238E27FC236}">
                <a16:creationId xmlns:a16="http://schemas.microsoft.com/office/drawing/2014/main" id="{69522100-0A82-48EA-BFD0-FA8C93DE2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6239" y="4959350"/>
            <a:ext cx="26609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F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35" name="Rectangle 25">
            <a:extLst>
              <a:ext uri="{FF2B5EF4-FFF2-40B4-BE49-F238E27FC236}">
                <a16:creationId xmlns:a16="http://schemas.microsoft.com/office/drawing/2014/main" id="{32F69F77-C998-4EF0-8033-5CF68715B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7941" y="5108575"/>
            <a:ext cx="203582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900" b="1">
                <a:solidFill>
                  <a:srgbClr val="000000"/>
                </a:solidFill>
              </a:rPr>
              <a:t>m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36" name="Rectangle 26">
            <a:extLst>
              <a:ext uri="{FF2B5EF4-FFF2-40B4-BE49-F238E27FC236}">
                <a16:creationId xmlns:a16="http://schemas.microsoft.com/office/drawing/2014/main" id="{CDCEFC92-9C5C-4DF3-8B5C-091D1904A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3677" y="4895850"/>
            <a:ext cx="2580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  <a:latin typeface="Symbol" panose="05050102010706020507" pitchFamily="18" charset="2"/>
              </a:rPr>
              <a:t>S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37" name="Rectangle 27">
            <a:extLst>
              <a:ext uri="{FF2B5EF4-FFF2-40B4-BE49-F238E27FC236}">
                <a16:creationId xmlns:a16="http://schemas.microsoft.com/office/drawing/2014/main" id="{67E412A2-EDED-4038-99F5-F7451AAC0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5633" y="4895850"/>
            <a:ext cx="2388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  <a:latin typeface="Symbol" panose="05050102010706020507" pitchFamily="18" charset="2"/>
              </a:rPr>
              <a:t>=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38" name="Rectangle 49">
            <a:extLst>
              <a:ext uri="{FF2B5EF4-FFF2-40B4-BE49-F238E27FC236}">
                <a16:creationId xmlns:a16="http://schemas.microsoft.com/office/drawing/2014/main" id="{2F8B0F0E-3603-45A9-9897-3AFBFBB03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0689" y="5440364"/>
            <a:ext cx="4149725" cy="5365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90139" name="Line 28">
            <a:extLst>
              <a:ext uri="{FF2B5EF4-FFF2-40B4-BE49-F238E27FC236}">
                <a16:creationId xmlns:a16="http://schemas.microsoft.com/office/drawing/2014/main" id="{087CE0DC-7727-4EA5-BC72-8176F76428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5150" y="5526089"/>
            <a:ext cx="236538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40" name="Rectangle 29">
            <a:extLst>
              <a:ext uri="{FF2B5EF4-FFF2-40B4-BE49-F238E27FC236}">
                <a16:creationId xmlns:a16="http://schemas.microsoft.com/office/drawing/2014/main" id="{AF4CD1EB-01A4-4B79-8E4E-59DE53076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1445" y="5472113"/>
            <a:ext cx="14587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)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41" name="Rectangle 30">
            <a:extLst>
              <a:ext uri="{FF2B5EF4-FFF2-40B4-BE49-F238E27FC236}">
                <a16:creationId xmlns:a16="http://schemas.microsoft.com/office/drawing/2014/main" id="{8C43DAB4-901F-477B-ABFB-88B052D20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9321" y="5472113"/>
            <a:ext cx="21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7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42" name="Rectangle 31">
            <a:extLst>
              <a:ext uri="{FF2B5EF4-FFF2-40B4-BE49-F238E27FC236}">
                <a16:creationId xmlns:a16="http://schemas.microsoft.com/office/drawing/2014/main" id="{C951CDF3-DCCD-4546-9F8D-6A14848DF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5548" y="5472113"/>
            <a:ext cx="1090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,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43" name="Rectangle 32">
            <a:extLst>
              <a:ext uri="{FF2B5EF4-FFF2-40B4-BE49-F238E27FC236}">
                <a16:creationId xmlns:a16="http://schemas.microsoft.com/office/drawing/2014/main" id="{A0427F14-062C-4FA4-A408-B97EA96FE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9121" y="5472113"/>
            <a:ext cx="21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5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44" name="Rectangle 33">
            <a:extLst>
              <a:ext uri="{FF2B5EF4-FFF2-40B4-BE49-F238E27FC236}">
                <a16:creationId xmlns:a16="http://schemas.microsoft.com/office/drawing/2014/main" id="{CF0361E5-F4B6-449B-AB3E-501BE7AA1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5348" y="5472113"/>
            <a:ext cx="1090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,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45" name="Rectangle 34">
            <a:extLst>
              <a:ext uri="{FF2B5EF4-FFF2-40B4-BE49-F238E27FC236}">
                <a16:creationId xmlns:a16="http://schemas.microsoft.com/office/drawing/2014/main" id="{863B3413-0AC6-40A8-9807-51F157899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684" y="5472113"/>
            <a:ext cx="21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3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46" name="Rectangle 35">
            <a:extLst>
              <a:ext uri="{FF2B5EF4-FFF2-40B4-BE49-F238E27FC236}">
                <a16:creationId xmlns:a16="http://schemas.microsoft.com/office/drawing/2014/main" id="{95D25F24-FC0F-4498-AC11-D16F48C69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8798" y="5472113"/>
            <a:ext cx="1090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,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47" name="Rectangle 36">
            <a:extLst>
              <a:ext uri="{FF2B5EF4-FFF2-40B4-BE49-F238E27FC236}">
                <a16:creationId xmlns:a16="http://schemas.microsoft.com/office/drawing/2014/main" id="{AEA1B9B9-C202-49AD-9168-7C75EC249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8246" y="5472113"/>
            <a:ext cx="21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1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48" name="Rectangle 37">
            <a:extLst>
              <a:ext uri="{FF2B5EF4-FFF2-40B4-BE49-F238E27FC236}">
                <a16:creationId xmlns:a16="http://schemas.microsoft.com/office/drawing/2014/main" id="{B8E58A26-7B3D-45F1-AFF2-6B7E46130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7307" y="5472113"/>
            <a:ext cx="14587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(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49" name="Rectangle 38">
            <a:extLst>
              <a:ext uri="{FF2B5EF4-FFF2-40B4-BE49-F238E27FC236}">
                <a16:creationId xmlns:a16="http://schemas.microsoft.com/office/drawing/2014/main" id="{E8CF8BDE-DB13-4E68-954A-B3EA513B9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7795" y="5472113"/>
            <a:ext cx="14587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)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50" name="Rectangle 39">
            <a:extLst>
              <a:ext uri="{FF2B5EF4-FFF2-40B4-BE49-F238E27FC236}">
                <a16:creationId xmlns:a16="http://schemas.microsoft.com/office/drawing/2014/main" id="{5469AC85-89F6-409A-9D31-C840E0D11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9600" y="5472113"/>
            <a:ext cx="1939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z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51" name="Rectangle 40">
            <a:extLst>
              <a:ext uri="{FF2B5EF4-FFF2-40B4-BE49-F238E27FC236}">
                <a16:creationId xmlns:a16="http://schemas.microsoft.com/office/drawing/2014/main" id="{3CBA7AA7-7A14-4C5A-8F79-C97B819B8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1736" y="5472113"/>
            <a:ext cx="1090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,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52" name="Rectangle 41">
            <a:extLst>
              <a:ext uri="{FF2B5EF4-FFF2-40B4-BE49-F238E27FC236}">
                <a16:creationId xmlns:a16="http://schemas.microsoft.com/office/drawing/2014/main" id="{810EBD0C-4A27-44FA-B8DE-5A8C9994E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9434" y="5472113"/>
            <a:ext cx="21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y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53" name="Rectangle 42">
            <a:extLst>
              <a:ext uri="{FF2B5EF4-FFF2-40B4-BE49-F238E27FC236}">
                <a16:creationId xmlns:a16="http://schemas.microsoft.com/office/drawing/2014/main" id="{86981A43-DC7C-4CA5-90A4-5C4D2964A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6923" y="5472113"/>
            <a:ext cx="1090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,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54" name="Rectangle 43">
            <a:extLst>
              <a:ext uri="{FF2B5EF4-FFF2-40B4-BE49-F238E27FC236}">
                <a16:creationId xmlns:a16="http://schemas.microsoft.com/office/drawing/2014/main" id="{5A091F71-8F5A-4B36-AD40-788D70829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9384" y="5472113"/>
            <a:ext cx="21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x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55" name="Rectangle 44">
            <a:extLst>
              <a:ext uri="{FF2B5EF4-FFF2-40B4-BE49-F238E27FC236}">
                <a16:creationId xmlns:a16="http://schemas.microsoft.com/office/drawing/2014/main" id="{CC50E081-4E68-4598-80B9-2DCAA77BC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4632" y="5472113"/>
            <a:ext cx="14587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(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56" name="Rectangle 45">
            <a:extLst>
              <a:ext uri="{FF2B5EF4-FFF2-40B4-BE49-F238E27FC236}">
                <a16:creationId xmlns:a16="http://schemas.microsoft.com/office/drawing/2014/main" id="{FAE5235F-7098-4DB1-ADB4-8C8619D17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2114" y="5472113"/>
            <a:ext cx="26609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</a:rPr>
              <a:t>F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57" name="Rectangle 46">
            <a:extLst>
              <a:ext uri="{FF2B5EF4-FFF2-40B4-BE49-F238E27FC236}">
                <a16:creationId xmlns:a16="http://schemas.microsoft.com/office/drawing/2014/main" id="{F7774DDF-E319-41FB-95AD-2319B8CE2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067" y="5622925"/>
            <a:ext cx="22923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900" b="1">
                <a:solidFill>
                  <a:srgbClr val="000000"/>
                </a:solidFill>
              </a:rPr>
              <a:t>M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58" name="Rectangle 47">
            <a:extLst>
              <a:ext uri="{FF2B5EF4-FFF2-40B4-BE49-F238E27FC236}">
                <a16:creationId xmlns:a16="http://schemas.microsoft.com/office/drawing/2014/main" id="{3B338D4C-03B5-4F2D-BE8E-062E7DDA2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1880" y="5422900"/>
            <a:ext cx="3350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  <a:latin typeface="Symbol" panose="05050102010706020507" pitchFamily="18" charset="2"/>
              </a:rPr>
              <a:t>P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59" name="Rectangle 48">
            <a:extLst>
              <a:ext uri="{FF2B5EF4-FFF2-40B4-BE49-F238E27FC236}">
                <a16:creationId xmlns:a16="http://schemas.microsoft.com/office/drawing/2014/main" id="{BD86B6DE-A6B3-41CE-8DE0-31E55007B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683" y="5422900"/>
            <a:ext cx="2388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400" b="1">
                <a:solidFill>
                  <a:srgbClr val="000000"/>
                </a:solidFill>
                <a:latin typeface="Symbol" panose="05050102010706020507" pitchFamily="18" charset="2"/>
              </a:rPr>
              <a:t>=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0160" name="Line 76">
            <a:extLst>
              <a:ext uri="{FF2B5EF4-FFF2-40B4-BE49-F238E27FC236}">
                <a16:creationId xmlns:a16="http://schemas.microsoft.com/office/drawing/2014/main" id="{F955AA07-7A2A-488C-9995-E1897F7A81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3089" y="5024439"/>
            <a:ext cx="236537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Number Placeholder 3">
            <a:extLst>
              <a:ext uri="{FF2B5EF4-FFF2-40B4-BE49-F238E27FC236}">
                <a16:creationId xmlns:a16="http://schemas.microsoft.com/office/drawing/2014/main" id="{B948C7E9-1E53-4B45-81CC-DD618020FB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623A7D16-F6AC-424E-8415-323717609C13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01C36DED-57B0-4FB6-B566-F5BE741CCE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Conversion Between Forms</a:t>
            </a:r>
          </a:p>
        </p:txBody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C1B6EC47-30FD-495C-ADC3-C029696602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295401"/>
            <a:ext cx="8458200" cy="5027613"/>
          </a:xfrm>
        </p:spPr>
        <p:txBody>
          <a:bodyPr/>
          <a:lstStyle/>
          <a:p>
            <a:r>
              <a:rPr lang="en-US" altLang="en-US" sz="2800" b="1">
                <a:cs typeface="Times New Roman" panose="02020603050405020304" pitchFamily="18" charset="0"/>
              </a:rPr>
              <a:t>To convert between sum-of-minterms and product-of-maxterms form (or vice-versa) we follow these steps:</a:t>
            </a:r>
          </a:p>
          <a:p>
            <a:pPr lvl="1"/>
            <a:r>
              <a:rPr lang="en-US" altLang="en-US" sz="2400" b="1">
                <a:cs typeface="Times New Roman" panose="02020603050405020304" pitchFamily="18" charset="0"/>
              </a:rPr>
              <a:t>Find the function complement by swapping terms in the list with terms not in the list.</a:t>
            </a:r>
          </a:p>
          <a:p>
            <a:pPr lvl="1"/>
            <a:r>
              <a:rPr lang="en-US" altLang="en-US" sz="2400" b="1">
                <a:cs typeface="Times New Roman" panose="02020603050405020304" pitchFamily="18" charset="0"/>
              </a:rPr>
              <a:t>Change from products to sums, or vice versa.</a:t>
            </a:r>
          </a:p>
          <a:p>
            <a:r>
              <a:rPr lang="en-US" altLang="en-US" sz="2800" b="1">
                <a:cs typeface="Times New Roman" panose="02020603050405020304" pitchFamily="18" charset="0"/>
              </a:rPr>
              <a:t>Example:Given F as before:</a:t>
            </a:r>
          </a:p>
          <a:p>
            <a:r>
              <a:rPr lang="en-US" altLang="en-US" sz="2800" b="1">
                <a:cs typeface="Times New Roman" panose="02020603050405020304" pitchFamily="18" charset="0"/>
              </a:rPr>
              <a:t>Form the Complement: </a:t>
            </a:r>
          </a:p>
          <a:p>
            <a:r>
              <a:rPr lang="en-US" altLang="en-US" sz="2800" b="1">
                <a:cs typeface="Times New Roman" panose="02020603050405020304" pitchFamily="18" charset="0"/>
              </a:rPr>
              <a:t>Then use the other form with the same indices – this </a:t>
            </a:r>
            <a:br>
              <a:rPr lang="en-US" altLang="en-US" sz="2800" b="1">
                <a:cs typeface="Times New Roman" panose="02020603050405020304" pitchFamily="18" charset="0"/>
              </a:rPr>
            </a:br>
            <a:r>
              <a:rPr lang="en-US" altLang="en-US" sz="2800" b="1">
                <a:cs typeface="Times New Roman" panose="02020603050405020304" pitchFamily="18" charset="0"/>
              </a:rPr>
              <a:t>forms the complement again, giving the other form of the original function:</a:t>
            </a:r>
          </a:p>
          <a:p>
            <a:endParaRPr lang="en-US" altLang="en-US" sz="2800" b="1">
              <a:cs typeface="Times New Roman" panose="02020603050405020304" pitchFamily="18" charset="0"/>
            </a:endParaRPr>
          </a:p>
          <a:p>
            <a:endParaRPr lang="en-US" altLang="en-US" sz="2400" b="1">
              <a:cs typeface="Times New Roman" panose="02020603050405020304" pitchFamily="18" charset="0"/>
            </a:endParaRPr>
          </a:p>
          <a:p>
            <a:endParaRPr lang="en-US" altLang="en-US" sz="2400">
              <a:cs typeface="Times New Roman" panose="02020603050405020304" pitchFamily="18" charset="0"/>
            </a:endParaRPr>
          </a:p>
          <a:p>
            <a:endParaRPr lang="en-US" altLang="en-US"/>
          </a:p>
        </p:txBody>
      </p:sp>
      <p:graphicFrame>
        <p:nvGraphicFramePr>
          <p:cNvPr id="91141" name="Object 4">
            <a:extLst>
              <a:ext uri="{FF2B5EF4-FFF2-40B4-BE49-F238E27FC236}">
                <a16:creationId xmlns:a16="http://schemas.microsoft.com/office/drawing/2014/main" id="{4110F27E-06A6-41FD-AE61-A6FB987BDE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92926" y="4006850"/>
          <a:ext cx="377507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4" imgW="3352800" imgH="368300" progId="Equation.3">
                  <p:embed/>
                </p:oleObj>
              </mc:Choice>
              <mc:Fallback>
                <p:oleObj name="Equation" r:id="rId4" imgW="3352800" imgH="368300" progId="Equation.3">
                  <p:embed/>
                  <p:pic>
                    <p:nvPicPr>
                      <p:cNvPr id="91141" name="Object 4">
                        <a:extLst>
                          <a:ext uri="{FF2B5EF4-FFF2-40B4-BE49-F238E27FC236}">
                            <a16:creationId xmlns:a16="http://schemas.microsoft.com/office/drawing/2014/main" id="{4110F27E-06A6-41FD-AE61-A6FB987BDE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2926" y="4006850"/>
                        <a:ext cx="3775075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1142" name="Group 30">
            <a:extLst>
              <a:ext uri="{FF2B5EF4-FFF2-40B4-BE49-F238E27FC236}">
                <a16:creationId xmlns:a16="http://schemas.microsoft.com/office/drawing/2014/main" id="{22163F40-1ABC-4506-9A6C-8B7E6790DC10}"/>
              </a:ext>
            </a:extLst>
          </p:cNvPr>
          <p:cNvGrpSpPr>
            <a:grpSpLocks/>
          </p:cNvGrpSpPr>
          <p:nvPr/>
        </p:nvGrpSpPr>
        <p:grpSpPr bwMode="auto">
          <a:xfrm>
            <a:off x="6302375" y="4403726"/>
            <a:ext cx="3676650" cy="519113"/>
            <a:chOff x="3010" y="2774"/>
            <a:chExt cx="2316" cy="327"/>
          </a:xfrm>
        </p:grpSpPr>
        <p:sp>
          <p:nvSpPr>
            <p:cNvPr id="91144" name="Line 7">
              <a:extLst>
                <a:ext uri="{FF2B5EF4-FFF2-40B4-BE49-F238E27FC236}">
                  <a16:creationId xmlns:a16="http://schemas.microsoft.com/office/drawing/2014/main" id="{67DBB901-BC6D-41ED-9351-27C3099CDA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5" y="2812"/>
              <a:ext cx="136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1145" name="Rectangle 8">
              <a:extLst>
                <a:ext uri="{FF2B5EF4-FFF2-40B4-BE49-F238E27FC236}">
                  <a16:creationId xmlns:a16="http://schemas.microsoft.com/office/drawing/2014/main" id="{60492699-BECB-48EA-A237-D0B41239D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3" y="2803"/>
              <a:ext cx="83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)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91146" name="Rectangle 9">
              <a:extLst>
                <a:ext uri="{FF2B5EF4-FFF2-40B4-BE49-F238E27FC236}">
                  <a16:creationId xmlns:a16="http://schemas.microsoft.com/office/drawing/2014/main" id="{16845405-4B25-40BA-83EC-4994F99F07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4" y="2803"/>
              <a:ext cx="1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6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91147" name="Rectangle 10">
              <a:extLst>
                <a:ext uri="{FF2B5EF4-FFF2-40B4-BE49-F238E27FC236}">
                  <a16:creationId xmlns:a16="http://schemas.microsoft.com/office/drawing/2014/main" id="{AF45B399-C0D6-42AF-8C83-5D2ACD78B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8" y="2803"/>
              <a:ext cx="6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,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91148" name="Rectangle 11">
              <a:extLst>
                <a:ext uri="{FF2B5EF4-FFF2-40B4-BE49-F238E27FC236}">
                  <a16:creationId xmlns:a16="http://schemas.microsoft.com/office/drawing/2014/main" id="{A754752F-E836-4C98-911D-88D1DA1890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3" y="2803"/>
              <a:ext cx="1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4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91149" name="Rectangle 12">
              <a:extLst>
                <a:ext uri="{FF2B5EF4-FFF2-40B4-BE49-F238E27FC236}">
                  <a16:creationId xmlns:a16="http://schemas.microsoft.com/office/drawing/2014/main" id="{1AFB341A-C145-4EF0-9E56-8E0A2691A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" y="2803"/>
              <a:ext cx="6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,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91150" name="Rectangle 13">
              <a:extLst>
                <a:ext uri="{FF2B5EF4-FFF2-40B4-BE49-F238E27FC236}">
                  <a16:creationId xmlns:a16="http://schemas.microsoft.com/office/drawing/2014/main" id="{89005C02-5579-40A5-BF9D-61734C2E03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6" y="2803"/>
              <a:ext cx="1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2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91151" name="Rectangle 14">
              <a:extLst>
                <a:ext uri="{FF2B5EF4-FFF2-40B4-BE49-F238E27FC236}">
                  <a16:creationId xmlns:a16="http://schemas.microsoft.com/office/drawing/2014/main" id="{C78471BC-A81D-4627-8D6D-0E66C6C49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803"/>
              <a:ext cx="6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,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91152" name="Rectangle 15">
              <a:extLst>
                <a:ext uri="{FF2B5EF4-FFF2-40B4-BE49-F238E27FC236}">
                  <a16:creationId xmlns:a16="http://schemas.microsoft.com/office/drawing/2014/main" id="{0009A74A-607E-4E9F-895B-874928441B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9" y="2803"/>
              <a:ext cx="1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0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91153" name="Rectangle 16">
              <a:extLst>
                <a:ext uri="{FF2B5EF4-FFF2-40B4-BE49-F238E27FC236}">
                  <a16:creationId xmlns:a16="http://schemas.microsoft.com/office/drawing/2014/main" id="{CDF43B80-7664-40BF-A211-BA3ED809A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7" y="2803"/>
              <a:ext cx="83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(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91154" name="Rectangle 17">
              <a:extLst>
                <a:ext uri="{FF2B5EF4-FFF2-40B4-BE49-F238E27FC236}">
                  <a16:creationId xmlns:a16="http://schemas.microsoft.com/office/drawing/2014/main" id="{83C90977-E7D4-481C-8A52-12800F31E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7" y="2787"/>
              <a:ext cx="83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)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91155" name="Rectangle 18">
              <a:extLst>
                <a:ext uri="{FF2B5EF4-FFF2-40B4-BE49-F238E27FC236}">
                  <a16:creationId xmlns:a16="http://schemas.microsoft.com/office/drawing/2014/main" id="{F91CBCC7-AC37-41DC-9E6D-81D497A26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6" y="2787"/>
              <a:ext cx="110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z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91156" name="Rectangle 19">
              <a:extLst>
                <a:ext uri="{FF2B5EF4-FFF2-40B4-BE49-F238E27FC236}">
                  <a16:creationId xmlns:a16="http://schemas.microsoft.com/office/drawing/2014/main" id="{C0AB02BD-CE41-46D1-A38F-0C63A7626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0" y="2787"/>
              <a:ext cx="6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,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91157" name="Rectangle 20">
              <a:extLst>
                <a:ext uri="{FF2B5EF4-FFF2-40B4-BE49-F238E27FC236}">
                  <a16:creationId xmlns:a16="http://schemas.microsoft.com/office/drawing/2014/main" id="{D4185EDB-3D32-4F53-98DB-5D4FFA6E0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6" y="2787"/>
              <a:ext cx="1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y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91158" name="Rectangle 21">
              <a:extLst>
                <a:ext uri="{FF2B5EF4-FFF2-40B4-BE49-F238E27FC236}">
                  <a16:creationId xmlns:a16="http://schemas.microsoft.com/office/drawing/2014/main" id="{99B88C58-D4BC-40BC-A774-9B1A3805E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" y="2787"/>
              <a:ext cx="6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,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91159" name="Rectangle 22">
              <a:extLst>
                <a:ext uri="{FF2B5EF4-FFF2-40B4-BE49-F238E27FC236}">
                  <a16:creationId xmlns:a16="http://schemas.microsoft.com/office/drawing/2014/main" id="{153EB406-5B99-416F-A958-785B3F9A5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" y="2787"/>
              <a:ext cx="1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x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91160" name="Rectangle 23">
              <a:extLst>
                <a:ext uri="{FF2B5EF4-FFF2-40B4-BE49-F238E27FC236}">
                  <a16:creationId xmlns:a16="http://schemas.microsoft.com/office/drawing/2014/main" id="{C225C174-ADFD-4F55-8493-D26421C25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1" y="2787"/>
              <a:ext cx="83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(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91161" name="Rectangle 24">
              <a:extLst>
                <a:ext uri="{FF2B5EF4-FFF2-40B4-BE49-F238E27FC236}">
                  <a16:creationId xmlns:a16="http://schemas.microsoft.com/office/drawing/2014/main" id="{A559E711-3701-4A2C-B564-7EA690E448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0" y="2787"/>
              <a:ext cx="151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F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91162" name="Rectangle 25">
              <a:extLst>
                <a:ext uri="{FF2B5EF4-FFF2-40B4-BE49-F238E27FC236}">
                  <a16:creationId xmlns:a16="http://schemas.microsoft.com/office/drawing/2014/main" id="{33308CAF-AD54-4AA7-93E4-637FB872EA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2897"/>
              <a:ext cx="12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>
                  <a:solidFill>
                    <a:srgbClr val="000000"/>
                  </a:solidFill>
                </a:rPr>
                <a:t>m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91163" name="Rectangle 26">
              <a:extLst>
                <a:ext uri="{FF2B5EF4-FFF2-40B4-BE49-F238E27FC236}">
                  <a16:creationId xmlns:a16="http://schemas.microsoft.com/office/drawing/2014/main" id="{4F36C825-6648-4A0A-A1D8-0E309F269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7" y="2774"/>
              <a:ext cx="147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  <a:latin typeface="Symbol" panose="05050102010706020507" pitchFamily="18" charset="2"/>
                </a:rPr>
                <a:t>S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91164" name="Rectangle 27">
              <a:extLst>
                <a:ext uri="{FF2B5EF4-FFF2-40B4-BE49-F238E27FC236}">
                  <a16:creationId xmlns:a16="http://schemas.microsoft.com/office/drawing/2014/main" id="{F544C49A-0A30-4655-8FBE-89DC0146A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1" y="2774"/>
              <a:ext cx="136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graphicFrame>
        <p:nvGraphicFramePr>
          <p:cNvPr id="91143" name="Object 6">
            <a:extLst>
              <a:ext uri="{FF2B5EF4-FFF2-40B4-BE49-F238E27FC236}">
                <a16:creationId xmlns:a16="http://schemas.microsoft.com/office/drawing/2014/main" id="{97876709-857B-4EA4-BB5A-237D6EDE2C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67464" y="5886450"/>
          <a:ext cx="3894137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6" imgW="3467100" imgH="368300" progId="Equation.3">
                  <p:embed/>
                </p:oleObj>
              </mc:Choice>
              <mc:Fallback>
                <p:oleObj name="Equation" r:id="rId6" imgW="3467100" imgH="368300" progId="Equation.3">
                  <p:embed/>
                  <p:pic>
                    <p:nvPicPr>
                      <p:cNvPr id="91143" name="Object 6">
                        <a:extLst>
                          <a:ext uri="{FF2B5EF4-FFF2-40B4-BE49-F238E27FC236}">
                            <a16:creationId xmlns:a16="http://schemas.microsoft.com/office/drawing/2014/main" id="{97876709-857B-4EA4-BB5A-237D6EDE2C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7464" y="5886450"/>
                        <a:ext cx="3894137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9999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2469</Words>
  <Application>Microsoft Office PowerPoint</Application>
  <PresentationFormat>Widescreen</PresentationFormat>
  <Paragraphs>1124</Paragraphs>
  <Slides>18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Helvetica</vt:lpstr>
      <vt:lpstr>Symbol</vt:lpstr>
      <vt:lpstr>Times New Roman</vt:lpstr>
      <vt:lpstr>Wingdings</vt:lpstr>
      <vt:lpstr>Default Design</vt:lpstr>
      <vt:lpstr>Microsoft Equation 3.0</vt:lpstr>
      <vt:lpstr>Standard Order</vt:lpstr>
      <vt:lpstr>Purpose of the Index</vt:lpstr>
      <vt:lpstr>Index Example in Three Variables</vt:lpstr>
      <vt:lpstr>Index Examples – Four Variables</vt:lpstr>
      <vt:lpstr>Minterm and Maxterm Relationship</vt:lpstr>
      <vt:lpstr>Function Tables for Both</vt:lpstr>
      <vt:lpstr>Observations</vt:lpstr>
      <vt:lpstr>Minterm Function Example</vt:lpstr>
      <vt:lpstr>Minterm Function Example</vt:lpstr>
      <vt:lpstr>Maxterm Function Example</vt:lpstr>
      <vt:lpstr>Maxterm Function Example</vt:lpstr>
      <vt:lpstr>Canonical Sum of Minterms</vt:lpstr>
      <vt:lpstr>Another SOM Example</vt:lpstr>
      <vt:lpstr>Shorthand SOM Form</vt:lpstr>
      <vt:lpstr>Canonical Product of Maxterms</vt:lpstr>
      <vt:lpstr>Another POM Example</vt:lpstr>
      <vt:lpstr>Function Complements</vt:lpstr>
      <vt:lpstr>Conversion Between Forms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Order</dc:title>
  <dc:creator>Sultan Daud Khan</dc:creator>
  <cp:lastModifiedBy>Sultan Daud Khan</cp:lastModifiedBy>
  <cp:revision>1</cp:revision>
  <dcterms:created xsi:type="dcterms:W3CDTF">2020-05-13T12:06:59Z</dcterms:created>
  <dcterms:modified xsi:type="dcterms:W3CDTF">2020-05-13T12:07:16Z</dcterms:modified>
</cp:coreProperties>
</file>