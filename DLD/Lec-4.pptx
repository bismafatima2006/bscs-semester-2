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96" r:id="rId3"/>
    <p:sldId id="297" r:id="rId4"/>
    <p:sldId id="321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6" r:id="rId13"/>
    <p:sldId id="308" r:id="rId14"/>
    <p:sldId id="309" r:id="rId15"/>
    <p:sldId id="310" r:id="rId16"/>
    <p:sldId id="311" r:id="rId17"/>
    <p:sldId id="312" r:id="rId18"/>
    <p:sldId id="313" r:id="rId19"/>
    <p:sldId id="316" r:id="rId20"/>
    <p:sldId id="319" r:id="rId21"/>
    <p:sldId id="32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0446" autoAdjust="0"/>
  </p:normalViewPr>
  <p:slideViewPr>
    <p:cSldViewPr snapToGrid="0">
      <p:cViewPr>
        <p:scale>
          <a:sx n="1" d="2"/>
          <a:sy n="1" d="2"/>
        </p:scale>
        <p:origin x="18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B593A-03E8-46B9-902F-4A1D69234645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B85B-B42F-4CFA-A335-4B0510CB7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7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xmlns="" id="{EEC156C3-1299-495F-BEAF-085D115E98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17E9A9-5DEE-4F8C-B30C-6516F89D3861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xmlns="" id="{6102628B-C7F1-4CF4-A16B-5B1BD00D7A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xmlns="" id="{616EED0F-17CA-417C-8157-7A3DA607C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2271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xmlns="" id="{5412B4CE-6893-4CD2-B71A-7208FD1B9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08BDD2C-3A09-4A90-BD05-837D606D6D68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xmlns="" id="{62CE8B3C-78D2-4C46-BB96-4646A55C72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xmlns="" id="{C7D54DCC-953C-4822-BAF9-EC940AA11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837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xmlns="" id="{0A18ABE0-AEF1-404B-81D0-57D3ECFCB4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1688EE-16CE-4AEF-8F23-867BFEF95B8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xmlns="" id="{F3921E67-6956-4767-AA38-1F17D5325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xmlns="" id="{049EC555-FEEC-4A3E-87E9-87D13A2A6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/>
              <a:t> m6 = X Y Z’</a:t>
            </a:r>
          </a:p>
          <a:p>
            <a:r>
              <a:rPr lang="en-US" altLang="en-US"/>
              <a:t> M6 = (X’ + Y’ + Z)</a:t>
            </a:r>
          </a:p>
        </p:txBody>
      </p:sp>
    </p:spTree>
    <p:extLst>
      <p:ext uri="{BB962C8B-B14F-4D97-AF65-F5344CB8AC3E}">
        <p14:creationId xmlns:p14="http://schemas.microsoft.com/office/powerpoint/2010/main" val="404028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xmlns="" id="{8162B7DD-D436-45EE-BAF1-490C4DF86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16D21B6-73C5-4B59-B266-17A580D7C2C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5539" name="Rectangle 3074">
            <a:extLst>
              <a:ext uri="{FF2B5EF4-FFF2-40B4-BE49-F238E27FC236}">
                <a16:creationId xmlns:a16="http://schemas.microsoft.com/office/drawing/2014/main" xmlns="" id="{E6479C5F-2635-4659-838F-CF49D5B0ED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65540" name="Rectangle 3075">
            <a:extLst>
              <a:ext uri="{FF2B5EF4-FFF2-40B4-BE49-F238E27FC236}">
                <a16:creationId xmlns:a16="http://schemas.microsoft.com/office/drawing/2014/main" xmlns="" id="{5CFDA264-A0CC-4BA5-BC0F-D864571A2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r>
              <a:rPr lang="en-US" altLang="en-US"/>
              <a:t> M1 = a + b + c + d’</a:t>
            </a:r>
          </a:p>
          <a:p>
            <a:r>
              <a:rPr lang="en-US" altLang="en-US"/>
              <a:t> m3 = a’ b’ c d</a:t>
            </a:r>
          </a:p>
          <a:p>
            <a:r>
              <a:rPr lang="en-US" altLang="en-US"/>
              <a:t> m7 = a’ b c d</a:t>
            </a:r>
          </a:p>
          <a:p>
            <a:r>
              <a:rPr lang="en-US" altLang="en-US"/>
              <a:t> M 13 = a’ + b’ + c + d’</a:t>
            </a:r>
          </a:p>
        </p:txBody>
      </p:sp>
    </p:spTree>
    <p:extLst>
      <p:ext uri="{BB962C8B-B14F-4D97-AF65-F5344CB8AC3E}">
        <p14:creationId xmlns:p14="http://schemas.microsoft.com/office/powerpoint/2010/main" val="762061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xmlns="" id="{6B70771B-1AA0-4380-ACA5-E8C650B184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B4DC8B-66C2-4BD4-9588-17618A737A66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xmlns="" id="{CFC39775-D0F2-4D78-9AED-1DD3782D6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xmlns="" id="{F637A828-F283-4F0B-A7A3-49DBE95F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138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xmlns="" id="{83D87A10-1FE1-425E-92A8-4A207EEEA5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BC09C1-1474-4026-BAEB-BDD9968599C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xmlns="" id="{781B48CF-3D8F-45F4-B5A1-421441D92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xmlns="" id="{9E527F11-5975-4A43-840C-179788646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967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xmlns="" id="{D42BC730-5335-4CC1-85F2-3B027DBEB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74BBE1-36CA-46AE-A99E-7EC3DA67C2F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xmlns="" id="{7022CFA4-8E14-463A-A626-CA10D63D3D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xmlns="" id="{99C6EAB5-825C-4139-9C94-936EAEE26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1724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xmlns="" id="{E7D2B4FC-5881-4332-A0E4-1BA6258DD0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B7B073-3A13-44E8-BE62-6A895A5897B0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xmlns="" id="{A6B9DF06-7FC8-4633-811E-97EABAEF9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xmlns="" id="{6075A354-DFE6-4255-82B5-D171365C5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r>
              <a:rPr lang="en-US" altLang="en-US"/>
              <a:t> F(A,B,C,D,E) = A’B’C’DE’ + A’BC’D’E + AB’C’D’E + AB’CDE</a:t>
            </a:r>
          </a:p>
        </p:txBody>
      </p:sp>
    </p:spTree>
    <p:extLst>
      <p:ext uri="{BB962C8B-B14F-4D97-AF65-F5344CB8AC3E}">
        <p14:creationId xmlns:p14="http://schemas.microsoft.com/office/powerpoint/2010/main" val="2830424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xmlns="" id="{3EBB6AB8-3620-460B-BE8D-BE92D838B5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909F1F-FB73-42C2-ADDE-0AADE587A10A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xmlns="" id="{6B619BD1-7275-4A02-B11E-46CC6E77AA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xmlns="" id="{546BEF0A-A998-42A6-A1B5-96C01B90F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5088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xmlns="" id="{79BA2B2F-363E-4545-AE81-373AECAECE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01C4F0-E974-4640-B368-9FC75D08CC6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xmlns="" id="{26114A45-E64E-4C01-AF33-E1D993A49E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xmlns="" id="{1C7477AD-4771-412E-9682-DCB626D00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  <a:p>
            <a:r>
              <a:rPr lang="en-US" altLang="en-US"/>
              <a:t> F = (A + B + C’ + D’) (A’ + B + C + D) (A’ + B + C’ + D’) (A’ + B’ + C’ + D)</a:t>
            </a:r>
          </a:p>
        </p:txBody>
      </p:sp>
    </p:spTree>
    <p:extLst>
      <p:ext uri="{BB962C8B-B14F-4D97-AF65-F5344CB8AC3E}">
        <p14:creationId xmlns:p14="http://schemas.microsoft.com/office/powerpoint/2010/main" val="3011797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xmlns="" id="{986671BB-8F3F-4C61-AF94-D0B6CE468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17648C-3DE0-4B59-8829-5CC140EB2B6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xmlns="" id="{BE7C8943-4604-4FEE-B62A-3C0553302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xmlns="" id="{9B274254-15BC-40AF-AA0F-3F4F472B65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3598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xmlns="" id="{91498E1D-9F5E-4235-AF75-C7015DAC5D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1020763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1020763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10207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CF46F5-8690-4476-B534-68FFCA737ECF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10207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xmlns="" id="{61A33B91-0F10-4688-96AC-149A72F24E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5613" y="720725"/>
            <a:ext cx="6400800" cy="3600450"/>
          </a:xfrm>
          <a:solidFill>
            <a:srgbClr val="FFFFFF"/>
          </a:solidFill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xmlns="" id="{295BD494-FB92-4AC4-BAB7-BB46FA7357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312" tIns="47656" rIns="95312" bIns="47656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4742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5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74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4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1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9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3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25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51">
            <a:extLst>
              <a:ext uri="{FF2B5EF4-FFF2-40B4-BE49-F238E27FC236}">
                <a16:creationId xmlns:a16="http://schemas.microsoft.com/office/drawing/2014/main" xmlns="" id="{4FDEDECC-3183-43D8-8235-D1F0839B0B8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44751" y="5167314"/>
            <a:ext cx="7884583" cy="153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00" b="1"/>
              <a:t>Charles Kime &amp; Thomas Kaminski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00">
                <a:cs typeface="Times New Roman" panose="02020603050405020304" pitchFamily="18" charset="0"/>
              </a:rPr>
              <a:t>© 2004 Pearson Education, Inc.</a:t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2200">
                <a:cs typeface="Times New Roman" panose="02020603050405020304" pitchFamily="18" charset="0"/>
                <a:hlinkClick r:id="" action="ppaction://noaction"/>
              </a:rPr>
              <a:t>Terms of Use</a:t>
            </a:r>
            <a:r>
              <a:rPr lang="en-US" altLang="en-US" sz="2200">
                <a:cs typeface="Times New Roman" panose="02020603050405020304" pitchFamily="18" charset="0"/>
              </a:rPr>
              <a:t/>
            </a:r>
            <a:br>
              <a:rPr lang="en-US" altLang="en-US" sz="2200">
                <a:cs typeface="Times New Roman" panose="02020603050405020304" pitchFamily="18" charset="0"/>
              </a:rPr>
            </a:br>
            <a:r>
              <a:rPr lang="en-US" altLang="en-US" sz="1800">
                <a:cs typeface="Times New Roman" panose="02020603050405020304" pitchFamily="18" charset="0"/>
              </a:rPr>
              <a:t>(Hyperlinks are active in View Show mode)</a:t>
            </a:r>
          </a:p>
        </p:txBody>
      </p:sp>
      <p:sp>
        <p:nvSpPr>
          <p:cNvPr id="3" name="Text Box 1052">
            <a:extLst>
              <a:ext uri="{FF2B5EF4-FFF2-40B4-BE49-F238E27FC236}">
                <a16:creationId xmlns:a16="http://schemas.microsoft.com/office/drawing/2014/main" xmlns="" id="{E4E8B743-C91D-4A70-BD65-39645D2335E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35667" y="2847976"/>
            <a:ext cx="9304867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4000" b="1">
                <a:solidFill>
                  <a:schemeClr val="hlink"/>
                </a:solidFill>
                <a:latin typeface="Helvetica" panose="020B0604020202020204" pitchFamily="34" charset="0"/>
              </a:rPr>
              <a:t>Chapter 2 – Combinational Logic Circuits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hlink"/>
                </a:solidFill>
                <a:latin typeface="Helvetica" panose="020B0604020202020204" pitchFamily="34" charset="0"/>
              </a:rPr>
              <a:t>Part 1 – Gate Circuits and Boolean Equations</a:t>
            </a:r>
            <a:endParaRPr lang="en-US" altLang="en-US" sz="1600"/>
          </a:p>
        </p:txBody>
      </p:sp>
      <p:sp>
        <p:nvSpPr>
          <p:cNvPr id="4" name="Text Box 1053">
            <a:extLst>
              <a:ext uri="{FF2B5EF4-FFF2-40B4-BE49-F238E27FC236}">
                <a16:creationId xmlns:a16="http://schemas.microsoft.com/office/drawing/2014/main" xmlns="" id="{A89A69DD-3EE7-47B1-9258-63BFD5B2355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06500" y="2179639"/>
            <a:ext cx="10363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3200" b="1"/>
              <a:t>Logic and Computer Design Fundamentals</a:t>
            </a:r>
          </a:p>
        </p:txBody>
      </p:sp>
      <p:sp>
        <p:nvSpPr>
          <p:cNvPr id="5" name="Line 1054">
            <a:extLst>
              <a:ext uri="{FF2B5EF4-FFF2-40B4-BE49-F238E27FC236}">
                <a16:creationId xmlns:a16="http://schemas.microsoft.com/office/drawing/2014/main" xmlns="" id="{4D3682BF-B30E-4D89-BA15-BF08B67F628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2585" y="1935163"/>
            <a:ext cx="10687049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0217784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B31DAB-F0DF-4B55-9B0A-7EC249AC2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B3EDB963-B994-4340-BFD5-6A44A9DD33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098437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C7064F1-2FAB-446D-9D5F-692A027C6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4EDD057C-DA84-47C7-80BD-C578267157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6031177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88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051" y="1314451"/>
            <a:ext cx="5080000" cy="50276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407F09C-CFAA-4790-80D0-1A57EED3A0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0228AA09-BE32-4C85-9249-EF9222D4FC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141747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D7EE606-CD2E-4AD1-8563-A6CBCD501C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9160640E-8646-4682-BC06-9F0CAFF42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00662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66CF84E-22A4-4A7A-B4FC-AF0E6485F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EA96DE6C-A3D6-4AF8-9C58-5E5EC00818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450017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2374934-60BD-44EB-B57D-8346D129D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261D1275-0B70-4DDC-913C-652A503EB4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620790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9017783-BD6C-460B-BA6D-4A77E9F6C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6ACBFD97-53DC-4CC9-89BB-0873651F92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78602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A5B0539-5428-42D8-A6B6-B964A13328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9FAC43E8-2994-4255-87BD-DA6CB6EF3D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8772488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E084DE3-1BB9-4705-966C-937218FE4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263FD446-CF6B-4188-8301-3B9AFE5957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84743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1251" y="1"/>
            <a:ext cx="25908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618" y="1"/>
            <a:ext cx="7573433" cy="63420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47E2B9-3F43-4E6E-B9B5-286926F69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8375BD04-BBD1-48E7-96ED-C7E13AF513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22220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8AEED-8695-4E8D-A62C-0D06E4BC49FA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3F065-4663-4918-BA93-92D38656D2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7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7" descr="C:\Documents and Settings\Charles R Kime\My Documents\Texts\Website\PowerPoint_Slides\Work_Area\Chapter_01\watermark.jpg">
            <a:extLst>
              <a:ext uri="{FF2B5EF4-FFF2-40B4-BE49-F238E27FC236}">
                <a16:creationId xmlns:a16="http://schemas.microsoft.com/office/drawing/2014/main" xmlns="" id="{BACE7723-28F1-4B3A-A178-C5273A541C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5"/>
          <a:stretch>
            <a:fillRect/>
          </a:stretch>
        </p:blipFill>
        <p:spPr bwMode="auto">
          <a:xfrm>
            <a:off x="924985" y="6353175"/>
            <a:ext cx="2973916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48">
            <a:extLst>
              <a:ext uri="{FF2B5EF4-FFF2-40B4-BE49-F238E27FC236}">
                <a16:creationId xmlns:a16="http://schemas.microsoft.com/office/drawing/2014/main" xmlns="" id="{44BD87F8-660D-45B9-B685-31F1AF836FA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9218" y="6338888"/>
            <a:ext cx="36385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8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800" b="1">
              <a:solidFill>
                <a:schemeClr val="accent2"/>
              </a:solidFill>
            </a:endParaRPr>
          </a:p>
        </p:txBody>
      </p:sp>
      <p:sp>
        <p:nvSpPr>
          <p:cNvPr id="1028" name="Rectangle 49">
            <a:extLst>
              <a:ext uri="{FF2B5EF4-FFF2-40B4-BE49-F238E27FC236}">
                <a16:creationId xmlns:a16="http://schemas.microsoft.com/office/drawing/2014/main" xmlns="" id="{B3E37186-9A50-47CD-BDBD-9D599AD6B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8851" y="1314451"/>
            <a:ext cx="10363200" cy="502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74" name="Rectangle 50">
            <a:extLst>
              <a:ext uri="{FF2B5EF4-FFF2-40B4-BE49-F238E27FC236}">
                <a16:creationId xmlns:a16="http://schemas.microsoft.com/office/drawing/2014/main" xmlns="" id="{F32808C4-183C-4328-8E51-AD86076A2E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83133" y="6489700"/>
            <a:ext cx="31750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600" smtClean="0"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en-US"/>
              <a:t>Chapter 2 - Part 1         </a:t>
            </a:r>
            <a:fld id="{875C2F81-B19B-44C1-8284-AAA8512C15C9}" type="slidenum">
              <a:rPr lang="en-US" altLang="en-US">
                <a:cs typeface="+mn-cs"/>
              </a:rPr>
              <a:pPr>
                <a:defRPr/>
              </a:pPr>
              <a:t>‹#›</a:t>
            </a:fld>
            <a:endParaRPr lang="en-US" altLang="en-US">
              <a:cs typeface="+mn-cs"/>
            </a:endParaRPr>
          </a:p>
        </p:txBody>
      </p:sp>
      <p:sp>
        <p:nvSpPr>
          <p:cNvPr id="1030" name="Line 51">
            <a:extLst>
              <a:ext uri="{FF2B5EF4-FFF2-40B4-BE49-F238E27FC236}">
                <a16:creationId xmlns:a16="http://schemas.microsoft.com/office/drawing/2014/main" xmlns="" id="{DD724D96-735A-4905-945F-C6F28FCADE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4700" y="1173163"/>
            <a:ext cx="10687051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800"/>
          </a:p>
        </p:txBody>
      </p:sp>
      <p:sp>
        <p:nvSpPr>
          <p:cNvPr id="1031" name="Rectangle 52">
            <a:extLst>
              <a:ext uri="{FF2B5EF4-FFF2-40B4-BE49-F238E27FC236}">
                <a16:creationId xmlns:a16="http://schemas.microsoft.com/office/drawing/2014/main" xmlns="" id="{B4AFD468-5F63-4012-97BF-DD70979CB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54617" y="1"/>
            <a:ext cx="10363200" cy="1020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915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13.xml"/><Relationship Id="rId7" Type="http://schemas.openxmlformats.org/officeDocument/2006/relationships/oleObject" Target="../embeddings/oleObject4.bin"/><Relationship Id="rId2" Type="http://schemas.openxmlformats.org/officeDocument/2006/relationships/tags" Target="../tags/tag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slideLayout" Target="../slideLayouts/slideLayout13.xml"/><Relationship Id="rId7" Type="http://schemas.openxmlformats.org/officeDocument/2006/relationships/oleObject" Target="../embeddings/oleObject7.bin"/><Relationship Id="rId2" Type="http://schemas.openxmlformats.org/officeDocument/2006/relationships/tags" Target="../tags/tag1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xmlns="" id="{9D15B51D-1343-4E5A-BD88-87778E750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F6D29D26-EB65-4A1C-9A9A-9A2EA19FD5B1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xmlns="" id="{C2CA8AFA-D2BE-4985-8994-E48167A4D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b="1"/>
              <a:t>Expression Simplification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xmlns="" id="{86EE13BF-C1BB-4379-BDC3-73996B717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19200"/>
            <a:ext cx="7772400" cy="5092700"/>
          </a:xfrm>
        </p:spPr>
        <p:txBody>
          <a:bodyPr/>
          <a:lstStyle/>
          <a:p>
            <a:r>
              <a:rPr lang="en-US" altLang="en-US" b="1" dirty="0"/>
              <a:t>An application of Boolean algebra</a:t>
            </a:r>
          </a:p>
          <a:p>
            <a:r>
              <a:rPr lang="en-US" altLang="en-US" b="1" dirty="0"/>
              <a:t>Simplify to contain the smallest number of </a:t>
            </a:r>
            <a:r>
              <a:rPr lang="en-US" altLang="en-US" b="1" u="sng" dirty="0"/>
              <a:t>literals</a:t>
            </a:r>
            <a:r>
              <a:rPr lang="en-US" altLang="en-US" b="1" dirty="0"/>
              <a:t> (complemented and uncomplemented variables):</a:t>
            </a:r>
          </a:p>
          <a:p>
            <a:endParaRPr lang="en-US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dirty="0"/>
              <a:t>=</a:t>
            </a:r>
            <a:r>
              <a:rPr lang="en-US" altLang="en-US" dirty="0"/>
              <a:t> </a:t>
            </a:r>
            <a:r>
              <a:rPr lang="en-US" altLang="en-US" b="1" dirty="0"/>
              <a:t>AB + ABCD +  A C D + A C D + A B 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dirty="0"/>
              <a:t>= AB + AB(CD) + A C (D + D) + A B 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dirty="0"/>
              <a:t>= AB + A C + A B D = B(A + AD) +AC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dirty="0"/>
              <a:t>= B (A + D) + A C  5 literals</a:t>
            </a:r>
          </a:p>
        </p:txBody>
      </p:sp>
      <p:grpSp>
        <p:nvGrpSpPr>
          <p:cNvPr id="51205" name="Group 30">
            <a:extLst>
              <a:ext uri="{FF2B5EF4-FFF2-40B4-BE49-F238E27FC236}">
                <a16:creationId xmlns:a16="http://schemas.microsoft.com/office/drawing/2014/main" xmlns="" id="{D4FFF5E1-7CC6-4D9F-B714-D723EE86821B}"/>
              </a:ext>
            </a:extLst>
          </p:cNvPr>
          <p:cNvGrpSpPr>
            <a:grpSpLocks/>
          </p:cNvGrpSpPr>
          <p:nvPr/>
        </p:nvGrpSpPr>
        <p:grpSpPr bwMode="auto">
          <a:xfrm>
            <a:off x="2649539" y="3332164"/>
            <a:ext cx="6745287" cy="573087"/>
            <a:chOff x="709" y="2059"/>
            <a:chExt cx="4249" cy="361"/>
          </a:xfrm>
        </p:grpSpPr>
        <p:sp>
          <p:nvSpPr>
            <p:cNvPr id="51218" name="Line 5">
              <a:extLst>
                <a:ext uri="{FF2B5EF4-FFF2-40B4-BE49-F238E27FC236}">
                  <a16:creationId xmlns:a16="http://schemas.microsoft.com/office/drawing/2014/main" xmlns="" id="{C8844301-0778-4B57-8D62-F6B8FECA9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9" y="2132"/>
              <a:ext cx="18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9" name="Line 6">
              <a:extLst>
                <a:ext uri="{FF2B5EF4-FFF2-40B4-BE49-F238E27FC236}">
                  <a16:creationId xmlns:a16="http://schemas.microsoft.com/office/drawing/2014/main" xmlns="" id="{43876B87-4932-422D-85CC-F2D66F8ED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2132"/>
              <a:ext cx="189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0" name="Line 7">
              <a:extLst>
                <a:ext uri="{FF2B5EF4-FFF2-40B4-BE49-F238E27FC236}">
                  <a16:creationId xmlns:a16="http://schemas.microsoft.com/office/drawing/2014/main" xmlns="" id="{2EA4604C-93C4-40AC-B047-C36CFA756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132"/>
              <a:ext cx="23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1" name="Line 8">
              <a:extLst>
                <a:ext uri="{FF2B5EF4-FFF2-40B4-BE49-F238E27FC236}">
                  <a16:creationId xmlns:a16="http://schemas.microsoft.com/office/drawing/2014/main" xmlns="" id="{ED551A01-2A25-4178-953C-8E227C57B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2132"/>
              <a:ext cx="22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22" name="Rectangle 10">
              <a:extLst>
                <a:ext uri="{FF2B5EF4-FFF2-40B4-BE49-F238E27FC236}">
                  <a16:creationId xmlns:a16="http://schemas.microsoft.com/office/drawing/2014/main" xmlns="" id="{C63A6AF7-0FF4-431F-BA60-25EBE8960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059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23" name="Rectangle 11">
              <a:extLst>
                <a:ext uri="{FF2B5EF4-FFF2-40B4-BE49-F238E27FC236}">
                  <a16:creationId xmlns:a16="http://schemas.microsoft.com/office/drawing/2014/main" xmlns="" id="{509D573C-8A4D-4F00-A894-BA6AFB5BA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" y="2059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24" name="Rectangle 12">
              <a:extLst>
                <a:ext uri="{FF2B5EF4-FFF2-40B4-BE49-F238E27FC236}">
                  <a16:creationId xmlns:a16="http://schemas.microsoft.com/office/drawing/2014/main" xmlns="" id="{24DD0F89-9C25-4D41-A678-4A5B65E20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2" y="2059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 dirty="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51225" name="Rectangle 13">
              <a:extLst>
                <a:ext uri="{FF2B5EF4-FFF2-40B4-BE49-F238E27FC236}">
                  <a16:creationId xmlns:a16="http://schemas.microsoft.com/office/drawing/2014/main" xmlns="" id="{C225F625-7E33-4F50-8C2A-AF9D1D726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" y="2059"/>
              <a:ext cx="15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26" name="Rectangle 14">
              <a:extLst>
                <a:ext uri="{FF2B5EF4-FFF2-40B4-BE49-F238E27FC236}">
                  <a16:creationId xmlns:a16="http://schemas.microsoft.com/office/drawing/2014/main" xmlns="" id="{A03C9602-1F26-46BE-B1E6-2C9ABC1D4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0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27" name="Rectangle 15">
              <a:extLst>
                <a:ext uri="{FF2B5EF4-FFF2-40B4-BE49-F238E27FC236}">
                  <a16:creationId xmlns:a16="http://schemas.microsoft.com/office/drawing/2014/main" xmlns="" id="{0438C633-D1A2-402B-8872-3B1640E9F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6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28" name="Rectangle 16">
              <a:extLst>
                <a:ext uri="{FF2B5EF4-FFF2-40B4-BE49-F238E27FC236}">
                  <a16:creationId xmlns:a16="http://schemas.microsoft.com/office/drawing/2014/main" xmlns="" id="{8F0F4211-0E2D-446D-ACD8-EA91EF6C8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6" y="2090"/>
              <a:ext cx="1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29" name="Rectangle 17">
              <a:extLst>
                <a:ext uri="{FF2B5EF4-FFF2-40B4-BE49-F238E27FC236}">
                  <a16:creationId xmlns:a16="http://schemas.microsoft.com/office/drawing/2014/main" xmlns="" id="{215A04B9-A869-4002-ADC0-AAF502B38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3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0" name="Rectangle 18">
              <a:extLst>
                <a:ext uri="{FF2B5EF4-FFF2-40B4-BE49-F238E27FC236}">
                  <a16:creationId xmlns:a16="http://schemas.microsoft.com/office/drawing/2014/main" xmlns="" id="{291FEB7F-BC4C-4110-B825-2ADE601F8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6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1" name="Rectangle 19">
              <a:extLst>
                <a:ext uri="{FF2B5EF4-FFF2-40B4-BE49-F238E27FC236}">
                  <a16:creationId xmlns:a16="http://schemas.microsoft.com/office/drawing/2014/main" xmlns="" id="{EB5ABB18-D8F5-489E-9EFA-A75FD3B2A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1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2" name="Rectangle 20">
              <a:extLst>
                <a:ext uri="{FF2B5EF4-FFF2-40B4-BE49-F238E27FC236}">
                  <a16:creationId xmlns:a16="http://schemas.microsoft.com/office/drawing/2014/main" xmlns="" id="{6D87F104-0E76-4405-951C-ABB93B96C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3" name="Rectangle 21">
              <a:extLst>
                <a:ext uri="{FF2B5EF4-FFF2-40B4-BE49-F238E27FC236}">
                  <a16:creationId xmlns:a16="http://schemas.microsoft.com/office/drawing/2014/main" xmlns="" id="{CFB4CAED-C984-44B6-9E52-C44B8A8EF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4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4" name="Rectangle 22">
              <a:extLst>
                <a:ext uri="{FF2B5EF4-FFF2-40B4-BE49-F238E27FC236}">
                  <a16:creationId xmlns:a16="http://schemas.microsoft.com/office/drawing/2014/main" xmlns="" id="{E450B92A-5901-44EB-BD1F-C29F47A42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0" y="2090"/>
              <a:ext cx="1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5" name="Rectangle 23">
              <a:extLst>
                <a:ext uri="{FF2B5EF4-FFF2-40B4-BE49-F238E27FC236}">
                  <a16:creationId xmlns:a16="http://schemas.microsoft.com/office/drawing/2014/main" xmlns="" id="{639862EB-B5F9-4D61-B623-28AFFE20F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6" name="Rectangle 24">
              <a:extLst>
                <a:ext uri="{FF2B5EF4-FFF2-40B4-BE49-F238E27FC236}">
                  <a16:creationId xmlns:a16="http://schemas.microsoft.com/office/drawing/2014/main" xmlns="" id="{071C213B-221F-4B51-BC88-5A793031C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 dirty="0">
                  <a:solidFill>
                    <a:srgbClr val="000000"/>
                  </a:solidFill>
                </a:rPr>
                <a:t>D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51237" name="Rectangle 25">
              <a:extLst>
                <a:ext uri="{FF2B5EF4-FFF2-40B4-BE49-F238E27FC236}">
                  <a16:creationId xmlns:a16="http://schemas.microsoft.com/office/drawing/2014/main" xmlns="" id="{F6C3E550-0DD5-4CAC-B604-2A9A7D695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 dirty="0">
                  <a:solidFill>
                    <a:srgbClr val="000000"/>
                  </a:solidFill>
                </a:rPr>
                <a:t>C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51238" name="Rectangle 26">
              <a:extLst>
                <a:ext uri="{FF2B5EF4-FFF2-40B4-BE49-F238E27FC236}">
                  <a16:creationId xmlns:a16="http://schemas.microsoft.com/office/drawing/2014/main" xmlns="" id="{9D07AAAB-4A12-4695-A67D-FB1C30DA7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6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39" name="Rectangle 27">
              <a:extLst>
                <a:ext uri="{FF2B5EF4-FFF2-40B4-BE49-F238E27FC236}">
                  <a16:creationId xmlns:a16="http://schemas.microsoft.com/office/drawing/2014/main" xmlns="" id="{41071900-43EE-4129-ABFD-E173F72EB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2090"/>
              <a:ext cx="18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1240" name="Rectangle 28">
              <a:extLst>
                <a:ext uri="{FF2B5EF4-FFF2-40B4-BE49-F238E27FC236}">
                  <a16:creationId xmlns:a16="http://schemas.microsoft.com/office/drawing/2014/main" xmlns="" id="{AA52D8F4-49C3-4607-89A0-A6419E4BB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2090"/>
              <a:ext cx="19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4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51206" name="Line 36">
            <a:extLst>
              <a:ext uri="{FF2B5EF4-FFF2-40B4-BE49-F238E27FC236}">
                <a16:creationId xmlns:a16="http://schemas.microsoft.com/office/drawing/2014/main" xmlns="" id="{7EA5D7C9-8662-41A4-BB74-8E90715AF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5900" y="40640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7" name="Line 37">
            <a:extLst>
              <a:ext uri="{FF2B5EF4-FFF2-40B4-BE49-F238E27FC236}">
                <a16:creationId xmlns:a16="http://schemas.microsoft.com/office/drawing/2014/main" xmlns="" id="{EB86E4B5-96EF-4792-9241-AD7FEEF5C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7200" y="40513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8" name="Line 38">
            <a:extLst>
              <a:ext uri="{FF2B5EF4-FFF2-40B4-BE49-F238E27FC236}">
                <a16:creationId xmlns:a16="http://schemas.microsoft.com/office/drawing/2014/main" xmlns="" id="{2705E2FB-A756-48E1-91D1-324543D28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31200" y="40640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9" name="Line 39">
            <a:extLst>
              <a:ext uri="{FF2B5EF4-FFF2-40B4-BE49-F238E27FC236}">
                <a16:creationId xmlns:a16="http://schemas.microsoft.com/office/drawing/2014/main" xmlns="" id="{2680A2B7-731F-45FA-81F0-FD7218F5D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7300" y="40513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0" name="Line 40">
            <a:extLst>
              <a:ext uri="{FF2B5EF4-FFF2-40B4-BE49-F238E27FC236}">
                <a16:creationId xmlns:a16="http://schemas.microsoft.com/office/drawing/2014/main" xmlns="" id="{CF9EE08A-AACF-452A-8512-C1159285E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3700" y="46355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1" name="Line 41">
            <a:extLst>
              <a:ext uri="{FF2B5EF4-FFF2-40B4-BE49-F238E27FC236}">
                <a16:creationId xmlns:a16="http://schemas.microsoft.com/office/drawing/2014/main" xmlns="" id="{8D983894-042E-49DD-B087-69F6521881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9300" y="46355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2" name="Line 42">
            <a:extLst>
              <a:ext uri="{FF2B5EF4-FFF2-40B4-BE49-F238E27FC236}">
                <a16:creationId xmlns:a16="http://schemas.microsoft.com/office/drawing/2014/main" xmlns="" id="{99B09B4F-65AC-4A45-8008-C8D1452795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6355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3" name="Line 43">
            <a:extLst>
              <a:ext uri="{FF2B5EF4-FFF2-40B4-BE49-F238E27FC236}">
                <a16:creationId xmlns:a16="http://schemas.microsoft.com/office/drawing/2014/main" xmlns="" id="{81F48CF9-0747-46F5-9048-E3A55F870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4900" y="5205413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4" name="Line 44">
            <a:extLst>
              <a:ext uri="{FF2B5EF4-FFF2-40B4-BE49-F238E27FC236}">
                <a16:creationId xmlns:a16="http://schemas.microsoft.com/office/drawing/2014/main" xmlns="" id="{AD7610F5-DB86-4BF4-88FA-51737C9786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8276" y="5218113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5" name="Line 45">
            <a:extLst>
              <a:ext uri="{FF2B5EF4-FFF2-40B4-BE49-F238E27FC236}">
                <a16:creationId xmlns:a16="http://schemas.microsoft.com/office/drawing/2014/main" xmlns="" id="{F5A813B2-1238-4AD8-9F1D-956404EF795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3983" y="5230813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6" name="Line 46">
            <a:extLst>
              <a:ext uri="{FF2B5EF4-FFF2-40B4-BE49-F238E27FC236}">
                <a16:creationId xmlns:a16="http://schemas.microsoft.com/office/drawing/2014/main" xmlns="" id="{0E0BD664-B197-4BA8-8A9C-64898DA5F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81660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7" name="Line 48">
            <a:extLst>
              <a:ext uri="{FF2B5EF4-FFF2-40B4-BE49-F238E27FC236}">
                <a16:creationId xmlns:a16="http://schemas.microsoft.com/office/drawing/2014/main" xmlns="" id="{A9462FAD-F047-4C1D-8019-A7521CB9D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0863" y="5226050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36209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xmlns="" id="{8796C037-69ED-4694-A472-E5C4AF19AB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C4FB29E4-49FD-4320-8153-34DAAAC70AD3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xmlns="" id="{C2D804FD-6874-494E-B9A4-F563C29FB8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Complementing Functions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xmlns="" id="{3FD70346-2A4D-478C-A164-989C6DD61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57389" y="1314451"/>
            <a:ext cx="8485187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cs typeface="Times New Roman" panose="02020603050405020304" pitchFamily="18" charset="0"/>
              </a:rPr>
              <a:t>Use </a:t>
            </a:r>
            <a:r>
              <a:rPr lang="en-US" altLang="en-US" sz="3600" b="1" dirty="0" err="1">
                <a:cs typeface="Times New Roman" panose="02020603050405020304" pitchFamily="18" charset="0"/>
              </a:rPr>
              <a:t>DeMorgan's</a:t>
            </a:r>
            <a:r>
              <a:rPr lang="en-US" altLang="en-US" sz="3600" b="1" dirty="0">
                <a:cs typeface="Times New Roman" panose="02020603050405020304" pitchFamily="18" charset="0"/>
              </a:rPr>
              <a:t> Theorem to complement a function: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3200" b="1" dirty="0">
                <a:cs typeface="Times New Roman" panose="02020603050405020304" pitchFamily="18" charset="0"/>
              </a:rPr>
              <a:t>1.	Interchange AND </a:t>
            </a:r>
            <a:r>
              <a:rPr lang="en-US" altLang="en-US" sz="3200" b="1" dirty="0" err="1">
                <a:cs typeface="Times New Roman" panose="02020603050405020304" pitchFamily="18" charset="0"/>
              </a:rPr>
              <a:t>and</a:t>
            </a:r>
            <a:r>
              <a:rPr lang="en-US" altLang="en-US" sz="3200" b="1" dirty="0">
                <a:cs typeface="Times New Roman" panose="02020603050405020304" pitchFamily="18" charset="0"/>
              </a:rPr>
              <a:t> OR operators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3200" b="1" dirty="0">
                <a:cs typeface="Times New Roman" panose="02020603050405020304" pitchFamily="18" charset="0"/>
              </a:rPr>
              <a:t>2.	Complement each constant value and literal</a:t>
            </a:r>
            <a:r>
              <a:rPr lang="en-US" altLang="en-US" dirty="0">
                <a:cs typeface="Times New Roman" panose="02020603050405020304" pitchFamily="18" charset="0"/>
              </a:rPr>
              <a:t>   </a:t>
            </a:r>
          </a:p>
          <a:p>
            <a:pPr>
              <a:lnSpc>
                <a:spcPct val="90000"/>
              </a:lnSpc>
            </a:pPr>
            <a:endParaRPr lang="en-US" altLang="en-US" sz="3600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600" b="1" dirty="0">
                <a:cs typeface="Times New Roman" panose="02020603050405020304" pitchFamily="18" charset="0"/>
              </a:rPr>
              <a:t>   </a:t>
            </a:r>
            <a:r>
              <a:rPr lang="en-US" altLang="en-US" sz="4000" b="1" dirty="0">
                <a:cs typeface="Times New Roman" panose="02020603050405020304" pitchFamily="18" charset="0"/>
              </a:rPr>
              <a:t>F = (x + y + z)(x + y + z)</a:t>
            </a:r>
          </a:p>
        </p:txBody>
      </p:sp>
      <p:sp>
        <p:nvSpPr>
          <p:cNvPr id="52229" name="Line 19">
            <a:extLst>
              <a:ext uri="{FF2B5EF4-FFF2-40B4-BE49-F238E27FC236}">
                <a16:creationId xmlns:a16="http://schemas.microsoft.com/office/drawing/2014/main" xmlns="" id="{BE243024-3A0D-44C9-A895-95F5C5344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3" y="4681538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0" name="Line 18">
            <a:extLst>
              <a:ext uri="{FF2B5EF4-FFF2-40B4-BE49-F238E27FC236}">
                <a16:creationId xmlns:a16="http://schemas.microsoft.com/office/drawing/2014/main" xmlns="" id="{6377765F-CA6E-497D-BA3F-58202880C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6250" y="467995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2231" name="Group 32">
            <a:extLst>
              <a:ext uri="{FF2B5EF4-FFF2-40B4-BE49-F238E27FC236}">
                <a16:creationId xmlns:a16="http://schemas.microsoft.com/office/drawing/2014/main" xmlns="" id="{764F2825-22E9-4A0F-B883-7145C5EA4372}"/>
              </a:ext>
            </a:extLst>
          </p:cNvPr>
          <p:cNvGrpSpPr>
            <a:grpSpLocks/>
          </p:cNvGrpSpPr>
          <p:nvPr/>
        </p:nvGrpSpPr>
        <p:grpSpPr bwMode="auto">
          <a:xfrm>
            <a:off x="3875088" y="3726476"/>
            <a:ext cx="2220912" cy="728663"/>
            <a:chOff x="4027" y="1742"/>
            <a:chExt cx="1399" cy="459"/>
          </a:xfrm>
        </p:grpSpPr>
        <p:sp>
          <p:nvSpPr>
            <p:cNvPr id="52236" name="Rectangle 11">
              <a:extLst>
                <a:ext uri="{FF2B5EF4-FFF2-40B4-BE49-F238E27FC236}">
                  <a16:creationId xmlns:a16="http://schemas.microsoft.com/office/drawing/2014/main" xmlns="" id="{CED0FF57-5253-4F53-A301-0D058D329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4" y="1774"/>
              <a:ext cx="178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2237" name="Rectangle 15">
              <a:extLst>
                <a:ext uri="{FF2B5EF4-FFF2-40B4-BE49-F238E27FC236}">
                  <a16:creationId xmlns:a16="http://schemas.microsoft.com/office/drawing/2014/main" xmlns="" id="{9FE96F01-33EF-44D9-B996-9F5071BB6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" y="1742"/>
              <a:ext cx="195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2238" name="Rectangle 9">
              <a:extLst>
                <a:ext uri="{FF2B5EF4-FFF2-40B4-BE49-F238E27FC236}">
                  <a16:creationId xmlns:a16="http://schemas.microsoft.com/office/drawing/2014/main" xmlns="" id="{681A3BA0-9697-4F20-B08E-3FE26DB30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" y="1773"/>
              <a:ext cx="158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 dirty="0">
                  <a:solidFill>
                    <a:srgbClr val="000000"/>
                  </a:solidFill>
                </a:rPr>
                <a:t>z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52239" name="Rectangle 10">
              <a:extLst>
                <a:ext uri="{FF2B5EF4-FFF2-40B4-BE49-F238E27FC236}">
                  <a16:creationId xmlns:a16="http://schemas.microsoft.com/office/drawing/2014/main" xmlns="" id="{231B80CE-003F-4467-A15C-8515B04BD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" y="1773"/>
              <a:ext cx="178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2240" name="Rectangle 12">
              <a:extLst>
                <a:ext uri="{FF2B5EF4-FFF2-40B4-BE49-F238E27FC236}">
                  <a16:creationId xmlns:a16="http://schemas.microsoft.com/office/drawing/2014/main" xmlns="" id="{ACB682C6-FCB8-42C8-BEAB-FC43C4F63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773"/>
              <a:ext cx="158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2241" name="Rectangle 13">
              <a:extLst>
                <a:ext uri="{FF2B5EF4-FFF2-40B4-BE49-F238E27FC236}">
                  <a16:creationId xmlns:a16="http://schemas.microsoft.com/office/drawing/2014/main" xmlns="" id="{D6D207A8-3FC1-4A0D-A741-DC61314F4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1773"/>
              <a:ext cx="178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2242" name="Rectangle 14">
              <a:extLst>
                <a:ext uri="{FF2B5EF4-FFF2-40B4-BE49-F238E27FC236}">
                  <a16:creationId xmlns:a16="http://schemas.microsoft.com/office/drawing/2014/main" xmlns="" id="{8C716A91-CD87-4D44-A580-CA01B1331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1773"/>
              <a:ext cx="178" cy="4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4400" b="1" dirty="0">
                  <a:solidFill>
                    <a:srgbClr val="000000"/>
                  </a:solidFill>
                </a:rPr>
                <a:t>x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52243" name="Line 20">
              <a:extLst>
                <a:ext uri="{FF2B5EF4-FFF2-40B4-BE49-F238E27FC236}">
                  <a16:creationId xmlns:a16="http://schemas.microsoft.com/office/drawing/2014/main" xmlns="" id="{9BA1692B-050B-4E89-9FB5-F26E395BE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7" y="1902"/>
              <a:ext cx="1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4" name="Line 25">
              <a:extLst>
                <a:ext uri="{FF2B5EF4-FFF2-40B4-BE49-F238E27FC236}">
                  <a16:creationId xmlns:a16="http://schemas.microsoft.com/office/drawing/2014/main" xmlns="" id="{71A80697-58F9-46A5-977B-F118C1FA6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9" y="1907"/>
              <a:ext cx="1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5" name="Line 26">
              <a:extLst>
                <a:ext uri="{FF2B5EF4-FFF2-40B4-BE49-F238E27FC236}">
                  <a16:creationId xmlns:a16="http://schemas.microsoft.com/office/drawing/2014/main" xmlns="" id="{09B65EE7-8884-4096-BBC2-A4C0CC329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8" y="1902"/>
              <a:ext cx="1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6" name="Line 27">
              <a:extLst>
                <a:ext uri="{FF2B5EF4-FFF2-40B4-BE49-F238E27FC236}">
                  <a16:creationId xmlns:a16="http://schemas.microsoft.com/office/drawing/2014/main" xmlns="" id="{3C315D96-A89A-4426-8705-9A8E48C7E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902"/>
              <a:ext cx="1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2232" name="Line 29">
            <a:extLst>
              <a:ext uri="{FF2B5EF4-FFF2-40B4-BE49-F238E27FC236}">
                <a16:creationId xmlns:a16="http://schemas.microsoft.com/office/drawing/2014/main" xmlns="" id="{A2F4F819-9977-4C08-AD0F-542D86EA5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7451" y="4579938"/>
            <a:ext cx="231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advTm="1248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>
            <a:extLst>
              <a:ext uri="{FF2B5EF4-FFF2-40B4-BE49-F238E27FC236}">
                <a16:creationId xmlns:a16="http://schemas.microsoft.com/office/drawing/2014/main" xmlns="" id="{CFEC137F-8975-470B-B7E9-8338AF5E9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7E1ACC1D-6731-4F21-8717-6D66534660B6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xmlns="" id="{43F27413-5EB5-412C-A2A8-9CF085149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Overview – Canonical Forms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xmlns="" id="{104FFE56-E082-42C5-B765-65F7FB97A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311276"/>
            <a:ext cx="8610600" cy="5027613"/>
          </a:xfrm>
        </p:spPr>
        <p:txBody>
          <a:bodyPr/>
          <a:lstStyle/>
          <a:p>
            <a:r>
              <a:rPr lang="en-US" altLang="en-US" b="1" dirty="0"/>
              <a:t>What are Canonical Forms?</a:t>
            </a:r>
          </a:p>
          <a:p>
            <a:r>
              <a:rPr lang="en-US" altLang="en-US" b="1" dirty="0" err="1"/>
              <a:t>Minterms</a:t>
            </a:r>
            <a:r>
              <a:rPr lang="en-US" altLang="en-US" b="1" dirty="0"/>
              <a:t> and Maxterms</a:t>
            </a:r>
          </a:p>
          <a:p>
            <a:r>
              <a:rPr lang="en-US" altLang="en-US" b="1" dirty="0"/>
              <a:t>Index Representation of </a:t>
            </a:r>
            <a:r>
              <a:rPr lang="en-US" altLang="en-US" b="1" dirty="0" err="1"/>
              <a:t>Minterms</a:t>
            </a:r>
            <a:r>
              <a:rPr lang="en-US" altLang="en-US" b="1" dirty="0"/>
              <a:t> and Maxterms </a:t>
            </a:r>
          </a:p>
          <a:p>
            <a:r>
              <a:rPr lang="en-US" altLang="en-US" b="1" dirty="0"/>
              <a:t>Sum-of-</a:t>
            </a:r>
            <a:r>
              <a:rPr lang="en-US" altLang="en-US" b="1" dirty="0" err="1"/>
              <a:t>Minterm</a:t>
            </a:r>
            <a:r>
              <a:rPr lang="en-US" altLang="en-US" b="1" dirty="0"/>
              <a:t> (SOM) Representations</a:t>
            </a:r>
          </a:p>
          <a:p>
            <a:r>
              <a:rPr lang="en-US" altLang="en-US" b="1" dirty="0"/>
              <a:t>Product-of-Maxterm (POM) Representations</a:t>
            </a:r>
          </a:p>
          <a:p>
            <a:r>
              <a:rPr lang="en-US" altLang="en-US" b="1" dirty="0"/>
              <a:t>Representation of Complements of Functions</a:t>
            </a:r>
          </a:p>
          <a:p>
            <a:r>
              <a:rPr lang="en-US" altLang="en-US" b="1" dirty="0"/>
              <a:t>Conversions between Representations</a:t>
            </a:r>
          </a:p>
          <a:p>
            <a:endParaRPr lang="en-US" altLang="en-US" dirty="0"/>
          </a:p>
        </p:txBody>
      </p:sp>
    </p:spTree>
    <p:custDataLst>
      <p:tags r:id="rId1"/>
    </p:custDataLst>
  </p:cSld>
  <p:clrMapOvr>
    <a:masterClrMapping/>
  </p:clrMapOvr>
  <p:transition advTm="1057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3">
            <a:extLst>
              <a:ext uri="{FF2B5EF4-FFF2-40B4-BE49-F238E27FC236}">
                <a16:creationId xmlns:a16="http://schemas.microsoft.com/office/drawing/2014/main" xmlns="" id="{F6CB15D8-2F9C-4327-AB0B-F9911AB7F5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0EB30A49-2B01-4E59-BEFD-B5C515DD2858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xmlns="" id="{906FF2A8-31B8-4167-A3AC-3F62F5275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228600"/>
            <a:ext cx="7772400" cy="838200"/>
          </a:xfrm>
        </p:spPr>
        <p:txBody>
          <a:bodyPr/>
          <a:lstStyle/>
          <a:p>
            <a:r>
              <a:rPr lang="en-US" altLang="en-US" b="1" dirty="0"/>
              <a:t>Canonical Forms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xmlns="" id="{0EDA14DD-1489-4C0F-8A74-F8D1AAB5B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466850"/>
            <a:ext cx="7772400" cy="4724400"/>
          </a:xfrm>
        </p:spPr>
        <p:txBody>
          <a:bodyPr/>
          <a:lstStyle/>
          <a:p>
            <a:r>
              <a:rPr lang="en-US" altLang="en-US" b="1" dirty="0"/>
              <a:t>Canonical Forms in common usage:</a:t>
            </a:r>
          </a:p>
          <a:p>
            <a:pPr lvl="1"/>
            <a:r>
              <a:rPr lang="en-US" altLang="en-US" b="1" dirty="0"/>
              <a:t>Sum of </a:t>
            </a:r>
            <a:r>
              <a:rPr lang="en-US" altLang="en-US" b="1" dirty="0" err="1"/>
              <a:t>Minterms</a:t>
            </a:r>
            <a:r>
              <a:rPr lang="en-US" altLang="en-US" b="1" dirty="0"/>
              <a:t> (SOM)</a:t>
            </a:r>
          </a:p>
          <a:p>
            <a:pPr lvl="1"/>
            <a:r>
              <a:rPr lang="en-US" altLang="en-US" b="1" dirty="0"/>
              <a:t>Product of Maxterms (POM)</a:t>
            </a:r>
          </a:p>
        </p:txBody>
      </p:sp>
    </p:spTree>
    <p:custDataLst>
      <p:tags r:id="rId1"/>
    </p:custDataLst>
  </p:cSld>
  <p:clrMapOvr>
    <a:masterClrMapping/>
  </p:clrMapOvr>
  <p:transition advTm="750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xmlns="" id="{1591AFB1-E137-43A6-B3F7-3B905EF4E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992661EB-5AE8-4858-B49D-4965591B6B19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xmlns="" id="{141C86F5-E07A-4F7B-968E-C84BA35F5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Minterms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xmlns="" id="{2BFDD716-B538-4ADD-8BFD-091193B91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1" y="1295401"/>
            <a:ext cx="8062913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 u="sng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are AND terms with every variable present in either true or complemented form.  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Given that each binary variable may appear normal (e.g., x) or complemented (e.g., X’), there are 2</a:t>
            </a:r>
            <a:r>
              <a:rPr lang="en-US" altLang="en-US" sz="2800" b="1" i="1" baseline="30000" dirty="0"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for </a:t>
            </a:r>
            <a:r>
              <a:rPr lang="en-US" altLang="en-US" sz="2800" b="1" i="1" dirty="0"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cs typeface="Times New Roman" panose="02020603050405020304" pitchFamily="18" charset="0"/>
              </a:rPr>
              <a:t> variables.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 u="sng" dirty="0">
                <a:cs typeface="Times New Roman" panose="02020603050405020304" pitchFamily="18" charset="0"/>
              </a:rPr>
              <a:t>Example:</a:t>
            </a:r>
            <a:r>
              <a:rPr lang="en-US" altLang="en-US" sz="2800" b="1" dirty="0">
                <a:cs typeface="Times New Roman" panose="02020603050405020304" pitchFamily="18" charset="0"/>
              </a:rPr>
              <a:t> Two variables (X and Y)produce</a:t>
            </a:r>
            <a:br>
              <a:rPr lang="en-US" altLang="en-US" sz="2800" b="1" dirty="0">
                <a:cs typeface="Times New Roman" panose="02020603050405020304" pitchFamily="18" charset="0"/>
              </a:rPr>
            </a:br>
            <a:r>
              <a:rPr lang="en-US" altLang="en-US" sz="2800" b="1" dirty="0">
                <a:cs typeface="Times New Roman" panose="02020603050405020304" pitchFamily="18" charset="0"/>
              </a:rPr>
              <a:t>2 x 2 = 4 combinations: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XY</a:t>
            </a:r>
            <a:r>
              <a:rPr lang="en-US" altLang="en-US" sz="2400" b="1" dirty="0">
                <a:cs typeface="Times New Roman" panose="02020603050405020304" pitchFamily="18" charset="0"/>
              </a:rPr>
              <a:t>     (both normal)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XY’   (X normal, Y complemented)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XÝ    (X complemented, Y normal)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X’’Ý’   (both complemented)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Thus there are </a:t>
            </a:r>
            <a:r>
              <a:rPr lang="en-US" altLang="en-US" sz="2800" b="1" u="sng" dirty="0">
                <a:cs typeface="Times New Roman" panose="02020603050405020304" pitchFamily="18" charset="0"/>
              </a:rPr>
              <a:t>four </a:t>
            </a:r>
            <a:r>
              <a:rPr lang="en-US" altLang="en-US" sz="2800" b="1" u="sng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of two variables.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sz="2800" dirty="0"/>
          </a:p>
        </p:txBody>
      </p:sp>
    </p:spTree>
    <p:custDataLst>
      <p:tags r:id="rId1"/>
    </p:custDataLst>
  </p:cSld>
  <p:clrMapOvr>
    <a:masterClrMapping/>
  </p:clrMapOvr>
  <p:transition advTm="30125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7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3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>
            <a:extLst>
              <a:ext uri="{FF2B5EF4-FFF2-40B4-BE49-F238E27FC236}">
                <a16:creationId xmlns:a16="http://schemas.microsoft.com/office/drawing/2014/main" xmlns="" id="{0DECFAEC-05E8-47F4-9C8E-A478B51A7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62558E94-B52E-49D1-A163-4AD6DCA01E6B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xmlns="" id="{9BD9F955-2025-4709-8BDB-6246476DE8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Maxterms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xmlns="" id="{D090611B-797E-41F3-BDED-B648B745B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 u="sng" dirty="0">
                <a:cs typeface="Times New Roman" panose="02020603050405020304" pitchFamily="18" charset="0"/>
              </a:rPr>
              <a:t>Maxterms</a:t>
            </a:r>
            <a:r>
              <a:rPr lang="en-US" altLang="en-US" sz="2800" b="1" dirty="0">
                <a:cs typeface="Times New Roman" panose="02020603050405020304" pitchFamily="18" charset="0"/>
              </a:rPr>
              <a:t> are OR terms with every variable in true or complemented form.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Given that each binary variable may appear normal (e.g., x) or complemented (e.g., x), there are 2</a:t>
            </a:r>
            <a:r>
              <a:rPr lang="en-US" altLang="en-US" sz="2800" b="1" i="1" baseline="30000" dirty="0"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cs typeface="Times New Roman" panose="02020603050405020304" pitchFamily="18" charset="0"/>
              </a:rPr>
              <a:t> maxterms for </a:t>
            </a:r>
            <a:r>
              <a:rPr lang="en-US" altLang="en-US" sz="2800" b="1" i="1" dirty="0"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cs typeface="Times New Roman" panose="02020603050405020304" pitchFamily="18" charset="0"/>
              </a:rPr>
              <a:t> variables.</a:t>
            </a:r>
            <a:r>
              <a:rPr lang="en-US" altLang="en-US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800" b="1" u="sng" dirty="0">
                <a:cs typeface="Times New Roman" panose="02020603050405020304" pitchFamily="18" charset="0"/>
              </a:rPr>
              <a:t>Example:</a:t>
            </a:r>
            <a:r>
              <a:rPr lang="en-US" altLang="en-US" sz="2800" b="1" dirty="0">
                <a:cs typeface="Times New Roman" panose="02020603050405020304" pitchFamily="18" charset="0"/>
              </a:rPr>
              <a:t> Two variables (X and Y) produce</a:t>
            </a:r>
            <a:br>
              <a:rPr lang="en-US" altLang="en-US" sz="2800" b="1" dirty="0">
                <a:cs typeface="Times New Roman" panose="02020603050405020304" pitchFamily="18" charset="0"/>
              </a:rPr>
            </a:br>
            <a:r>
              <a:rPr lang="en-US" altLang="en-US" sz="2800" b="1" dirty="0">
                <a:cs typeface="Times New Roman" panose="02020603050405020304" pitchFamily="18" charset="0"/>
              </a:rPr>
              <a:t>2 x 2 = 4 combinations:</a:t>
            </a:r>
          </a:p>
          <a:p>
            <a:pPr>
              <a:lnSpc>
                <a:spcPct val="90000"/>
              </a:lnSpc>
            </a:pPr>
            <a:r>
              <a:rPr lang="en-US" altLang="en-US" sz="2800" b="1" dirty="0">
                <a:cs typeface="Times New Roman" panose="02020603050405020304" pitchFamily="18" charset="0"/>
              </a:rPr>
              <a:t>X + Y</a:t>
            </a:r>
            <a:r>
              <a:rPr lang="en-US" altLang="en-US" b="1" dirty="0">
                <a:cs typeface="Times New Roman" panose="02020603050405020304" pitchFamily="18" charset="0"/>
              </a:rPr>
              <a:t>      (both normal)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cs typeface="Times New Roman" panose="02020603050405020304" pitchFamily="18" charset="0"/>
              </a:rPr>
              <a:t>X + Y’    (x normal, y complemented)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X’ + Y</a:t>
            </a:r>
            <a:r>
              <a:rPr lang="en-US" altLang="en-US" b="1" dirty="0">
                <a:cs typeface="Times New Roman" panose="02020603050405020304" pitchFamily="18" charset="0"/>
              </a:rPr>
              <a:t>    (x complemented, y normal)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cs typeface="Times New Roman" panose="02020603050405020304" pitchFamily="18" charset="0"/>
                <a:sym typeface="Symbol" panose="05050102010706020507" pitchFamily="18" charset="2"/>
              </a:rPr>
              <a:t>X’ + Y’  </a:t>
            </a:r>
            <a:r>
              <a:rPr lang="en-US" altLang="en-US" b="1" dirty="0">
                <a:cs typeface="Times New Roman" panose="02020603050405020304" pitchFamily="18" charset="0"/>
              </a:rPr>
              <a:t>    (both complemented)</a:t>
            </a:r>
            <a:endParaRPr lang="en-US" altLang="en-US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58374" name="Line 11">
            <a:extLst>
              <a:ext uri="{FF2B5EF4-FFF2-40B4-BE49-F238E27FC236}">
                <a16:creationId xmlns:a16="http://schemas.microsoft.com/office/drawing/2014/main" xmlns="" id="{96F12502-50EC-4BEE-BD89-C3F509533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9800" y="2692400"/>
            <a:ext cx="203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advTm="1677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>
            <a:extLst>
              <a:ext uri="{FF2B5EF4-FFF2-40B4-BE49-F238E27FC236}">
                <a16:creationId xmlns:a16="http://schemas.microsoft.com/office/drawing/2014/main" xmlns="" id="{0E38B95A-5677-4300-912A-2D77609F8E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5EFDD5E7-57FC-453C-A318-43E853974B0A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xmlns="" id="{366C03C1-4AC2-4D9F-830C-9F62E4049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387476"/>
            <a:ext cx="7772400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cs typeface="Times New Roman" panose="02020603050405020304" pitchFamily="18" charset="0"/>
              </a:rPr>
              <a:t>Examples: Two variable </a:t>
            </a:r>
            <a:r>
              <a:rPr lang="en-US" altLang="en-US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b="1" dirty="0">
                <a:cs typeface="Times New Roman" panose="02020603050405020304" pitchFamily="18" charset="0"/>
              </a:rPr>
              <a:t> and maxterms.</a:t>
            </a:r>
          </a:p>
          <a:p>
            <a:pPr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altLang="en-US" b="1" dirty="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 b="1" dirty="0"/>
              <a:t>The index above is important for describing which variables in the terms are true and which are complemented.</a:t>
            </a: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xmlns="" id="{CDF639E9-BE04-4F48-BCC9-911FB31DFD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5675" y="1"/>
            <a:ext cx="7772400" cy="1020763"/>
          </a:xfrm>
        </p:spPr>
        <p:txBody>
          <a:bodyPr/>
          <a:lstStyle/>
          <a:p>
            <a:r>
              <a:rPr lang="en-US" altLang="en-US" b="1"/>
              <a:t>Maxterms and Minterms</a:t>
            </a:r>
          </a:p>
        </p:txBody>
      </p:sp>
      <p:graphicFrame>
        <p:nvGraphicFramePr>
          <p:cNvPr id="266851" name="Group 611">
            <a:extLst>
              <a:ext uri="{FF2B5EF4-FFF2-40B4-BE49-F238E27FC236}">
                <a16:creationId xmlns:a16="http://schemas.microsoft.com/office/drawing/2014/main" xmlns="" id="{D8C6F112-EEF5-4DC5-BF47-E601258BD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529143"/>
              </p:ext>
            </p:extLst>
          </p:nvPr>
        </p:nvGraphicFramePr>
        <p:xfrm>
          <a:off x="3289301" y="2336800"/>
          <a:ext cx="5573713" cy="2774952"/>
        </p:xfrm>
        <a:graphic>
          <a:graphicData uri="http://schemas.openxmlformats.org/drawingml/2006/table">
            <a:tbl>
              <a:tblPr/>
              <a:tblGrid>
                <a:gridCol w="1866900">
                  <a:extLst>
                    <a:ext uri="{9D8B030D-6E8A-4147-A177-3AD203B41FA5}">
                      <a16:colId xmlns:a16="http://schemas.microsoft.com/office/drawing/2014/main" xmlns="" val="367967301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xmlns="" val="2861838948"/>
                    </a:ext>
                  </a:extLst>
                </a:gridCol>
                <a:gridCol w="1852613">
                  <a:extLst>
                    <a:ext uri="{9D8B030D-6E8A-4147-A177-3AD203B41FA5}">
                      <a16:colId xmlns:a16="http://schemas.microsoft.com/office/drawing/2014/main" xmlns="" val="1675440380"/>
                    </a:ext>
                  </a:extLst>
                </a:gridCol>
              </a:tblGrid>
              <a:tr h="5445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Minterm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Maxterm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187615912"/>
                  </a:ext>
                </a:extLst>
              </a:tr>
              <a:tr h="557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+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562861000"/>
                  </a:ext>
                </a:extLst>
              </a:tr>
              <a:tr h="558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+ y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734735832"/>
                  </a:ext>
                </a:extLst>
              </a:tr>
              <a:tr h="557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+ y</a:t>
                      </a: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73895312"/>
                  </a:ext>
                </a:extLst>
              </a:tr>
              <a:tr h="55721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99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 + y</a:t>
                      </a: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61398585"/>
                  </a:ext>
                </a:extLst>
              </a:tr>
            </a:tbl>
          </a:graphicData>
        </a:graphic>
      </p:graphicFrame>
      <p:grpSp>
        <p:nvGrpSpPr>
          <p:cNvPr id="59423" name="Group 620">
            <a:extLst>
              <a:ext uri="{FF2B5EF4-FFF2-40B4-BE49-F238E27FC236}">
                <a16:creationId xmlns:a16="http://schemas.microsoft.com/office/drawing/2014/main" xmlns="" id="{BB21166F-E5C4-4147-A2BB-D68881A355E6}"/>
              </a:ext>
            </a:extLst>
          </p:cNvPr>
          <p:cNvGrpSpPr>
            <a:grpSpLocks/>
          </p:cNvGrpSpPr>
          <p:nvPr/>
        </p:nvGrpSpPr>
        <p:grpSpPr bwMode="auto">
          <a:xfrm>
            <a:off x="5856288" y="3013076"/>
            <a:ext cx="2495550" cy="1674813"/>
            <a:chOff x="2729" y="1898"/>
            <a:chExt cx="1572" cy="1055"/>
          </a:xfrm>
        </p:grpSpPr>
        <p:sp>
          <p:nvSpPr>
            <p:cNvPr id="59424" name="Line 612">
              <a:extLst>
                <a:ext uri="{FF2B5EF4-FFF2-40B4-BE49-F238E27FC236}">
                  <a16:creationId xmlns:a16="http://schemas.microsoft.com/office/drawing/2014/main" xmlns="" id="{166FB945-5D30-49B1-B6DD-648D77674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9" y="1902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5" name="Line 613">
              <a:extLst>
                <a:ext uri="{FF2B5EF4-FFF2-40B4-BE49-F238E27FC236}">
                  <a16:creationId xmlns:a16="http://schemas.microsoft.com/office/drawing/2014/main" xmlns="" id="{863B7615-7F87-4773-BBE2-A70681B8E4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8" y="1898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6" name="Line 614">
              <a:extLst>
                <a:ext uri="{FF2B5EF4-FFF2-40B4-BE49-F238E27FC236}">
                  <a16:creationId xmlns:a16="http://schemas.microsoft.com/office/drawing/2014/main" xmlns="" id="{A8A6F2CD-625E-4E55-BAD7-799A8C469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3" y="2254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7" name="Line 615">
              <a:extLst>
                <a:ext uri="{FF2B5EF4-FFF2-40B4-BE49-F238E27FC236}">
                  <a16:creationId xmlns:a16="http://schemas.microsoft.com/office/drawing/2014/main" xmlns="" id="{1367A477-EBBB-4D8F-A6C6-19E83F8BA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3" y="2616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8" name="Line 616">
              <a:extLst>
                <a:ext uri="{FF2B5EF4-FFF2-40B4-BE49-F238E27FC236}">
                  <a16:creationId xmlns:a16="http://schemas.microsoft.com/office/drawing/2014/main" xmlns="" id="{A7619930-8AD0-4847-A4D8-C57386145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5" y="2949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9" name="Line 617">
              <a:extLst>
                <a:ext uri="{FF2B5EF4-FFF2-40B4-BE49-F238E27FC236}">
                  <a16:creationId xmlns:a16="http://schemas.microsoft.com/office/drawing/2014/main" xmlns="" id="{1C7FE8B2-9EC1-4A0A-9CF7-64466FA6B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7" y="2953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30" name="Line 618">
              <a:extLst>
                <a:ext uri="{FF2B5EF4-FFF2-40B4-BE49-F238E27FC236}">
                  <a16:creationId xmlns:a16="http://schemas.microsoft.com/office/drawing/2014/main" xmlns="" id="{66E785AC-D835-400D-BFC3-81EB9E407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4" y="2612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31" name="Line 619">
              <a:extLst>
                <a:ext uri="{FF2B5EF4-FFF2-40B4-BE49-F238E27FC236}">
                  <a16:creationId xmlns:a16="http://schemas.microsoft.com/office/drawing/2014/main" xmlns="" id="{DAB4A8BD-1058-4210-AE1A-DAE6937FB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2260"/>
              <a:ext cx="1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advTm="18586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3">
            <a:extLst>
              <a:ext uri="{FF2B5EF4-FFF2-40B4-BE49-F238E27FC236}">
                <a16:creationId xmlns:a16="http://schemas.microsoft.com/office/drawing/2014/main" xmlns="" id="{ABD5EDD5-0455-4213-A3E2-B88D2A1494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80A266E5-269A-4F9D-A396-3F1E2B5642FD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xmlns="" id="{82B03E16-8101-44FC-BC93-B808900025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Standard Order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xmlns="" id="{53306F87-5F1F-4081-BC96-2FF5AEC703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43113" y="1158876"/>
            <a:ext cx="8412162" cy="50276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400" b="1" dirty="0">
                <a:cs typeface="Times New Roman" panose="02020603050405020304" pitchFamily="18" charset="0"/>
              </a:rPr>
              <a:t> and maxterms are designated with a subscript</a:t>
            </a:r>
            <a:r>
              <a:rPr lang="en-US" altLang="en-US" sz="2400" b="1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The subscript is a number, corresponding to a binary pattern</a:t>
            </a:r>
            <a:r>
              <a:rPr lang="en-US" altLang="en-US" sz="2400" b="1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All variables will be present in a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sz="2400" b="1" dirty="0">
                <a:cs typeface="Times New Roman" panose="02020603050405020304" pitchFamily="18" charset="0"/>
              </a:rPr>
              <a:t> or maxterm and will be listed in the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same order</a:t>
            </a:r>
            <a:r>
              <a:rPr lang="en-US" altLang="en-US" sz="2400" b="1" dirty="0">
                <a:cs typeface="Times New Roman" panose="02020603050405020304" pitchFamily="18" charset="0"/>
              </a:rPr>
              <a:t> (usually alphabetically) 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Example: For variables a, b, c: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Maxterms:  (a + b + c),   (a + b + c)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Terms:   (b + a + c), a c b, and (c + b + a) are NOT in standard order.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400" b="1" dirty="0">
                <a:cs typeface="Times New Roman" panose="02020603050405020304" pitchFamily="18" charset="0"/>
              </a:rPr>
              <a:t>:    a b c,   a  b  c, a</a:t>
            </a:r>
            <a:r>
              <a:rPr lang="en-US" altLang="en-US" sz="2400" b="1" dirty="0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</a:rPr>
              <a:t>b  c</a:t>
            </a:r>
          </a:p>
          <a:p>
            <a:pPr lvl="1"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Terms:    (a + c), b c, and (a + b) do not contain all variables</a:t>
            </a:r>
          </a:p>
        </p:txBody>
      </p:sp>
    </p:spTree>
    <p:custDataLst>
      <p:tags r:id="rId1"/>
    </p:custDataLst>
  </p:cSld>
  <p:clrMapOvr>
    <a:masterClrMapping/>
  </p:clrMapOvr>
  <p:transition advTm="1345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4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04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4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4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xmlns="" id="{613B3DD5-671D-4C24-877D-B6EC75462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5DE0395B-EB10-492B-AA96-273D71E11388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xmlns="" id="{E1233100-1FAA-43C2-9B35-FC304D01F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Purpose of the Index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xmlns="" id="{D6C97A8B-C7AF-4B9C-B1DC-2DA0FB680D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b="1" dirty="0"/>
              <a:t>The </a:t>
            </a:r>
            <a:r>
              <a:rPr lang="en-US" altLang="en-US" sz="2800" b="1" u="sng" dirty="0"/>
              <a:t>index</a:t>
            </a:r>
            <a:r>
              <a:rPr lang="en-US" altLang="en-US" sz="2800" b="1" dirty="0"/>
              <a:t> for the </a:t>
            </a:r>
            <a:r>
              <a:rPr lang="en-US" altLang="en-US" sz="2800" b="1" dirty="0" err="1"/>
              <a:t>minterm</a:t>
            </a:r>
            <a:r>
              <a:rPr lang="en-US" altLang="en-US" sz="2800" b="1" dirty="0"/>
              <a:t> or maxterm, expressed as a binary number, is used to determine whether the variable is shown in the true form or complemented form.</a:t>
            </a: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For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:</a:t>
            </a:r>
            <a:endParaRPr lang="en-US" altLang="en-US" sz="2800" b="1" dirty="0"/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“1” means the variable is “Not Complemented” and </a:t>
            </a: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“0” means  the variable is “Complemented”.</a:t>
            </a: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For Maxterms:</a:t>
            </a: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“0” means  the variable is “Not Complemented” and </a:t>
            </a: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“1” means the variable is “Complemented”. </a:t>
            </a:r>
          </a:p>
        </p:txBody>
      </p:sp>
    </p:spTree>
    <p:custDataLst>
      <p:tags r:id="rId1"/>
    </p:custDataLst>
  </p:cSld>
  <p:clrMapOvr>
    <a:masterClrMapping/>
  </p:clrMapOvr>
  <p:transition advTm="4057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3">
            <a:extLst>
              <a:ext uri="{FF2B5EF4-FFF2-40B4-BE49-F238E27FC236}">
                <a16:creationId xmlns:a16="http://schemas.microsoft.com/office/drawing/2014/main" xmlns="" id="{5FCE7AC6-E5D3-4724-A6D9-11C138482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C88FE88E-AA97-4214-947C-3281E2571787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xmlns="" id="{0C0989D1-B786-496C-BEF5-BE6CFDF77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5325" y="1"/>
            <a:ext cx="8351838" cy="1020763"/>
          </a:xfrm>
        </p:spPr>
        <p:txBody>
          <a:bodyPr/>
          <a:lstStyle/>
          <a:p>
            <a:r>
              <a:rPr lang="en-US" altLang="en-US" sz="4000" b="1"/>
              <a:t>Index Example in Three Variables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xmlns="" id="{84387A21-B3C7-45C6-A208-8B6BEAE06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314451"/>
            <a:ext cx="7961312" cy="5230813"/>
          </a:xfrm>
        </p:spPr>
        <p:txBody>
          <a:bodyPr/>
          <a:lstStyle/>
          <a:p>
            <a:pPr marL="288925" indent="-288925"/>
            <a:r>
              <a:rPr lang="en-US" altLang="en-US" sz="2800" b="1" dirty="0">
                <a:cs typeface="Times New Roman" panose="02020603050405020304" pitchFamily="18" charset="0"/>
              </a:rPr>
              <a:t>Example: (for three variables)</a:t>
            </a:r>
          </a:p>
          <a:p>
            <a:pPr marL="288925" indent="-288925"/>
            <a:r>
              <a:rPr lang="en-US" altLang="en-US" sz="2800" b="1" dirty="0">
                <a:cs typeface="Times New Roman" panose="02020603050405020304" pitchFamily="18" charset="0"/>
              </a:rPr>
              <a:t>Assume the variables are called X, Y, and Z.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288925" indent="-288925"/>
            <a:r>
              <a:rPr lang="en-US" altLang="en-US" sz="2800" b="1" dirty="0">
                <a:cs typeface="Times New Roman" panose="02020603050405020304" pitchFamily="18" charset="0"/>
              </a:rPr>
              <a:t>The standard order is X, then Y, then Z.</a:t>
            </a:r>
          </a:p>
          <a:p>
            <a:pPr marL="288925" indent="-288925"/>
            <a:r>
              <a:rPr lang="en-US" altLang="en-US" sz="2800" b="1" dirty="0">
                <a:cs typeface="Times New Roman" panose="02020603050405020304" pitchFamily="18" charset="0"/>
              </a:rPr>
              <a:t>The </a:t>
            </a:r>
            <a:r>
              <a:rPr lang="en-US" altLang="en-US" sz="2800" b="1" u="sng" dirty="0">
                <a:cs typeface="Times New Roman" panose="02020603050405020304" pitchFamily="18" charset="0"/>
              </a:rPr>
              <a:t>Index 0</a:t>
            </a:r>
            <a:r>
              <a:rPr lang="en-US" altLang="en-US" sz="2800" b="1" dirty="0">
                <a:cs typeface="Times New Roman" panose="02020603050405020304" pitchFamily="18" charset="0"/>
              </a:rPr>
              <a:t> (base 10) = 000 (base 2) for three variables). All three variables are complemented for </a:t>
            </a:r>
            <a:r>
              <a:rPr lang="en-US" altLang="en-US" sz="2800" b="1" u="sng" dirty="0" err="1">
                <a:cs typeface="Times New Roman" panose="02020603050405020304" pitchFamily="18" charset="0"/>
              </a:rPr>
              <a:t>minterm</a:t>
            </a:r>
            <a:r>
              <a:rPr lang="en-US" altLang="en-US" sz="2800" b="1" u="sng" dirty="0">
                <a:cs typeface="Times New Roman" panose="02020603050405020304" pitchFamily="18" charset="0"/>
              </a:rPr>
              <a:t> 0</a:t>
            </a:r>
            <a:r>
              <a:rPr lang="en-US" altLang="en-US" sz="2800" b="1" dirty="0">
                <a:cs typeface="Times New Roman" panose="02020603050405020304" pitchFamily="18" charset="0"/>
              </a:rPr>
              <a:t> (</a:t>
            </a:r>
            <a:r>
              <a:rPr lang="en-US" altLang="en-US" sz="2800" b="1" dirty="0">
                <a:cs typeface="Times New Roman" panose="02020603050405020304" pitchFamily="18" charset="0"/>
                <a:sym typeface="Symbol" panose="05050102010706020507" pitchFamily="18" charset="2"/>
              </a:rPr>
              <a:t> X’Y’Z’  </a:t>
            </a:r>
            <a:r>
              <a:rPr lang="en-US" altLang="en-US" sz="2800" b="1" dirty="0">
                <a:cs typeface="Times New Roman" panose="02020603050405020304" pitchFamily="18" charset="0"/>
              </a:rPr>
              <a:t>) and no variables are complemented for </a:t>
            </a:r>
            <a:r>
              <a:rPr lang="en-US" altLang="en-US" sz="2800" b="1" u="sng" dirty="0">
                <a:cs typeface="Times New Roman" panose="02020603050405020304" pitchFamily="18" charset="0"/>
              </a:rPr>
              <a:t>Maxterm 0</a:t>
            </a:r>
            <a:r>
              <a:rPr lang="en-US" altLang="en-US" sz="2800" b="1" dirty="0">
                <a:cs typeface="Times New Roman" panose="02020603050405020304" pitchFamily="18" charset="0"/>
              </a:rPr>
              <a:t> (</a:t>
            </a:r>
            <a:r>
              <a:rPr lang="en-US" altLang="en-US" sz="2400" b="1" dirty="0">
                <a:cs typeface="Times New Roman" panose="02020603050405020304" pitchFamily="18" charset="0"/>
              </a:rPr>
              <a:t>X,Y,Z</a:t>
            </a:r>
            <a:r>
              <a:rPr lang="en-US" altLang="en-US" sz="2800" b="1" dirty="0">
                <a:cs typeface="Times New Roman" panose="02020603050405020304" pitchFamily="18" charset="0"/>
              </a:rPr>
              <a:t>).</a:t>
            </a:r>
          </a:p>
          <a:p>
            <a:pPr marL="854075" lvl="1" indent="-274638"/>
            <a:r>
              <a:rPr lang="en-US" altLang="en-US" sz="2400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sz="2400" b="1" dirty="0">
                <a:cs typeface="Times New Roman" panose="02020603050405020304" pitchFamily="18" charset="0"/>
              </a:rPr>
              <a:t> 0, called m</a:t>
            </a:r>
            <a:r>
              <a:rPr lang="en-US" altLang="en-US" sz="2400" b="1" baseline="-30000" dirty="0">
                <a:cs typeface="Times New Roman" panose="02020603050405020304" pitchFamily="18" charset="0"/>
              </a:rPr>
              <a:t>0</a:t>
            </a:r>
            <a:r>
              <a:rPr lang="en-US" altLang="en-US" sz="2400" b="1" dirty="0">
                <a:cs typeface="Times New Roman" panose="02020603050405020304" pitchFamily="18" charset="0"/>
              </a:rPr>
              <a:t> is X’Y’Z’.</a:t>
            </a:r>
            <a:r>
              <a:rPr lang="en-US" altLang="en-US" sz="2400" dirty="0">
                <a:cs typeface="Times New Roman" panose="02020603050405020304" pitchFamily="18" charset="0"/>
              </a:rPr>
              <a:t> </a:t>
            </a:r>
          </a:p>
          <a:p>
            <a:pPr marL="854075" lvl="1" indent="-274638"/>
            <a:r>
              <a:rPr lang="en-US" altLang="en-US" sz="2400" b="1" dirty="0">
                <a:cs typeface="Times New Roman" panose="02020603050405020304" pitchFamily="18" charset="0"/>
              </a:rPr>
              <a:t>Maxterm 0, called M</a:t>
            </a:r>
            <a:r>
              <a:rPr lang="en-US" altLang="en-US" sz="2400" b="1" baseline="-30000" dirty="0">
                <a:cs typeface="Times New Roman" panose="02020603050405020304" pitchFamily="18" charset="0"/>
              </a:rPr>
              <a:t>0</a:t>
            </a:r>
            <a:r>
              <a:rPr lang="en-US" altLang="en-US" sz="2400" b="1" dirty="0">
                <a:cs typeface="Times New Roman" panose="02020603050405020304" pitchFamily="18" charset="0"/>
              </a:rPr>
              <a:t> is (X + Y + Z).</a:t>
            </a:r>
          </a:p>
          <a:p>
            <a:pPr marL="854075" lvl="1" indent="-274638"/>
            <a:r>
              <a:rPr lang="en-US" altLang="en-US" sz="2400" b="1" dirty="0" err="1">
                <a:cs typeface="Times New Roman" panose="02020603050405020304" pitchFamily="18" charset="0"/>
              </a:rPr>
              <a:t>Minterm</a:t>
            </a:r>
            <a:r>
              <a:rPr lang="en-US" altLang="en-US" sz="2400" b="1" dirty="0">
                <a:cs typeface="Times New Roman" panose="02020603050405020304" pitchFamily="18" charset="0"/>
              </a:rPr>
              <a:t> 6 ?</a:t>
            </a:r>
          </a:p>
          <a:p>
            <a:pPr marL="854075" lvl="1" indent="-274638"/>
            <a:r>
              <a:rPr lang="en-US" altLang="en-US" sz="2400" b="1" dirty="0">
                <a:cs typeface="Times New Roman" panose="02020603050405020304" pitchFamily="18" charset="0"/>
              </a:rPr>
              <a:t>Maxterm 6 ?</a:t>
            </a:r>
          </a:p>
          <a:p>
            <a:pPr marL="288925" indent="-288925"/>
            <a:endParaRPr lang="en-US" altLang="en-US" sz="2800" dirty="0"/>
          </a:p>
        </p:txBody>
      </p:sp>
    </p:spTree>
    <p:custDataLst>
      <p:tags r:id="rId1"/>
    </p:custDataLst>
  </p:cSld>
  <p:clrMapOvr>
    <a:masterClrMapping/>
  </p:clrMapOvr>
  <p:transition advTm="2489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2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24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4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3">
            <a:extLst>
              <a:ext uri="{FF2B5EF4-FFF2-40B4-BE49-F238E27FC236}">
                <a16:creationId xmlns:a16="http://schemas.microsoft.com/office/drawing/2014/main" xmlns="" id="{2C81CCE6-668C-489F-9938-DA2E3E5055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2C17636B-5254-49EC-AFA7-4D791809B5F8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xmlns="" id="{7B91DF33-F16A-412F-967D-4654C3BE8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27239" y="1"/>
            <a:ext cx="8428037" cy="1020763"/>
          </a:xfrm>
        </p:spPr>
        <p:txBody>
          <a:bodyPr/>
          <a:lstStyle/>
          <a:p>
            <a:r>
              <a:rPr lang="en-US" altLang="en-US" b="1"/>
              <a:t>Index Examples – Four Variables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xmlns="" id="{06E0BFD4-5650-45E4-8AAB-11D70FC56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49475" y="1262063"/>
            <a:ext cx="7772400" cy="50276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Index  Binary  Minterm  Maxterm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 i       Pattern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i</a:t>
            </a:r>
            <a:r>
              <a:rPr lang="en-US" altLang="en-US" sz="2800" b="1">
                <a:cs typeface="Times New Roman" panose="02020603050405020304" pitchFamily="18" charset="0"/>
              </a:rPr>
              <a:t>          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i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0       0000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1       0001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3       0011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5       0101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7       0111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10       1010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13       1101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15       1111           </a:t>
            </a:r>
          </a:p>
        </p:txBody>
      </p:sp>
      <p:sp>
        <p:nvSpPr>
          <p:cNvPr id="64517" name="Line 31">
            <a:extLst>
              <a:ext uri="{FF2B5EF4-FFF2-40B4-BE49-F238E27FC236}">
                <a16:creationId xmlns:a16="http://schemas.microsoft.com/office/drawing/2014/main" xmlns="" id="{193ADF17-40BA-42D8-82A7-8621B92743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9488" y="2225675"/>
            <a:ext cx="1508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8" name="Line 32">
            <a:extLst>
              <a:ext uri="{FF2B5EF4-FFF2-40B4-BE49-F238E27FC236}">
                <a16:creationId xmlns:a16="http://schemas.microsoft.com/office/drawing/2014/main" xmlns="" id="{06498D8F-EEAF-47D1-BDD4-EB0E5ADED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225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9" name="Line 33">
            <a:extLst>
              <a:ext uri="{FF2B5EF4-FFF2-40B4-BE49-F238E27FC236}">
                <a16:creationId xmlns:a16="http://schemas.microsoft.com/office/drawing/2014/main" xmlns="" id="{B893AA22-9832-4487-8842-719441439C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5101" y="2225675"/>
            <a:ext cx="1381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0" name="Line 34">
            <a:extLst>
              <a:ext uri="{FF2B5EF4-FFF2-40B4-BE49-F238E27FC236}">
                <a16:creationId xmlns:a16="http://schemas.microsoft.com/office/drawing/2014/main" xmlns="" id="{D8BCAD60-8EA8-4805-A597-B8840CF90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6713" y="2225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1" name="Rectangle 35">
            <a:extLst>
              <a:ext uri="{FF2B5EF4-FFF2-40B4-BE49-F238E27FC236}">
                <a16:creationId xmlns:a16="http://schemas.microsoft.com/office/drawing/2014/main" xmlns="" id="{E76587F9-3232-4C60-A055-8AC11FD7B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3" y="22113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2" name="Rectangle 36">
            <a:extLst>
              <a:ext uri="{FF2B5EF4-FFF2-40B4-BE49-F238E27FC236}">
                <a16:creationId xmlns:a16="http://schemas.microsoft.com/office/drawing/2014/main" xmlns="" id="{C943F274-6207-4A1D-AE52-DA795D8E7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2400" y="22113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3" name="Rectangle 37">
            <a:extLst>
              <a:ext uri="{FF2B5EF4-FFF2-40B4-BE49-F238E27FC236}">
                <a16:creationId xmlns:a16="http://schemas.microsoft.com/office/drawing/2014/main" xmlns="" id="{3832EDE1-E1D4-4304-B8C7-8797724E4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863" y="22113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4" name="Rectangle 38">
            <a:extLst>
              <a:ext uri="{FF2B5EF4-FFF2-40B4-BE49-F238E27FC236}">
                <a16:creationId xmlns:a16="http://schemas.microsoft.com/office/drawing/2014/main" xmlns="" id="{A5D45061-3EA1-4E48-9EC2-83E9A57B2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88" y="2211389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4525" name="Object 5">
            <a:extLst>
              <a:ext uri="{FF2B5EF4-FFF2-40B4-BE49-F238E27FC236}">
                <a16:creationId xmlns:a16="http://schemas.microsoft.com/office/drawing/2014/main" xmlns="" id="{EF92FA90-87ED-4624-AB59-14E46E150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56313" y="2290763"/>
          <a:ext cx="17526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Equation" r:id="rId4" imgW="1752600" imgH="304800" progId="Equation.3">
                  <p:embed/>
                </p:oleObj>
              </mc:Choice>
              <mc:Fallback>
                <p:oleObj name="Equation" r:id="rId4" imgW="1752600" imgH="304800" progId="Equation.3">
                  <p:embed/>
                  <p:pic>
                    <p:nvPicPr>
                      <p:cNvPr id="64525" name="Object 5">
                        <a:extLst>
                          <a:ext uri="{FF2B5EF4-FFF2-40B4-BE49-F238E27FC236}">
                            <a16:creationId xmlns:a16="http://schemas.microsoft.com/office/drawing/2014/main" xmlns="" id="{EF92FA90-87ED-4624-AB59-14E46E150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2290763"/>
                        <a:ext cx="17526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6" name="Rectangle 42">
            <a:extLst>
              <a:ext uri="{FF2B5EF4-FFF2-40B4-BE49-F238E27FC236}">
                <a16:creationId xmlns:a16="http://schemas.microsoft.com/office/drawing/2014/main" xmlns="" id="{26D17217-983D-46CA-9B0A-96369C203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269557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7" name="Rectangle 43">
            <a:extLst>
              <a:ext uri="{FF2B5EF4-FFF2-40B4-BE49-F238E27FC236}">
                <a16:creationId xmlns:a16="http://schemas.microsoft.com/office/drawing/2014/main" xmlns="" id="{DFBA2B44-7379-4D41-99CF-A9241CFC5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695576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8" name="Rectangle 44">
            <a:extLst>
              <a:ext uri="{FF2B5EF4-FFF2-40B4-BE49-F238E27FC236}">
                <a16:creationId xmlns:a16="http://schemas.microsoft.com/office/drawing/2014/main" xmlns="" id="{889C6848-54DB-4B01-9D8B-5D417E09B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269557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29" name="Rectangle 45">
            <a:extLst>
              <a:ext uri="{FF2B5EF4-FFF2-40B4-BE49-F238E27FC236}">
                <a16:creationId xmlns:a16="http://schemas.microsoft.com/office/drawing/2014/main" xmlns="" id="{AA2534B2-9368-4078-B93E-F3CBD5983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088" y="2695576"/>
            <a:ext cx="1795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0" name="Rectangle 48">
            <a:extLst>
              <a:ext uri="{FF2B5EF4-FFF2-40B4-BE49-F238E27FC236}">
                <a16:creationId xmlns:a16="http://schemas.microsoft.com/office/drawing/2014/main" xmlns="" id="{3942E572-42B6-4A00-A65A-9B9B5A18C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3168650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1" name="Rectangle 49">
            <a:extLst>
              <a:ext uri="{FF2B5EF4-FFF2-40B4-BE49-F238E27FC236}">
                <a16:creationId xmlns:a16="http://schemas.microsoft.com/office/drawing/2014/main" xmlns="" id="{96F49838-0F6B-4CAA-9455-D4A061C67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168651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2" name="Rectangle 50">
            <a:extLst>
              <a:ext uri="{FF2B5EF4-FFF2-40B4-BE49-F238E27FC236}">
                <a16:creationId xmlns:a16="http://schemas.microsoft.com/office/drawing/2014/main" xmlns="" id="{6F087433-5579-4B39-AB5E-3980C5FD1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316865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3" name="Rectangle 51">
            <a:extLst>
              <a:ext uri="{FF2B5EF4-FFF2-40B4-BE49-F238E27FC236}">
                <a16:creationId xmlns:a16="http://schemas.microsoft.com/office/drawing/2014/main" xmlns="" id="{F3BF1963-ADE5-4EA0-9DB9-937FD8D3A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31686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4" name="Rectangle 52">
            <a:extLst>
              <a:ext uri="{FF2B5EF4-FFF2-40B4-BE49-F238E27FC236}">
                <a16:creationId xmlns:a16="http://schemas.microsoft.com/office/drawing/2014/main" xmlns="" id="{F8D4A5F3-64AE-494F-A955-26EA83B5B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3128964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5" name="Rectangle 53">
            <a:extLst>
              <a:ext uri="{FF2B5EF4-FFF2-40B4-BE49-F238E27FC236}">
                <a16:creationId xmlns:a16="http://schemas.microsoft.com/office/drawing/2014/main" xmlns="" id="{313D747C-A379-45DD-B96E-D76E45CAF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3128964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6" name="Rectangle 54">
            <a:extLst>
              <a:ext uri="{FF2B5EF4-FFF2-40B4-BE49-F238E27FC236}">
                <a16:creationId xmlns:a16="http://schemas.microsoft.com/office/drawing/2014/main" xmlns="" id="{35D76666-ADBC-447C-A13A-AA2DE00D3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3128964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37" name="Line 55">
            <a:extLst>
              <a:ext uri="{FF2B5EF4-FFF2-40B4-BE49-F238E27FC236}">
                <a16:creationId xmlns:a16="http://schemas.microsoft.com/office/drawing/2014/main" xmlns="" id="{BB178BC4-8803-4E9E-A8AF-6152D3B11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8" y="3640139"/>
            <a:ext cx="150812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8" name="Line 56">
            <a:extLst>
              <a:ext uri="{FF2B5EF4-FFF2-40B4-BE49-F238E27FC236}">
                <a16:creationId xmlns:a16="http://schemas.microsoft.com/office/drawing/2014/main" xmlns="" id="{F1CDC23A-7B61-4EE2-A345-D85CACEA9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3351" y="3640139"/>
            <a:ext cx="138113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9" name="Rectangle 57">
            <a:extLst>
              <a:ext uri="{FF2B5EF4-FFF2-40B4-BE49-F238E27FC236}">
                <a16:creationId xmlns:a16="http://schemas.microsoft.com/office/drawing/2014/main" xmlns="" id="{10455E3F-45F4-45C0-8AB9-D63344C45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2263" y="363855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0" name="Rectangle 58">
            <a:extLst>
              <a:ext uri="{FF2B5EF4-FFF2-40B4-BE49-F238E27FC236}">
                <a16:creationId xmlns:a16="http://schemas.microsoft.com/office/drawing/2014/main" xmlns="" id="{44254748-D782-4B9C-AD36-CC0EC1628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0651" y="3638550"/>
            <a:ext cx="1571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1" name="Rectangle 59">
            <a:extLst>
              <a:ext uri="{FF2B5EF4-FFF2-40B4-BE49-F238E27FC236}">
                <a16:creationId xmlns:a16="http://schemas.microsoft.com/office/drawing/2014/main" xmlns="" id="{86378866-8EF6-442C-AAF2-A4FCD2B56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3638551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2" name="Rectangle 60">
            <a:extLst>
              <a:ext uri="{FF2B5EF4-FFF2-40B4-BE49-F238E27FC236}">
                <a16:creationId xmlns:a16="http://schemas.microsoft.com/office/drawing/2014/main" xmlns="" id="{9639EE14-6C65-4D99-88F6-CAEB6468B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5038" y="36385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3" name="Line 61">
            <a:extLst>
              <a:ext uri="{FF2B5EF4-FFF2-40B4-BE49-F238E27FC236}">
                <a16:creationId xmlns:a16="http://schemas.microsoft.com/office/drawing/2014/main" xmlns="" id="{757B0F8F-EBB0-40A4-B2A9-27234E5F32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3363" y="36480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4" name="Line 62">
            <a:extLst>
              <a:ext uri="{FF2B5EF4-FFF2-40B4-BE49-F238E27FC236}">
                <a16:creationId xmlns:a16="http://schemas.microsoft.com/office/drawing/2014/main" xmlns="" id="{3A4C2ABB-2B1B-4A90-B8A6-439EE42AD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36480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5" name="Rectangle 63">
            <a:extLst>
              <a:ext uri="{FF2B5EF4-FFF2-40B4-BE49-F238E27FC236}">
                <a16:creationId xmlns:a16="http://schemas.microsoft.com/office/drawing/2014/main" xmlns="" id="{48887F17-87D0-4799-8F24-C6EC1ED71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3633789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6" name="Rectangle 64">
            <a:extLst>
              <a:ext uri="{FF2B5EF4-FFF2-40B4-BE49-F238E27FC236}">
                <a16:creationId xmlns:a16="http://schemas.microsoft.com/office/drawing/2014/main" xmlns="" id="{D83CBA74-8488-4B3D-ACDB-EBD920BDE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363378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7" name="Rectangle 65">
            <a:extLst>
              <a:ext uri="{FF2B5EF4-FFF2-40B4-BE49-F238E27FC236}">
                <a16:creationId xmlns:a16="http://schemas.microsoft.com/office/drawing/2014/main" xmlns="" id="{3BD0D828-4A06-4E32-B81B-31B9A821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363378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8" name="Rectangle 66">
            <a:extLst>
              <a:ext uri="{FF2B5EF4-FFF2-40B4-BE49-F238E27FC236}">
                <a16:creationId xmlns:a16="http://schemas.microsoft.com/office/drawing/2014/main" xmlns="" id="{5C2712DA-1A6C-439F-8961-10ABC77DD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363378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49" name="Rectangle 67">
            <a:extLst>
              <a:ext uri="{FF2B5EF4-FFF2-40B4-BE49-F238E27FC236}">
                <a16:creationId xmlns:a16="http://schemas.microsoft.com/office/drawing/2014/main" xmlns="" id="{CDB289F2-4C71-4EA5-9014-300A6CBFC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359410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0" name="Rectangle 68">
            <a:extLst>
              <a:ext uri="{FF2B5EF4-FFF2-40B4-BE49-F238E27FC236}">
                <a16:creationId xmlns:a16="http://schemas.microsoft.com/office/drawing/2014/main" xmlns="" id="{F94218D3-D5A7-4E52-B0B1-8ABBA8E2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359410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1" name="Rectangle 69">
            <a:extLst>
              <a:ext uri="{FF2B5EF4-FFF2-40B4-BE49-F238E27FC236}">
                <a16:creationId xmlns:a16="http://schemas.microsoft.com/office/drawing/2014/main" xmlns="" id="{3CA5E611-EAFC-4448-8F00-FCB07FC4D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359410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2" name="Rectangle 73">
            <a:extLst>
              <a:ext uri="{FF2B5EF4-FFF2-40B4-BE49-F238E27FC236}">
                <a16:creationId xmlns:a16="http://schemas.microsoft.com/office/drawing/2014/main" xmlns="" id="{012497E7-9E93-4BE7-8948-5D52A8C1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4098925"/>
            <a:ext cx="19843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3" name="Rectangle 74">
            <a:extLst>
              <a:ext uri="{FF2B5EF4-FFF2-40B4-BE49-F238E27FC236}">
                <a16:creationId xmlns:a16="http://schemas.microsoft.com/office/drawing/2014/main" xmlns="" id="{97D7C845-02C3-4375-8001-A666B012C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4098926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4" name="Rectangle 75">
            <a:extLst>
              <a:ext uri="{FF2B5EF4-FFF2-40B4-BE49-F238E27FC236}">
                <a16:creationId xmlns:a16="http://schemas.microsoft.com/office/drawing/2014/main" xmlns="" id="{808F7BA4-BF85-43FB-BE3A-3A31D2860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0989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5" name="Rectangle 76">
            <a:extLst>
              <a:ext uri="{FF2B5EF4-FFF2-40B4-BE49-F238E27FC236}">
                <a16:creationId xmlns:a16="http://schemas.microsoft.com/office/drawing/2014/main" xmlns="" id="{D965CFDD-A0AB-4297-AD7D-0223CC953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40989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6" name="Rectangle 77">
            <a:extLst>
              <a:ext uri="{FF2B5EF4-FFF2-40B4-BE49-F238E27FC236}">
                <a16:creationId xmlns:a16="http://schemas.microsoft.com/office/drawing/2014/main" xmlns="" id="{C450D65E-B943-4710-8139-1CD3D2EAB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4059239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7" name="Rectangle 78">
            <a:extLst>
              <a:ext uri="{FF2B5EF4-FFF2-40B4-BE49-F238E27FC236}">
                <a16:creationId xmlns:a16="http://schemas.microsoft.com/office/drawing/2014/main" xmlns="" id="{4D84656B-2080-421F-BEF8-8A0061599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40592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8" name="Rectangle 79">
            <a:extLst>
              <a:ext uri="{FF2B5EF4-FFF2-40B4-BE49-F238E27FC236}">
                <a16:creationId xmlns:a16="http://schemas.microsoft.com/office/drawing/2014/main" xmlns="" id="{2FED4F95-6992-4CF7-BE62-CAA7D6E2B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4059239"/>
            <a:ext cx="1952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59" name="Line 80">
            <a:extLst>
              <a:ext uri="{FF2B5EF4-FFF2-40B4-BE49-F238E27FC236}">
                <a16:creationId xmlns:a16="http://schemas.microsoft.com/office/drawing/2014/main" xmlns="" id="{CC2EA8CD-7746-4BF4-809F-8FE7FDD17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1100" y="46085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0" name="Line 81">
            <a:extLst>
              <a:ext uri="{FF2B5EF4-FFF2-40B4-BE49-F238E27FC236}">
                <a16:creationId xmlns:a16="http://schemas.microsoft.com/office/drawing/2014/main" xmlns="" id="{6872919C-8D45-4846-A67F-49BEF8F3C9A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4013" y="46085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1" name="Rectangle 82">
            <a:extLst>
              <a:ext uri="{FF2B5EF4-FFF2-40B4-BE49-F238E27FC236}">
                <a16:creationId xmlns:a16="http://schemas.microsoft.com/office/drawing/2014/main" xmlns="" id="{BFC81BED-FFE4-4A65-B1FA-CD4CF33A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45815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2" name="Rectangle 83">
            <a:extLst>
              <a:ext uri="{FF2B5EF4-FFF2-40B4-BE49-F238E27FC236}">
                <a16:creationId xmlns:a16="http://schemas.microsoft.com/office/drawing/2014/main" xmlns="" id="{F998ECFE-29B5-4DA7-9B14-4E435E580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1" y="4568825"/>
            <a:ext cx="1571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3" name="Rectangle 84">
            <a:extLst>
              <a:ext uri="{FF2B5EF4-FFF2-40B4-BE49-F238E27FC236}">
                <a16:creationId xmlns:a16="http://schemas.microsoft.com/office/drawing/2014/main" xmlns="" id="{B4171F1D-05B3-4A8E-804B-606AB1ED0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4568826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4" name="Rectangle 85">
            <a:extLst>
              <a:ext uri="{FF2B5EF4-FFF2-40B4-BE49-F238E27FC236}">
                <a16:creationId xmlns:a16="http://schemas.microsoft.com/office/drawing/2014/main" xmlns="" id="{4D5EFCB4-3825-471D-8EF8-95883664D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088" y="45688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5" name="Line 86">
            <a:extLst>
              <a:ext uri="{FF2B5EF4-FFF2-40B4-BE49-F238E27FC236}">
                <a16:creationId xmlns:a16="http://schemas.microsoft.com/office/drawing/2014/main" xmlns="" id="{66A17A1E-9BC6-4287-A495-D5470E2257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4603750"/>
            <a:ext cx="1508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6" name="Line 87">
            <a:extLst>
              <a:ext uri="{FF2B5EF4-FFF2-40B4-BE49-F238E27FC236}">
                <a16:creationId xmlns:a16="http://schemas.microsoft.com/office/drawing/2014/main" xmlns="" id="{D8F46C9A-2626-42BB-98B2-45195AC2A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4603750"/>
            <a:ext cx="1381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67" name="Rectangle 88">
            <a:extLst>
              <a:ext uri="{FF2B5EF4-FFF2-40B4-BE49-F238E27FC236}">
                <a16:creationId xmlns:a16="http://schemas.microsoft.com/office/drawing/2014/main" xmlns="" id="{E3F34FFD-00A3-4D9F-8AB1-D2B31E97B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4564064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8" name="Rectangle 89">
            <a:extLst>
              <a:ext uri="{FF2B5EF4-FFF2-40B4-BE49-F238E27FC236}">
                <a16:creationId xmlns:a16="http://schemas.microsoft.com/office/drawing/2014/main" xmlns="" id="{2E08E58C-0537-4A9B-97DA-DEE2E243F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4564064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69" name="Rectangle 90">
            <a:extLst>
              <a:ext uri="{FF2B5EF4-FFF2-40B4-BE49-F238E27FC236}">
                <a16:creationId xmlns:a16="http://schemas.microsoft.com/office/drawing/2014/main" xmlns="" id="{477AC2EF-3DBA-40D1-8629-AE0E976C2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6406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0" name="Rectangle 91">
            <a:extLst>
              <a:ext uri="{FF2B5EF4-FFF2-40B4-BE49-F238E27FC236}">
                <a16:creationId xmlns:a16="http://schemas.microsoft.com/office/drawing/2014/main" xmlns="" id="{FF894618-7079-424B-A537-11BC9DAE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456406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1" name="Rectangle 92">
            <a:extLst>
              <a:ext uri="{FF2B5EF4-FFF2-40B4-BE49-F238E27FC236}">
                <a16:creationId xmlns:a16="http://schemas.microsoft.com/office/drawing/2014/main" xmlns="" id="{54E47C40-9340-4E14-98E9-7BABC18FD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4524376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2" name="Rectangle 93">
            <a:extLst>
              <a:ext uri="{FF2B5EF4-FFF2-40B4-BE49-F238E27FC236}">
                <a16:creationId xmlns:a16="http://schemas.microsoft.com/office/drawing/2014/main" xmlns="" id="{691BD6AC-5E40-44E3-964B-3DF0C1BB5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45243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3" name="Rectangle 94">
            <a:extLst>
              <a:ext uri="{FF2B5EF4-FFF2-40B4-BE49-F238E27FC236}">
                <a16:creationId xmlns:a16="http://schemas.microsoft.com/office/drawing/2014/main" xmlns="" id="{FD4ED49E-24EA-4224-B5BD-24ABE6650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4524375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4" name="Line 95">
            <a:extLst>
              <a:ext uri="{FF2B5EF4-FFF2-40B4-BE49-F238E27FC236}">
                <a16:creationId xmlns:a16="http://schemas.microsoft.com/office/drawing/2014/main" xmlns="" id="{C6B6370D-AC07-4F52-B87C-7A3F235D9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6051" y="5105400"/>
            <a:ext cx="1381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75" name="Rectangle 96">
            <a:extLst>
              <a:ext uri="{FF2B5EF4-FFF2-40B4-BE49-F238E27FC236}">
                <a16:creationId xmlns:a16="http://schemas.microsoft.com/office/drawing/2014/main" xmlns="" id="{90A81C11-AC1B-4DD3-839A-7D891D439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4963" y="502761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6" name="Rectangle 98">
            <a:extLst>
              <a:ext uri="{FF2B5EF4-FFF2-40B4-BE49-F238E27FC236}">
                <a16:creationId xmlns:a16="http://schemas.microsoft.com/office/drawing/2014/main" xmlns="" id="{7C4F520F-EBB5-479C-AE7C-A036F58EB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5027614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77" name="Rectangle 99">
            <a:extLst>
              <a:ext uri="{FF2B5EF4-FFF2-40B4-BE49-F238E27FC236}">
                <a16:creationId xmlns:a16="http://schemas.microsoft.com/office/drawing/2014/main" xmlns="" id="{C065ACA4-CB67-4933-9DD7-5C9DF8F5C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7738" y="502761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64578" name="Object 18">
            <a:extLst>
              <a:ext uri="{FF2B5EF4-FFF2-40B4-BE49-F238E27FC236}">
                <a16:creationId xmlns:a16="http://schemas.microsoft.com/office/drawing/2014/main" xmlns="" id="{2EC67AA2-C321-42A5-9869-CCAB5881FF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1388" y="5576888"/>
          <a:ext cx="88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Equation" r:id="rId6" imgW="889000" imgH="368300" progId="Equation.3">
                  <p:embed/>
                </p:oleObj>
              </mc:Choice>
              <mc:Fallback>
                <p:oleObj name="Equation" r:id="rId6" imgW="889000" imgH="368300" progId="Equation.3">
                  <p:embed/>
                  <p:pic>
                    <p:nvPicPr>
                      <p:cNvPr id="64578" name="Object 18">
                        <a:extLst>
                          <a:ext uri="{FF2B5EF4-FFF2-40B4-BE49-F238E27FC236}">
                            <a16:creationId xmlns:a16="http://schemas.microsoft.com/office/drawing/2014/main" xmlns="" id="{2EC67AA2-C321-42A5-9869-CCAB5881FF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388" y="5576888"/>
                        <a:ext cx="889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79" name="Line 102">
            <a:extLst>
              <a:ext uri="{FF2B5EF4-FFF2-40B4-BE49-F238E27FC236}">
                <a16:creationId xmlns:a16="http://schemas.microsoft.com/office/drawing/2014/main" xmlns="" id="{EE3E7265-F80F-46D4-961D-C6F717E8A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0413" y="3179764"/>
            <a:ext cx="138112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80" name="Line 103">
            <a:extLst>
              <a:ext uri="{FF2B5EF4-FFF2-40B4-BE49-F238E27FC236}">
                <a16:creationId xmlns:a16="http://schemas.microsoft.com/office/drawing/2014/main" xmlns="" id="{0C90C7CF-AC88-4E62-84DC-1547B26A9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317976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81" name="Rectangle 104">
            <a:extLst>
              <a:ext uri="{FF2B5EF4-FFF2-40B4-BE49-F238E27FC236}">
                <a16:creationId xmlns:a16="http://schemas.microsoft.com/office/drawing/2014/main" xmlns="" id="{1948E412-07E3-41A9-8EEE-AB381E304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5494339"/>
            <a:ext cx="1984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d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2" name="Rectangle 105">
            <a:extLst>
              <a:ext uri="{FF2B5EF4-FFF2-40B4-BE49-F238E27FC236}">
                <a16:creationId xmlns:a16="http://schemas.microsoft.com/office/drawing/2014/main" xmlns="" id="{1BB7B3EF-E085-4ABC-AD0C-48ABBC9E8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7713" y="5494339"/>
            <a:ext cx="15869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3" name="Rectangle 106">
            <a:extLst>
              <a:ext uri="{FF2B5EF4-FFF2-40B4-BE49-F238E27FC236}">
                <a16:creationId xmlns:a16="http://schemas.microsoft.com/office/drawing/2014/main" xmlns="" id="{C4BE407F-8AA8-494A-B3BA-6B1AE0984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5494339"/>
            <a:ext cx="20037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b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4" name="Rectangle 107">
            <a:extLst>
              <a:ext uri="{FF2B5EF4-FFF2-40B4-BE49-F238E27FC236}">
                <a16:creationId xmlns:a16="http://schemas.microsoft.com/office/drawing/2014/main" xmlns="" id="{39F0814F-1EE9-4E82-BABC-3D5E29546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013" y="54943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a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5" name="Rectangle 108">
            <a:extLst>
              <a:ext uri="{FF2B5EF4-FFF2-40B4-BE49-F238E27FC236}">
                <a16:creationId xmlns:a16="http://schemas.microsoft.com/office/drawing/2014/main" xmlns="" id="{F7DA9CCA-3BAF-4415-8902-62CD150C2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138" y="5454651"/>
            <a:ext cx="19717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6" name="Rectangle 109">
            <a:extLst>
              <a:ext uri="{FF2B5EF4-FFF2-40B4-BE49-F238E27FC236}">
                <a16:creationId xmlns:a16="http://schemas.microsoft.com/office/drawing/2014/main" xmlns="" id="{61177725-66C2-4B5B-BB34-118117719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776" y="54546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7" name="Rectangle 110">
            <a:extLst>
              <a:ext uri="{FF2B5EF4-FFF2-40B4-BE49-F238E27FC236}">
                <a16:creationId xmlns:a16="http://schemas.microsoft.com/office/drawing/2014/main" xmlns="" id="{5F19E09A-840A-43B0-ADD0-7DF3F1CBE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6" y="5454650"/>
            <a:ext cx="195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  <a:latin typeface="Symbol" panose="05050102010706020507" pitchFamily="18" charset="2"/>
              </a:rPr>
              <a:t>+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8" name="Rectangle 26">
            <a:extLst>
              <a:ext uri="{FF2B5EF4-FFF2-40B4-BE49-F238E27FC236}">
                <a16:creationId xmlns:a16="http://schemas.microsoft.com/office/drawing/2014/main" xmlns="" id="{B4087C1E-6268-45D2-BDF8-CD35A2CB7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663" y="2687639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89" name="Rectangle 28">
            <a:extLst>
              <a:ext uri="{FF2B5EF4-FFF2-40B4-BE49-F238E27FC236}">
                <a16:creationId xmlns:a16="http://schemas.microsoft.com/office/drawing/2014/main" xmlns="" id="{F3A3938E-A918-4F0A-94D5-AA04ECFAA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314325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0" name="Rectangle 29">
            <a:extLst>
              <a:ext uri="{FF2B5EF4-FFF2-40B4-BE49-F238E27FC236}">
                <a16:creationId xmlns:a16="http://schemas.microsoft.com/office/drawing/2014/main" xmlns="" id="{7E210643-DEB1-43C6-9D89-C96F65EB2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4087814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00000"/>
                </a:solidFill>
              </a:rPr>
              <a:t>?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64591" name="Rectangle 30">
            <a:extLst>
              <a:ext uri="{FF2B5EF4-FFF2-40B4-BE49-F238E27FC236}">
                <a16:creationId xmlns:a16="http://schemas.microsoft.com/office/drawing/2014/main" xmlns="" id="{B8E62C60-7B60-4C9B-A8F5-BC86CA6E8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13" y="5016500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?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2" name="Rectangle 112">
            <a:extLst>
              <a:ext uri="{FF2B5EF4-FFF2-40B4-BE49-F238E27FC236}">
                <a16:creationId xmlns:a16="http://schemas.microsoft.com/office/drawing/2014/main" xmlns="" id="{DCA3280A-5FF1-4BC9-A86C-F7978B814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1" y="5027614"/>
            <a:ext cx="1571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>
                <a:solidFill>
                  <a:srgbClr val="000000"/>
                </a:solidFill>
              </a:rPr>
              <a:t>c</a:t>
            </a:r>
            <a:endParaRPr lang="en-US" altLang="en-US" sz="2400">
              <a:solidFill>
                <a:srgbClr val="000000"/>
              </a:solidFill>
            </a:endParaRPr>
          </a:p>
        </p:txBody>
      </p:sp>
      <p:sp>
        <p:nvSpPr>
          <p:cNvPr id="64593" name="Line 113">
            <a:extLst>
              <a:ext uri="{FF2B5EF4-FFF2-40B4-BE49-F238E27FC236}">
                <a16:creationId xmlns:a16="http://schemas.microsoft.com/office/drawing/2014/main" xmlns="" id="{34FBFBF2-B2F8-436F-A3CB-764DA958D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4726" y="2692400"/>
            <a:ext cx="1508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4" name="Line 114">
            <a:extLst>
              <a:ext uri="{FF2B5EF4-FFF2-40B4-BE49-F238E27FC236}">
                <a16:creationId xmlns:a16="http://schemas.microsoft.com/office/drawing/2014/main" xmlns="" id="{54BE5578-40B1-40C0-9E3E-5AD9FB19A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9038" y="2692400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5" name="Line 115">
            <a:extLst>
              <a:ext uri="{FF2B5EF4-FFF2-40B4-BE49-F238E27FC236}">
                <a16:creationId xmlns:a16="http://schemas.microsoft.com/office/drawing/2014/main" xmlns="" id="{97F0EA18-D8FF-423E-B454-3660E8DF8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0338" y="2692400"/>
            <a:ext cx="1381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6" name="Line 118">
            <a:extLst>
              <a:ext uri="{FF2B5EF4-FFF2-40B4-BE49-F238E27FC236}">
                <a16:creationId xmlns:a16="http://schemas.microsoft.com/office/drawing/2014/main" xmlns="" id="{E6D089D0-5B25-42D5-BFAF-38D94E558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600" y="41179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7" name="Line 119">
            <a:extLst>
              <a:ext uri="{FF2B5EF4-FFF2-40B4-BE49-F238E27FC236}">
                <a16:creationId xmlns:a16="http://schemas.microsoft.com/office/drawing/2014/main" xmlns="" id="{E6CE7162-BE2F-417D-9FD2-47EE66461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5651" y="4117975"/>
            <a:ext cx="1381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8" name="Line 120">
            <a:extLst>
              <a:ext uri="{FF2B5EF4-FFF2-40B4-BE49-F238E27FC236}">
                <a16:creationId xmlns:a16="http://schemas.microsoft.com/office/drawing/2014/main" xmlns="" id="{D05C490A-D680-4198-B4D0-C2B704048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3013" y="41179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99" name="Line 121">
            <a:extLst>
              <a:ext uri="{FF2B5EF4-FFF2-40B4-BE49-F238E27FC236}">
                <a16:creationId xmlns:a16="http://schemas.microsoft.com/office/drawing/2014/main" xmlns="" id="{D87F9B8A-66EE-4FF2-AA38-47CC09FC7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5527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600" name="Line 122">
            <a:extLst>
              <a:ext uri="{FF2B5EF4-FFF2-40B4-BE49-F238E27FC236}">
                <a16:creationId xmlns:a16="http://schemas.microsoft.com/office/drawing/2014/main" xmlns="" id="{78204860-5DB0-4527-95AC-9FFDC77787C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5113" y="5527675"/>
            <a:ext cx="1381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601" name="Line 123">
            <a:extLst>
              <a:ext uri="{FF2B5EF4-FFF2-40B4-BE49-F238E27FC236}">
                <a16:creationId xmlns:a16="http://schemas.microsoft.com/office/drawing/2014/main" xmlns="" id="{87528714-0D77-488F-A134-BC304B4F4A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475" y="5527675"/>
            <a:ext cx="177800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602" name="Line 124">
            <a:extLst>
              <a:ext uri="{FF2B5EF4-FFF2-40B4-BE49-F238E27FC236}">
                <a16:creationId xmlns:a16="http://schemas.microsoft.com/office/drawing/2014/main" xmlns="" id="{11E5CD5D-13BB-4B22-AE82-8010AF03E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2063" y="5522914"/>
            <a:ext cx="17780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advTm="102885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>
            <a:extLst>
              <a:ext uri="{FF2B5EF4-FFF2-40B4-BE49-F238E27FC236}">
                <a16:creationId xmlns:a16="http://schemas.microsoft.com/office/drawing/2014/main" xmlns="" id="{BC15B200-0709-4248-A353-137C0E0688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DF316205-FC78-4544-8F81-AD2AA946DA63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xmlns="" id="{25372AD6-7E47-4E0A-8CEA-E35C29040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Function Tables for Both</a:t>
            </a:r>
          </a:p>
        </p:txBody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xmlns="" id="{81CD4123-272E-40F7-8925-ECE0C69B8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462089"/>
            <a:ext cx="7772400" cy="48656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/>
              <a:t>Minterms of		    Maxterms of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/>
              <a:t>    2 variables                       2 variables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800"/>
          </a:p>
          <a:p>
            <a:pPr>
              <a:lnSpc>
                <a:spcPct val="90000"/>
              </a:lnSpc>
            </a:pPr>
            <a:endParaRPr lang="en-US" altLang="en-US" sz="26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600" b="1">
                <a:cs typeface="Times New Roman" panose="02020603050405020304" pitchFamily="18" charset="0"/>
              </a:rPr>
              <a:t>Each column in the maxterm function table is the complement of the column in the minterm function table since M</a:t>
            </a:r>
            <a:r>
              <a:rPr lang="en-US" altLang="en-US" sz="2600" b="1" baseline="-16000">
                <a:cs typeface="Times New Roman" panose="02020603050405020304" pitchFamily="18" charset="0"/>
              </a:rPr>
              <a:t>i</a:t>
            </a:r>
            <a:r>
              <a:rPr lang="en-US" altLang="en-US" sz="2600" b="1">
                <a:cs typeface="Times New Roman" panose="02020603050405020304" pitchFamily="18" charset="0"/>
              </a:rPr>
              <a:t> is the complement of m</a:t>
            </a:r>
            <a:r>
              <a:rPr lang="en-US" altLang="en-US" sz="2600" b="1" baseline="-16000">
                <a:cs typeface="Times New Roman" panose="02020603050405020304" pitchFamily="18" charset="0"/>
              </a:rPr>
              <a:t>i</a:t>
            </a:r>
            <a:r>
              <a:rPr lang="en-US" altLang="en-US" sz="2600" b="1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8613" name="Rectangle 4">
            <a:extLst>
              <a:ext uri="{FF2B5EF4-FFF2-40B4-BE49-F238E27FC236}">
                <a16:creationId xmlns:a16="http://schemas.microsoft.com/office/drawing/2014/main" xmlns="" id="{1D1B912B-A596-4ACD-8BB8-71673A45D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487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4" name="Rectangle 5">
            <a:extLst>
              <a:ext uri="{FF2B5EF4-FFF2-40B4-BE49-F238E27FC236}">
                <a16:creationId xmlns:a16="http://schemas.microsoft.com/office/drawing/2014/main" xmlns="" id="{A24B5710-9EEB-4387-8586-312AF2C63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2487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5" name="Rectangle 6">
            <a:extLst>
              <a:ext uri="{FF2B5EF4-FFF2-40B4-BE49-F238E27FC236}">
                <a16:creationId xmlns:a16="http://schemas.microsoft.com/office/drawing/2014/main" xmlns="" id="{EC5C524E-6E16-472A-99BF-ED2023C8F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6" name="Rectangle 7">
            <a:extLst>
              <a:ext uri="{FF2B5EF4-FFF2-40B4-BE49-F238E27FC236}">
                <a16:creationId xmlns:a16="http://schemas.microsoft.com/office/drawing/2014/main" xmlns="" id="{490C263D-5323-4E4C-ACE9-EDD05CE00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922589"/>
            <a:ext cx="73818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7" name="Rectangle 8">
            <a:extLst>
              <a:ext uri="{FF2B5EF4-FFF2-40B4-BE49-F238E27FC236}">
                <a16:creationId xmlns:a16="http://schemas.microsoft.com/office/drawing/2014/main" xmlns="" id="{BE41054E-E50B-49C6-84F7-1BDA4CD94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922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8" name="Rectangle 9">
            <a:extLst>
              <a:ext uri="{FF2B5EF4-FFF2-40B4-BE49-F238E27FC236}">
                <a16:creationId xmlns:a16="http://schemas.microsoft.com/office/drawing/2014/main" xmlns="" id="{B672DFC8-23F1-4645-A694-1B83C2AE8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6" y="2922589"/>
            <a:ext cx="6778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9" name="Rectangle 10">
            <a:extLst>
              <a:ext uri="{FF2B5EF4-FFF2-40B4-BE49-F238E27FC236}">
                <a16:creationId xmlns:a16="http://schemas.microsoft.com/office/drawing/2014/main" xmlns="" id="{CB53809E-123D-47D5-AB8E-F74ACAEF3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2922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0" name="Rectangle 11">
            <a:extLst>
              <a:ext uri="{FF2B5EF4-FFF2-40B4-BE49-F238E27FC236}">
                <a16:creationId xmlns:a16="http://schemas.microsoft.com/office/drawing/2014/main" xmlns="" id="{D4AFE864-C1FE-425F-A329-608C426D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275" y="2922589"/>
            <a:ext cx="622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1" name="Rectangle 12">
            <a:extLst>
              <a:ext uri="{FF2B5EF4-FFF2-40B4-BE49-F238E27FC236}">
                <a16:creationId xmlns:a16="http://schemas.microsoft.com/office/drawing/2014/main" xmlns="" id="{8D07366B-307C-4ADC-8583-BB38918E3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576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2" name="Rectangle 13">
            <a:extLst>
              <a:ext uri="{FF2B5EF4-FFF2-40B4-BE49-F238E27FC236}">
                <a16:creationId xmlns:a16="http://schemas.microsoft.com/office/drawing/2014/main" xmlns="" id="{0F4C6F6B-734B-491A-B9F2-6AA15FCC8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1" y="2922589"/>
            <a:ext cx="6191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3" name="Rectangle 14">
            <a:extLst>
              <a:ext uri="{FF2B5EF4-FFF2-40B4-BE49-F238E27FC236}">
                <a16:creationId xmlns:a16="http://schemas.microsoft.com/office/drawing/2014/main" xmlns="" id="{3E359BD9-655B-45FA-9E02-C75C40022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225" y="2922589"/>
            <a:ext cx="793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4" name="Rectangle 15">
            <a:extLst>
              <a:ext uri="{FF2B5EF4-FFF2-40B4-BE49-F238E27FC236}">
                <a16:creationId xmlns:a16="http://schemas.microsoft.com/office/drawing/2014/main" xmlns="" id="{2620E0E7-ED21-4E32-AFDC-A8B3715CF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922589"/>
            <a:ext cx="5588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5" name="Rectangle 16">
            <a:extLst>
              <a:ext uri="{FF2B5EF4-FFF2-40B4-BE49-F238E27FC236}">
                <a16:creationId xmlns:a16="http://schemas.microsoft.com/office/drawing/2014/main" xmlns="" id="{01D72B55-F0D8-484C-99B0-361268A5E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6" name="Rectangle 17">
            <a:extLst>
              <a:ext uri="{FF2B5EF4-FFF2-40B4-BE49-F238E27FC236}">
                <a16:creationId xmlns:a16="http://schemas.microsoft.com/office/drawing/2014/main" xmlns="" id="{776A98D5-2092-44C1-BDC8-03D7C9EA3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29321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7" name="Rectangle 18">
            <a:extLst>
              <a:ext uri="{FF2B5EF4-FFF2-40B4-BE49-F238E27FC236}">
                <a16:creationId xmlns:a16="http://schemas.microsoft.com/office/drawing/2014/main" xmlns="" id="{DEF353AB-6CD4-47DE-8474-E3CD91EA3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29321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8" name="Rectangle 19">
            <a:extLst>
              <a:ext uri="{FF2B5EF4-FFF2-40B4-BE49-F238E27FC236}">
                <a16:creationId xmlns:a16="http://schemas.microsoft.com/office/drawing/2014/main" xmlns="" id="{A20D6427-8571-44C5-8597-2324F60AA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3670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29" name="Rectangle 20">
            <a:extLst>
              <a:ext uri="{FF2B5EF4-FFF2-40B4-BE49-F238E27FC236}">
                <a16:creationId xmlns:a16="http://schemas.microsoft.com/office/drawing/2014/main" xmlns="" id="{6ECDD287-6C0F-4B78-8F54-E8D0840AD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3670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0" name="Rectangle 21">
            <a:extLst>
              <a:ext uri="{FF2B5EF4-FFF2-40B4-BE49-F238E27FC236}">
                <a16:creationId xmlns:a16="http://schemas.microsoft.com/office/drawing/2014/main" xmlns="" id="{64418994-CFF0-42DA-A8F8-BB9E86D5A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376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1" name="Rectangle 22">
            <a:extLst>
              <a:ext uri="{FF2B5EF4-FFF2-40B4-BE49-F238E27FC236}">
                <a16:creationId xmlns:a16="http://schemas.microsoft.com/office/drawing/2014/main" xmlns="" id="{A7D83675-1D99-44D5-B932-FC5BBB36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376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2" name="Rectangle 23">
            <a:extLst>
              <a:ext uri="{FF2B5EF4-FFF2-40B4-BE49-F238E27FC236}">
                <a16:creationId xmlns:a16="http://schemas.microsoft.com/office/drawing/2014/main" xmlns="" id="{0673796A-BA02-4982-9291-74AC541BA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811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3" name="Rectangle 24">
            <a:extLst>
              <a:ext uri="{FF2B5EF4-FFF2-40B4-BE49-F238E27FC236}">
                <a16:creationId xmlns:a16="http://schemas.microsoft.com/office/drawing/2014/main" xmlns="" id="{950D9777-22C7-4C59-8A5D-281AAE7BB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811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4" name="Rectangle 25">
            <a:extLst>
              <a:ext uri="{FF2B5EF4-FFF2-40B4-BE49-F238E27FC236}">
                <a16:creationId xmlns:a16="http://schemas.microsoft.com/office/drawing/2014/main" xmlns="" id="{BC9A974D-7F2E-4449-B0E6-A7B1B3522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38211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5" name="Rectangle 26">
            <a:extLst>
              <a:ext uri="{FF2B5EF4-FFF2-40B4-BE49-F238E27FC236}">
                <a16:creationId xmlns:a16="http://schemas.microsoft.com/office/drawing/2014/main" xmlns="" id="{B7D10320-5589-416B-ACAA-CCF558BD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38211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6" name="Rectangle 27">
            <a:extLst>
              <a:ext uri="{FF2B5EF4-FFF2-40B4-BE49-F238E27FC236}">
                <a16:creationId xmlns:a16="http://schemas.microsoft.com/office/drawing/2014/main" xmlns="" id="{30EC4492-9760-4DC8-82FF-9EA39DCDF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425767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7" name="Rectangle 28">
            <a:extLst>
              <a:ext uri="{FF2B5EF4-FFF2-40B4-BE49-F238E27FC236}">
                <a16:creationId xmlns:a16="http://schemas.microsoft.com/office/drawing/2014/main" xmlns="" id="{A524AE87-917C-4F3E-AE95-6889F35B0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425767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8" name="Rectangle 29">
            <a:extLst>
              <a:ext uri="{FF2B5EF4-FFF2-40B4-BE49-F238E27FC236}">
                <a16:creationId xmlns:a16="http://schemas.microsoft.com/office/drawing/2014/main" xmlns="" id="{106F6F86-DD21-4BED-BC55-3F5F33E06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539" y="42656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39" name="Rectangle 30">
            <a:extLst>
              <a:ext uri="{FF2B5EF4-FFF2-40B4-BE49-F238E27FC236}">
                <a16:creationId xmlns:a16="http://schemas.microsoft.com/office/drawing/2014/main" xmlns="" id="{C5720567-2118-4D3E-9E04-C6D56702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42656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68640" name="Group 31">
            <a:extLst>
              <a:ext uri="{FF2B5EF4-FFF2-40B4-BE49-F238E27FC236}">
                <a16:creationId xmlns:a16="http://schemas.microsoft.com/office/drawing/2014/main" xmlns="" id="{C49DFA6D-7059-4750-B60D-EB640872CEBC}"/>
              </a:ext>
            </a:extLst>
          </p:cNvPr>
          <p:cNvGrpSpPr>
            <a:grpSpLocks/>
          </p:cNvGrpSpPr>
          <p:nvPr/>
        </p:nvGrpSpPr>
        <p:grpSpPr bwMode="auto">
          <a:xfrm>
            <a:off x="2332039" y="2468564"/>
            <a:ext cx="3608387" cy="2409825"/>
            <a:chOff x="509" y="1555"/>
            <a:chExt cx="2273" cy="1518"/>
          </a:xfrm>
        </p:grpSpPr>
        <p:sp>
          <p:nvSpPr>
            <p:cNvPr id="68929" name="Rectangle 32">
              <a:extLst>
                <a:ext uri="{FF2B5EF4-FFF2-40B4-BE49-F238E27FC236}">
                  <a16:creationId xmlns:a16="http://schemas.microsoft.com/office/drawing/2014/main" xmlns="" id="{9E27CAA4-AB08-4F5B-ADA8-829CE75EF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" y="157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0" name="Rectangle 33">
              <a:extLst>
                <a:ext uri="{FF2B5EF4-FFF2-40B4-BE49-F238E27FC236}">
                  <a16:creationId xmlns:a16="http://schemas.microsoft.com/office/drawing/2014/main" xmlns="" id="{D91F8652-2CD2-466A-B796-A8E42DEE3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1" name="Rectangle 34">
              <a:extLst>
                <a:ext uri="{FF2B5EF4-FFF2-40B4-BE49-F238E27FC236}">
                  <a16:creationId xmlns:a16="http://schemas.microsoft.com/office/drawing/2014/main" xmlns="" id="{8C3AF57A-35CE-4537-8F4F-968E35B7E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2" name="Rectangle 35">
              <a:extLst>
                <a:ext uri="{FF2B5EF4-FFF2-40B4-BE49-F238E27FC236}">
                  <a16:creationId xmlns:a16="http://schemas.microsoft.com/office/drawing/2014/main" xmlns="" id="{75F33A46-8C56-4044-A61B-108650CEA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6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3" name="Rectangle 36">
              <a:extLst>
                <a:ext uri="{FF2B5EF4-FFF2-40B4-BE49-F238E27FC236}">
                  <a16:creationId xmlns:a16="http://schemas.microsoft.com/office/drawing/2014/main" xmlns="" id="{C3DE86CB-5496-4E88-B2B4-2CC22DCE5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4" name="Rectangle 37">
              <a:extLst>
                <a:ext uri="{FF2B5EF4-FFF2-40B4-BE49-F238E27FC236}">
                  <a16:creationId xmlns:a16="http://schemas.microsoft.com/office/drawing/2014/main" xmlns="" id="{83F08A1A-50B7-43B3-A38D-CA86DDD9E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5" name="Rectangle 38">
              <a:extLst>
                <a:ext uri="{FF2B5EF4-FFF2-40B4-BE49-F238E27FC236}">
                  <a16:creationId xmlns:a16="http://schemas.microsoft.com/office/drawing/2014/main" xmlns="" id="{02FACBC3-0A71-4E2D-9187-7D5C82F92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6" name="Rectangle 39">
              <a:extLst>
                <a:ext uri="{FF2B5EF4-FFF2-40B4-BE49-F238E27FC236}">
                  <a16:creationId xmlns:a16="http://schemas.microsoft.com/office/drawing/2014/main" xmlns="" id="{64BA472E-72F1-47CF-9A2B-4C7155118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4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7" name="Rectangle 40">
              <a:extLst>
                <a:ext uri="{FF2B5EF4-FFF2-40B4-BE49-F238E27FC236}">
                  <a16:creationId xmlns:a16="http://schemas.microsoft.com/office/drawing/2014/main" xmlns="" id="{70DE6EC9-F919-4597-9D98-007C4B1CC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8" name="Rectangle 41">
              <a:extLst>
                <a:ext uri="{FF2B5EF4-FFF2-40B4-BE49-F238E27FC236}">
                  <a16:creationId xmlns:a16="http://schemas.microsoft.com/office/drawing/2014/main" xmlns="" id="{8AD5AF84-2C7B-44EF-83CD-7B51587CD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39" name="Rectangle 42">
              <a:extLst>
                <a:ext uri="{FF2B5EF4-FFF2-40B4-BE49-F238E27FC236}">
                  <a16:creationId xmlns:a16="http://schemas.microsoft.com/office/drawing/2014/main" xmlns="" id="{E72889CE-A88C-44E5-9905-AE4D9C0DB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9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0" name="Rectangle 43">
              <a:extLst>
                <a:ext uri="{FF2B5EF4-FFF2-40B4-BE49-F238E27FC236}">
                  <a16:creationId xmlns:a16="http://schemas.microsoft.com/office/drawing/2014/main" xmlns="" id="{C4748766-2D0F-4337-A64F-E2B9B1970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1574"/>
              <a:ext cx="1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1" name="Rectangle 44">
              <a:extLst>
                <a:ext uri="{FF2B5EF4-FFF2-40B4-BE49-F238E27FC236}">
                  <a16:creationId xmlns:a16="http://schemas.microsoft.com/office/drawing/2014/main" xmlns="" id="{AD4F0FC0-8DB8-4490-9CF9-E7BF4169B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2" name="Rectangle 45">
              <a:extLst>
                <a:ext uri="{FF2B5EF4-FFF2-40B4-BE49-F238E27FC236}">
                  <a16:creationId xmlns:a16="http://schemas.microsoft.com/office/drawing/2014/main" xmlns="" id="{58E73481-EF5F-4E28-BCBE-515321C52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7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43" name="Rectangle 46">
              <a:extLst>
                <a:ext uri="{FF2B5EF4-FFF2-40B4-BE49-F238E27FC236}">
                  <a16:creationId xmlns:a16="http://schemas.microsoft.com/office/drawing/2014/main" xmlns="" id="{10C3F78A-5DDB-4293-B01A-626121610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44" name="Line 47">
              <a:extLst>
                <a:ext uri="{FF2B5EF4-FFF2-40B4-BE49-F238E27FC236}">
                  <a16:creationId xmlns:a16="http://schemas.microsoft.com/office/drawing/2014/main" xmlns="" id="{1A85FB40-DE57-403E-A77D-1EC44BDBC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5" name="Line 48">
              <a:extLst>
                <a:ext uri="{FF2B5EF4-FFF2-40B4-BE49-F238E27FC236}">
                  <a16:creationId xmlns:a16="http://schemas.microsoft.com/office/drawing/2014/main" xmlns="" id="{70B9E225-19FA-4CD2-B69E-BC5A41BB7B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6" name="Rectangle 49">
              <a:extLst>
                <a:ext uri="{FF2B5EF4-FFF2-40B4-BE49-F238E27FC236}">
                  <a16:creationId xmlns:a16="http://schemas.microsoft.com/office/drawing/2014/main" xmlns="" id="{0BB1CC93-4979-45FB-8433-969DEF3FF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47" name="Line 50">
              <a:extLst>
                <a:ext uri="{FF2B5EF4-FFF2-40B4-BE49-F238E27FC236}">
                  <a16:creationId xmlns:a16="http://schemas.microsoft.com/office/drawing/2014/main" xmlns="" id="{37B92877-83BB-43E3-A087-BE63537E25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8" name="Line 51">
              <a:extLst>
                <a:ext uri="{FF2B5EF4-FFF2-40B4-BE49-F238E27FC236}">
                  <a16:creationId xmlns:a16="http://schemas.microsoft.com/office/drawing/2014/main" xmlns="" id="{83D26904-DBA9-4905-9A8D-B26E61AE55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49" name="Rectangle 52">
              <a:extLst>
                <a:ext uri="{FF2B5EF4-FFF2-40B4-BE49-F238E27FC236}">
                  <a16:creationId xmlns:a16="http://schemas.microsoft.com/office/drawing/2014/main" xmlns="" id="{04BAF81B-9307-4374-A0CB-A564EFBC4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1555"/>
              <a:ext cx="46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0" name="Line 53">
              <a:extLst>
                <a:ext uri="{FF2B5EF4-FFF2-40B4-BE49-F238E27FC236}">
                  <a16:creationId xmlns:a16="http://schemas.microsoft.com/office/drawing/2014/main" xmlns="" id="{26EA7E2F-EB85-4CB7-AAE1-DCF62BAF8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1555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1" name="Rectangle 54">
              <a:extLst>
                <a:ext uri="{FF2B5EF4-FFF2-40B4-BE49-F238E27FC236}">
                  <a16:creationId xmlns:a16="http://schemas.microsoft.com/office/drawing/2014/main" xmlns="" id="{1BF0E75C-3A42-40AF-BCCA-8ABE4811D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2" name="Line 55">
              <a:extLst>
                <a:ext uri="{FF2B5EF4-FFF2-40B4-BE49-F238E27FC236}">
                  <a16:creationId xmlns:a16="http://schemas.microsoft.com/office/drawing/2014/main" xmlns="" id="{299FDD67-8BD6-4D89-B0F4-818C89685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3" name="Line 56">
              <a:extLst>
                <a:ext uri="{FF2B5EF4-FFF2-40B4-BE49-F238E27FC236}">
                  <a16:creationId xmlns:a16="http://schemas.microsoft.com/office/drawing/2014/main" xmlns="" id="{1D2FD212-A77E-42CF-BE05-62F096E492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4" name="Rectangle 57">
              <a:extLst>
                <a:ext uri="{FF2B5EF4-FFF2-40B4-BE49-F238E27FC236}">
                  <a16:creationId xmlns:a16="http://schemas.microsoft.com/office/drawing/2014/main" xmlns="" id="{6D07B822-B346-4411-88CA-59477997F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555"/>
              <a:ext cx="42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5" name="Line 58">
              <a:extLst>
                <a:ext uri="{FF2B5EF4-FFF2-40B4-BE49-F238E27FC236}">
                  <a16:creationId xmlns:a16="http://schemas.microsoft.com/office/drawing/2014/main" xmlns="" id="{F94DC850-7ABC-48B0-90EC-41793204A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555"/>
              <a:ext cx="42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6" name="Rectangle 59">
              <a:extLst>
                <a:ext uri="{FF2B5EF4-FFF2-40B4-BE49-F238E27FC236}">
                  <a16:creationId xmlns:a16="http://schemas.microsoft.com/office/drawing/2014/main" xmlns="" id="{255B7B68-44DE-4E7B-A920-B53D4AF3C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57" name="Line 60">
              <a:extLst>
                <a:ext uri="{FF2B5EF4-FFF2-40B4-BE49-F238E27FC236}">
                  <a16:creationId xmlns:a16="http://schemas.microsoft.com/office/drawing/2014/main" xmlns="" id="{88B8F9A9-EE3E-45EE-8F61-A43242E98F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8" name="Line 61">
              <a:extLst>
                <a:ext uri="{FF2B5EF4-FFF2-40B4-BE49-F238E27FC236}">
                  <a16:creationId xmlns:a16="http://schemas.microsoft.com/office/drawing/2014/main" xmlns="" id="{79D911F7-C821-4520-9B71-DBF403DDD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59" name="Rectangle 62">
              <a:extLst>
                <a:ext uri="{FF2B5EF4-FFF2-40B4-BE49-F238E27FC236}">
                  <a16:creationId xmlns:a16="http://schemas.microsoft.com/office/drawing/2014/main" xmlns="" id="{CBF31773-0AAA-4E0A-9713-3F6032EF8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555"/>
              <a:ext cx="38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0" name="Line 63">
              <a:extLst>
                <a:ext uri="{FF2B5EF4-FFF2-40B4-BE49-F238E27FC236}">
                  <a16:creationId xmlns:a16="http://schemas.microsoft.com/office/drawing/2014/main" xmlns="" id="{18B2FE06-D67B-41B0-B802-85685EF89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555"/>
              <a:ext cx="3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1" name="Rectangle 64">
              <a:extLst>
                <a:ext uri="{FF2B5EF4-FFF2-40B4-BE49-F238E27FC236}">
                  <a16:creationId xmlns:a16="http://schemas.microsoft.com/office/drawing/2014/main" xmlns="" id="{C09BF2C0-E228-4A3E-A3A3-9FA1F960C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2" name="Line 65">
              <a:extLst>
                <a:ext uri="{FF2B5EF4-FFF2-40B4-BE49-F238E27FC236}">
                  <a16:creationId xmlns:a16="http://schemas.microsoft.com/office/drawing/2014/main" xmlns="" id="{35AC408F-FDE0-4955-BF03-BF1DC546A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3" name="Line 66">
              <a:extLst>
                <a:ext uri="{FF2B5EF4-FFF2-40B4-BE49-F238E27FC236}">
                  <a16:creationId xmlns:a16="http://schemas.microsoft.com/office/drawing/2014/main" xmlns="" id="{AA691692-0209-4EF3-9560-5C7F1611D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4" name="Rectangle 67">
              <a:extLst>
                <a:ext uri="{FF2B5EF4-FFF2-40B4-BE49-F238E27FC236}">
                  <a16:creationId xmlns:a16="http://schemas.microsoft.com/office/drawing/2014/main" xmlns="" id="{BC83874E-DB51-4903-8368-181CFE3D3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1555"/>
              <a:ext cx="384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5" name="Line 68">
              <a:extLst>
                <a:ext uri="{FF2B5EF4-FFF2-40B4-BE49-F238E27FC236}">
                  <a16:creationId xmlns:a16="http://schemas.microsoft.com/office/drawing/2014/main" xmlns="" id="{EFD1EAD3-DAFF-41B3-84B5-A173B4F1D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1555"/>
              <a:ext cx="3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6" name="Rectangle 69">
              <a:extLst>
                <a:ext uri="{FF2B5EF4-FFF2-40B4-BE49-F238E27FC236}">
                  <a16:creationId xmlns:a16="http://schemas.microsoft.com/office/drawing/2014/main" xmlns="" id="{8DA4079A-FA93-41F0-B905-51F3A0714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67" name="Line 70">
              <a:extLst>
                <a:ext uri="{FF2B5EF4-FFF2-40B4-BE49-F238E27FC236}">
                  <a16:creationId xmlns:a16="http://schemas.microsoft.com/office/drawing/2014/main" xmlns="" id="{3413E30D-06EA-49CD-BD5D-916DAD19E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8" name="Line 71">
              <a:extLst>
                <a:ext uri="{FF2B5EF4-FFF2-40B4-BE49-F238E27FC236}">
                  <a16:creationId xmlns:a16="http://schemas.microsoft.com/office/drawing/2014/main" xmlns="" id="{6D419F9D-0368-44BE-AB08-F4DFA7F61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69" name="Rectangle 72">
              <a:extLst>
                <a:ext uri="{FF2B5EF4-FFF2-40B4-BE49-F238E27FC236}">
                  <a16:creationId xmlns:a16="http://schemas.microsoft.com/office/drawing/2014/main" xmlns="" id="{5F5B49F3-D71D-4DE2-80BB-BD2DA529D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1555"/>
              <a:ext cx="34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0" name="Line 73">
              <a:extLst>
                <a:ext uri="{FF2B5EF4-FFF2-40B4-BE49-F238E27FC236}">
                  <a16:creationId xmlns:a16="http://schemas.microsoft.com/office/drawing/2014/main" xmlns="" id="{0E774B4D-8297-4AFC-BBBC-8ECDEC08B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1555"/>
              <a:ext cx="3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1" name="Rectangle 74">
              <a:extLst>
                <a:ext uri="{FF2B5EF4-FFF2-40B4-BE49-F238E27FC236}">
                  <a16:creationId xmlns:a16="http://schemas.microsoft.com/office/drawing/2014/main" xmlns="" id="{0C0EC838-8DE9-4129-BA13-D10E3A57F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2" name="Line 75">
              <a:extLst>
                <a:ext uri="{FF2B5EF4-FFF2-40B4-BE49-F238E27FC236}">
                  <a16:creationId xmlns:a16="http://schemas.microsoft.com/office/drawing/2014/main" xmlns="" id="{F7321181-A768-4729-A493-FD9BBE028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3" name="Line 76">
              <a:extLst>
                <a:ext uri="{FF2B5EF4-FFF2-40B4-BE49-F238E27FC236}">
                  <a16:creationId xmlns:a16="http://schemas.microsoft.com/office/drawing/2014/main" xmlns="" id="{6C142560-9E7B-48C5-8D84-3D2599074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4" name="Rectangle 77">
              <a:extLst>
                <a:ext uri="{FF2B5EF4-FFF2-40B4-BE49-F238E27FC236}">
                  <a16:creationId xmlns:a16="http://schemas.microsoft.com/office/drawing/2014/main" xmlns="" id="{10D6C321-E31A-4826-89E7-A955E1694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5" name="Line 78">
              <a:extLst>
                <a:ext uri="{FF2B5EF4-FFF2-40B4-BE49-F238E27FC236}">
                  <a16:creationId xmlns:a16="http://schemas.microsoft.com/office/drawing/2014/main" xmlns="" id="{16EED5C2-09DA-4067-A8D7-373400F6F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6" name="Line 79">
              <a:extLst>
                <a:ext uri="{FF2B5EF4-FFF2-40B4-BE49-F238E27FC236}">
                  <a16:creationId xmlns:a16="http://schemas.microsoft.com/office/drawing/2014/main" xmlns="" id="{CD5630EC-2743-4C5D-ABE6-409DD8176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7" name="Rectangle 80">
              <a:extLst>
                <a:ext uri="{FF2B5EF4-FFF2-40B4-BE49-F238E27FC236}">
                  <a16:creationId xmlns:a16="http://schemas.microsoft.com/office/drawing/2014/main" xmlns="" id="{9319334E-5446-42C2-89E8-03164523C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78" name="Line 81">
              <a:extLst>
                <a:ext uri="{FF2B5EF4-FFF2-40B4-BE49-F238E27FC236}">
                  <a16:creationId xmlns:a16="http://schemas.microsoft.com/office/drawing/2014/main" xmlns="" id="{BC3AEBDF-7355-46A9-A7EC-C2ADF4BD5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79" name="Line 82">
              <a:extLst>
                <a:ext uri="{FF2B5EF4-FFF2-40B4-BE49-F238E27FC236}">
                  <a16:creationId xmlns:a16="http://schemas.microsoft.com/office/drawing/2014/main" xmlns="" id="{2BF86DA5-1E94-4F6D-9132-3304E9250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0" name="Line 83">
              <a:extLst>
                <a:ext uri="{FF2B5EF4-FFF2-40B4-BE49-F238E27FC236}">
                  <a16:creationId xmlns:a16="http://schemas.microsoft.com/office/drawing/2014/main" xmlns="" id="{51309BF5-43BD-44B8-9203-D727590895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1" name="Rectangle 84">
              <a:extLst>
                <a:ext uri="{FF2B5EF4-FFF2-40B4-BE49-F238E27FC236}">
                  <a16:creationId xmlns:a16="http://schemas.microsoft.com/office/drawing/2014/main" xmlns="" id="{D6E48CD7-9BA8-423F-98FB-7CEDBB373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56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82" name="Line 85">
              <a:extLst>
                <a:ext uri="{FF2B5EF4-FFF2-40B4-BE49-F238E27FC236}">
                  <a16:creationId xmlns:a16="http://schemas.microsoft.com/office/drawing/2014/main" xmlns="" id="{49A80FD5-7285-4B5D-9792-048BB7E1B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3" name="Rectangle 86">
              <a:extLst>
                <a:ext uri="{FF2B5EF4-FFF2-40B4-BE49-F238E27FC236}">
                  <a16:creationId xmlns:a16="http://schemas.microsoft.com/office/drawing/2014/main" xmlns="" id="{499C9679-14D2-474C-B6B4-A038C7349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567"/>
              <a:ext cx="5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84" name="Rectangle 87">
              <a:extLst>
                <a:ext uri="{FF2B5EF4-FFF2-40B4-BE49-F238E27FC236}">
                  <a16:creationId xmlns:a16="http://schemas.microsoft.com/office/drawing/2014/main" xmlns="" id="{CF403C5A-0876-4AEE-8640-E9E794743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85" name="Line 88">
              <a:extLst>
                <a:ext uri="{FF2B5EF4-FFF2-40B4-BE49-F238E27FC236}">
                  <a16:creationId xmlns:a16="http://schemas.microsoft.com/office/drawing/2014/main" xmlns="" id="{FF24B12D-0E8E-481A-832A-9E1685083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86" name="Rectangle 89">
              <a:extLst>
                <a:ext uri="{FF2B5EF4-FFF2-40B4-BE49-F238E27FC236}">
                  <a16:creationId xmlns:a16="http://schemas.microsoft.com/office/drawing/2014/main" xmlns="" id="{3A336DA9-07E6-4EDA-ADF4-8052E243A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185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87" name="Rectangle 90">
              <a:extLst>
                <a:ext uri="{FF2B5EF4-FFF2-40B4-BE49-F238E27FC236}">
                  <a16:creationId xmlns:a16="http://schemas.microsoft.com/office/drawing/2014/main" xmlns="" id="{ADA5F047-2E97-4B21-86B5-502EA9A29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88" name="Rectangle 91">
              <a:extLst>
                <a:ext uri="{FF2B5EF4-FFF2-40B4-BE49-F238E27FC236}">
                  <a16:creationId xmlns:a16="http://schemas.microsoft.com/office/drawing/2014/main" xmlns="" id="{8474D477-FBC6-4E46-B126-9682E9D12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89" name="Rectangle 92">
              <a:extLst>
                <a:ext uri="{FF2B5EF4-FFF2-40B4-BE49-F238E27FC236}">
                  <a16:creationId xmlns:a16="http://schemas.microsoft.com/office/drawing/2014/main" xmlns="" id="{7D4046F5-2600-46B8-ADEE-3715ECE7A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0" name="Rectangle 93">
              <a:extLst>
                <a:ext uri="{FF2B5EF4-FFF2-40B4-BE49-F238E27FC236}">
                  <a16:creationId xmlns:a16="http://schemas.microsoft.com/office/drawing/2014/main" xmlns="" id="{6EA1C2FA-A10B-496F-85A9-C73671C14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1" name="Rectangle 94">
              <a:extLst>
                <a:ext uri="{FF2B5EF4-FFF2-40B4-BE49-F238E27FC236}">
                  <a16:creationId xmlns:a16="http://schemas.microsoft.com/office/drawing/2014/main" xmlns="" id="{AB0ADDE4-F546-43BF-90BC-14FB1BA62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2" name="Rectangle 95">
              <a:extLst>
                <a:ext uri="{FF2B5EF4-FFF2-40B4-BE49-F238E27FC236}">
                  <a16:creationId xmlns:a16="http://schemas.microsoft.com/office/drawing/2014/main" xmlns="" id="{CFF3F073-225E-4971-97BD-9B8833DD2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3" name="Rectangle 96">
              <a:extLst>
                <a:ext uri="{FF2B5EF4-FFF2-40B4-BE49-F238E27FC236}">
                  <a16:creationId xmlns:a16="http://schemas.microsoft.com/office/drawing/2014/main" xmlns="" id="{AF8E4865-6200-4818-BF77-4EE6A2781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4" name="Rectangle 97">
              <a:extLst>
                <a:ext uri="{FF2B5EF4-FFF2-40B4-BE49-F238E27FC236}">
                  <a16:creationId xmlns:a16="http://schemas.microsoft.com/office/drawing/2014/main" xmlns="" id="{3F503023-5220-4895-9E44-A21139E68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185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5" name="Rectangle 98">
              <a:extLst>
                <a:ext uri="{FF2B5EF4-FFF2-40B4-BE49-F238E27FC236}">
                  <a16:creationId xmlns:a16="http://schemas.microsoft.com/office/drawing/2014/main" xmlns="" id="{6EF49223-F675-4599-8D1F-59298B15D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185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996" name="Line 99">
              <a:extLst>
                <a:ext uri="{FF2B5EF4-FFF2-40B4-BE49-F238E27FC236}">
                  <a16:creationId xmlns:a16="http://schemas.microsoft.com/office/drawing/2014/main" xmlns="" id="{8B3FA942-FFD7-46A3-A3F6-5C1DFDA9FD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97" name="Line 100">
              <a:extLst>
                <a:ext uri="{FF2B5EF4-FFF2-40B4-BE49-F238E27FC236}">
                  <a16:creationId xmlns:a16="http://schemas.microsoft.com/office/drawing/2014/main" xmlns="" id="{059FDB8D-6AA5-4268-A4D0-30C88A87E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1841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98" name="Line 101">
              <a:extLst>
                <a:ext uri="{FF2B5EF4-FFF2-40B4-BE49-F238E27FC236}">
                  <a16:creationId xmlns:a16="http://schemas.microsoft.com/office/drawing/2014/main" xmlns="" id="{D321CBCD-B2E4-4072-A6EF-07AA9DBCF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99" name="Line 102">
              <a:extLst>
                <a:ext uri="{FF2B5EF4-FFF2-40B4-BE49-F238E27FC236}">
                  <a16:creationId xmlns:a16="http://schemas.microsoft.com/office/drawing/2014/main" xmlns="" id="{BE777C6E-98F2-44EA-B21C-7496A7B22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0" name="Line 103">
              <a:extLst>
                <a:ext uri="{FF2B5EF4-FFF2-40B4-BE49-F238E27FC236}">
                  <a16:creationId xmlns:a16="http://schemas.microsoft.com/office/drawing/2014/main" xmlns="" id="{44385256-8683-4516-9815-E01BF6EB09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1841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1" name="Line 104">
              <a:extLst>
                <a:ext uri="{FF2B5EF4-FFF2-40B4-BE49-F238E27FC236}">
                  <a16:creationId xmlns:a16="http://schemas.microsoft.com/office/drawing/2014/main" xmlns="" id="{16AAD061-3884-4575-91F2-0736094FE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2" name="Line 105">
              <a:extLst>
                <a:ext uri="{FF2B5EF4-FFF2-40B4-BE49-F238E27FC236}">
                  <a16:creationId xmlns:a16="http://schemas.microsoft.com/office/drawing/2014/main" xmlns="" id="{14F0B3A8-AA48-473D-836A-0C4EAC5C9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3" name="Line 106">
              <a:extLst>
                <a:ext uri="{FF2B5EF4-FFF2-40B4-BE49-F238E27FC236}">
                  <a16:creationId xmlns:a16="http://schemas.microsoft.com/office/drawing/2014/main" xmlns="" id="{132940A2-69E8-4180-B628-F27BA96EE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1841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4" name="Line 107">
              <a:extLst>
                <a:ext uri="{FF2B5EF4-FFF2-40B4-BE49-F238E27FC236}">
                  <a16:creationId xmlns:a16="http://schemas.microsoft.com/office/drawing/2014/main" xmlns="" id="{06AF7688-E184-428C-88FF-B4EFEA0F0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5" name="Line 108">
              <a:extLst>
                <a:ext uri="{FF2B5EF4-FFF2-40B4-BE49-F238E27FC236}">
                  <a16:creationId xmlns:a16="http://schemas.microsoft.com/office/drawing/2014/main" xmlns="" id="{743554B6-415B-4602-8B8D-23617206A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6" name="Line 109">
              <a:extLst>
                <a:ext uri="{FF2B5EF4-FFF2-40B4-BE49-F238E27FC236}">
                  <a16:creationId xmlns:a16="http://schemas.microsoft.com/office/drawing/2014/main" xmlns="" id="{40560183-2F8E-4745-92F4-21288364E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1841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7" name="Line 110">
              <a:extLst>
                <a:ext uri="{FF2B5EF4-FFF2-40B4-BE49-F238E27FC236}">
                  <a16:creationId xmlns:a16="http://schemas.microsoft.com/office/drawing/2014/main" xmlns="" id="{9DC1E663-2FF0-4526-B8B6-A65A68F8B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8" name="Line 111">
              <a:extLst>
                <a:ext uri="{FF2B5EF4-FFF2-40B4-BE49-F238E27FC236}">
                  <a16:creationId xmlns:a16="http://schemas.microsoft.com/office/drawing/2014/main" xmlns="" id="{BEF9A7B3-74D6-4601-829F-15826D3B8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09" name="Line 112">
              <a:extLst>
                <a:ext uri="{FF2B5EF4-FFF2-40B4-BE49-F238E27FC236}">
                  <a16:creationId xmlns:a16="http://schemas.microsoft.com/office/drawing/2014/main" xmlns="" id="{9C9B8909-E542-410C-BC29-01CFD85A0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1841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0" name="Line 113">
              <a:extLst>
                <a:ext uri="{FF2B5EF4-FFF2-40B4-BE49-F238E27FC236}">
                  <a16:creationId xmlns:a16="http://schemas.microsoft.com/office/drawing/2014/main" xmlns="" id="{204BBCD5-F0AE-444C-8BBE-67CDA42F7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1" name="Rectangle 114">
              <a:extLst>
                <a:ext uri="{FF2B5EF4-FFF2-40B4-BE49-F238E27FC236}">
                  <a16:creationId xmlns:a16="http://schemas.microsoft.com/office/drawing/2014/main" xmlns="" id="{0EC0C163-3C07-4ADC-8B6E-89B67A6E2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2" name="Line 115">
              <a:extLst>
                <a:ext uri="{FF2B5EF4-FFF2-40B4-BE49-F238E27FC236}">
                  <a16:creationId xmlns:a16="http://schemas.microsoft.com/office/drawing/2014/main" xmlns="" id="{C7EADD67-D9A1-406F-B0B5-23AD79CA0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3" name="Line 116">
              <a:extLst>
                <a:ext uri="{FF2B5EF4-FFF2-40B4-BE49-F238E27FC236}">
                  <a16:creationId xmlns:a16="http://schemas.microsoft.com/office/drawing/2014/main" xmlns="" id="{DE009BD5-41CD-49D3-B909-290377B72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4" name="Line 117">
              <a:extLst>
                <a:ext uri="{FF2B5EF4-FFF2-40B4-BE49-F238E27FC236}">
                  <a16:creationId xmlns:a16="http://schemas.microsoft.com/office/drawing/2014/main" xmlns="" id="{F82A1A6D-CCDE-4BE3-AB28-B85F4941E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5" name="Rectangle 118">
              <a:extLst>
                <a:ext uri="{FF2B5EF4-FFF2-40B4-BE49-F238E27FC236}">
                  <a16:creationId xmlns:a16="http://schemas.microsoft.com/office/drawing/2014/main" xmlns="" id="{3E2CB438-BD9C-4EA6-966A-A1B89E63A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84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6" name="Line 119">
              <a:extLst>
                <a:ext uri="{FF2B5EF4-FFF2-40B4-BE49-F238E27FC236}">
                  <a16:creationId xmlns:a16="http://schemas.microsoft.com/office/drawing/2014/main" xmlns="" id="{0593E6AD-7C0C-4C0D-A87F-E140A2A21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17" name="Rectangle 120">
              <a:extLst>
                <a:ext uri="{FF2B5EF4-FFF2-40B4-BE49-F238E27FC236}">
                  <a16:creationId xmlns:a16="http://schemas.microsoft.com/office/drawing/2014/main" xmlns="" id="{B0BF0365-6E5F-4A95-9C01-34A799465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1847"/>
              <a:ext cx="5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8" name="Rectangle 121">
              <a:extLst>
                <a:ext uri="{FF2B5EF4-FFF2-40B4-BE49-F238E27FC236}">
                  <a16:creationId xmlns:a16="http://schemas.microsoft.com/office/drawing/2014/main" xmlns="" id="{7C5C6602-5310-4E9A-AF99-8F1F68600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19" name="Line 122">
              <a:extLst>
                <a:ext uri="{FF2B5EF4-FFF2-40B4-BE49-F238E27FC236}">
                  <a16:creationId xmlns:a16="http://schemas.microsoft.com/office/drawing/2014/main" xmlns="" id="{58B36092-C0ED-45B9-BFE4-D84876B39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20" name="Rectangle 123">
              <a:extLst>
                <a:ext uri="{FF2B5EF4-FFF2-40B4-BE49-F238E27FC236}">
                  <a16:creationId xmlns:a16="http://schemas.microsoft.com/office/drawing/2014/main" xmlns="" id="{DE99F774-BA62-45B5-BB37-98564A539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13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1" name="Rectangle 124">
              <a:extLst>
                <a:ext uri="{FF2B5EF4-FFF2-40B4-BE49-F238E27FC236}">
                  <a16:creationId xmlns:a16="http://schemas.microsoft.com/office/drawing/2014/main" xmlns="" id="{AE798C00-E4E0-4991-9CDA-3703A85DC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2" name="Rectangle 125">
              <a:extLst>
                <a:ext uri="{FF2B5EF4-FFF2-40B4-BE49-F238E27FC236}">
                  <a16:creationId xmlns:a16="http://schemas.microsoft.com/office/drawing/2014/main" xmlns="" id="{D6A8A492-ED5F-4CB9-839D-3DA2FDD41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3" name="Rectangle 126">
              <a:extLst>
                <a:ext uri="{FF2B5EF4-FFF2-40B4-BE49-F238E27FC236}">
                  <a16:creationId xmlns:a16="http://schemas.microsoft.com/office/drawing/2014/main" xmlns="" id="{E67C1E98-9CB3-4E32-8701-8224A20E1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4" name="Rectangle 127">
              <a:extLst>
                <a:ext uri="{FF2B5EF4-FFF2-40B4-BE49-F238E27FC236}">
                  <a16:creationId xmlns:a16="http://schemas.microsoft.com/office/drawing/2014/main" xmlns="" id="{198C5959-37A1-4D31-A9CD-8DAE05B4D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5" name="Rectangle 128">
              <a:extLst>
                <a:ext uri="{FF2B5EF4-FFF2-40B4-BE49-F238E27FC236}">
                  <a16:creationId xmlns:a16="http://schemas.microsoft.com/office/drawing/2014/main" xmlns="" id="{BCD90081-1733-4626-AC8B-9D36D0724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6" name="Rectangle 129">
              <a:extLst>
                <a:ext uri="{FF2B5EF4-FFF2-40B4-BE49-F238E27FC236}">
                  <a16:creationId xmlns:a16="http://schemas.microsoft.com/office/drawing/2014/main" xmlns="" id="{9E5BA325-010E-469C-ABA6-18CDD7707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7" name="Rectangle 130">
              <a:extLst>
                <a:ext uri="{FF2B5EF4-FFF2-40B4-BE49-F238E27FC236}">
                  <a16:creationId xmlns:a16="http://schemas.microsoft.com/office/drawing/2014/main" xmlns="" id="{D08EBA12-A2C9-4A82-BC5B-BF1B8E702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8" name="Rectangle 131">
              <a:extLst>
                <a:ext uri="{FF2B5EF4-FFF2-40B4-BE49-F238E27FC236}">
                  <a16:creationId xmlns:a16="http://schemas.microsoft.com/office/drawing/2014/main" xmlns="" id="{8520DC79-4256-467F-87C1-B3042AFCB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29" name="Rectangle 132">
              <a:extLst>
                <a:ext uri="{FF2B5EF4-FFF2-40B4-BE49-F238E27FC236}">
                  <a16:creationId xmlns:a16="http://schemas.microsoft.com/office/drawing/2014/main" xmlns="" id="{135CE016-2DFE-437E-A0EC-0C0855BC0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30" name="Rectangle 133">
              <a:extLst>
                <a:ext uri="{FF2B5EF4-FFF2-40B4-BE49-F238E27FC236}">
                  <a16:creationId xmlns:a16="http://schemas.microsoft.com/office/drawing/2014/main" xmlns="" id="{7C7D5763-921F-4CA8-BDE1-272482BCA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31" name="Line 134">
              <a:extLst>
                <a:ext uri="{FF2B5EF4-FFF2-40B4-BE49-F238E27FC236}">
                  <a16:creationId xmlns:a16="http://schemas.microsoft.com/office/drawing/2014/main" xmlns="" id="{2CC55D62-3EF2-44EA-9D05-E21F3A14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2" name="Rectangle 135">
              <a:extLst>
                <a:ext uri="{FF2B5EF4-FFF2-40B4-BE49-F238E27FC236}">
                  <a16:creationId xmlns:a16="http://schemas.microsoft.com/office/drawing/2014/main" xmlns="" id="{3E7EED68-5248-468E-815A-21A88474D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121"/>
              <a:ext cx="46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33" name="Line 136">
              <a:extLst>
                <a:ext uri="{FF2B5EF4-FFF2-40B4-BE49-F238E27FC236}">
                  <a16:creationId xmlns:a16="http://schemas.microsoft.com/office/drawing/2014/main" xmlns="" id="{E7E899C4-5B75-47E7-AE91-FCA89E320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121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4" name="Line 137">
              <a:extLst>
                <a:ext uri="{FF2B5EF4-FFF2-40B4-BE49-F238E27FC236}">
                  <a16:creationId xmlns:a16="http://schemas.microsoft.com/office/drawing/2014/main" xmlns="" id="{C87FF6D0-43EE-420E-AEDC-DD24FEC02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5" name="Line 138">
              <a:extLst>
                <a:ext uri="{FF2B5EF4-FFF2-40B4-BE49-F238E27FC236}">
                  <a16:creationId xmlns:a16="http://schemas.microsoft.com/office/drawing/2014/main" xmlns="" id="{0282A7E4-AC1F-44B6-999A-2F6E131FA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6" name="Rectangle 139">
              <a:extLst>
                <a:ext uri="{FF2B5EF4-FFF2-40B4-BE49-F238E27FC236}">
                  <a16:creationId xmlns:a16="http://schemas.microsoft.com/office/drawing/2014/main" xmlns="" id="{2796678D-20CC-40F5-BBE2-62785F417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2121"/>
              <a:ext cx="427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37" name="Line 140">
              <a:extLst>
                <a:ext uri="{FF2B5EF4-FFF2-40B4-BE49-F238E27FC236}">
                  <a16:creationId xmlns:a16="http://schemas.microsoft.com/office/drawing/2014/main" xmlns="" id="{A6D5F510-1807-4EAD-B3FF-C58D67E6B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2121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8" name="Line 141">
              <a:extLst>
                <a:ext uri="{FF2B5EF4-FFF2-40B4-BE49-F238E27FC236}">
                  <a16:creationId xmlns:a16="http://schemas.microsoft.com/office/drawing/2014/main" xmlns="" id="{C99EBC4E-9D78-4BB6-AAFE-C3EE89BE3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39" name="Line 142">
              <a:extLst>
                <a:ext uri="{FF2B5EF4-FFF2-40B4-BE49-F238E27FC236}">
                  <a16:creationId xmlns:a16="http://schemas.microsoft.com/office/drawing/2014/main" xmlns="" id="{34443523-FA78-487E-A28E-2D3678285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0" name="Rectangle 143">
              <a:extLst>
                <a:ext uri="{FF2B5EF4-FFF2-40B4-BE49-F238E27FC236}">
                  <a16:creationId xmlns:a16="http://schemas.microsoft.com/office/drawing/2014/main" xmlns="" id="{6535F85A-D66A-4980-8399-94F9E296B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2121"/>
              <a:ext cx="39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1" name="Line 144">
              <a:extLst>
                <a:ext uri="{FF2B5EF4-FFF2-40B4-BE49-F238E27FC236}">
                  <a16:creationId xmlns:a16="http://schemas.microsoft.com/office/drawing/2014/main" xmlns="" id="{A65AC0E4-9B16-4BCD-8092-1538854BF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121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2" name="Rectangle 145">
              <a:extLst>
                <a:ext uri="{FF2B5EF4-FFF2-40B4-BE49-F238E27FC236}">
                  <a16:creationId xmlns:a16="http://schemas.microsoft.com/office/drawing/2014/main" xmlns="" id="{00C37C4A-4B7A-449B-AB8F-9729F246A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2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3" name="Line 146">
              <a:extLst>
                <a:ext uri="{FF2B5EF4-FFF2-40B4-BE49-F238E27FC236}">
                  <a16:creationId xmlns:a16="http://schemas.microsoft.com/office/drawing/2014/main" xmlns="" id="{B575961E-E574-4028-AB67-577317CF1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4" name="Line 147">
              <a:extLst>
                <a:ext uri="{FF2B5EF4-FFF2-40B4-BE49-F238E27FC236}">
                  <a16:creationId xmlns:a16="http://schemas.microsoft.com/office/drawing/2014/main" xmlns="" id="{A54108E8-5B15-4DF6-9D39-DFE0E4182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5" name="Rectangle 148">
              <a:extLst>
                <a:ext uri="{FF2B5EF4-FFF2-40B4-BE49-F238E27FC236}">
                  <a16:creationId xmlns:a16="http://schemas.microsoft.com/office/drawing/2014/main" xmlns="" id="{48C8F494-62F0-495B-BFE3-E997FEF4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121"/>
              <a:ext cx="390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6" name="Line 149">
              <a:extLst>
                <a:ext uri="{FF2B5EF4-FFF2-40B4-BE49-F238E27FC236}">
                  <a16:creationId xmlns:a16="http://schemas.microsoft.com/office/drawing/2014/main" xmlns="" id="{17A7C28C-D391-4FB4-8DDF-AF00A0ADB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121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7" name="Rectangle 150">
              <a:extLst>
                <a:ext uri="{FF2B5EF4-FFF2-40B4-BE49-F238E27FC236}">
                  <a16:creationId xmlns:a16="http://schemas.microsoft.com/office/drawing/2014/main" xmlns="" id="{7B77E4CA-61BE-4EA8-86E8-7A2E4BFE9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121"/>
              <a:ext cx="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48" name="Line 151">
              <a:extLst>
                <a:ext uri="{FF2B5EF4-FFF2-40B4-BE49-F238E27FC236}">
                  <a16:creationId xmlns:a16="http://schemas.microsoft.com/office/drawing/2014/main" xmlns="" id="{89D0B845-74FF-48AA-B5EE-E554FDCF5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49" name="Line 152">
              <a:extLst>
                <a:ext uri="{FF2B5EF4-FFF2-40B4-BE49-F238E27FC236}">
                  <a16:creationId xmlns:a16="http://schemas.microsoft.com/office/drawing/2014/main" xmlns="" id="{BD023910-353F-45A0-ABA8-E81886FE2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0" name="Rectangle 153">
              <a:extLst>
                <a:ext uri="{FF2B5EF4-FFF2-40B4-BE49-F238E27FC236}">
                  <a16:creationId xmlns:a16="http://schemas.microsoft.com/office/drawing/2014/main" xmlns="" id="{04E14B87-2F38-44EB-8E7B-033A954A1B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121"/>
              <a:ext cx="35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1" name="Line 154">
              <a:extLst>
                <a:ext uri="{FF2B5EF4-FFF2-40B4-BE49-F238E27FC236}">
                  <a16:creationId xmlns:a16="http://schemas.microsoft.com/office/drawing/2014/main" xmlns="" id="{07FBFE76-3992-49F4-8FE0-32C5E47D9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121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2" name="Rectangle 155">
              <a:extLst>
                <a:ext uri="{FF2B5EF4-FFF2-40B4-BE49-F238E27FC236}">
                  <a16:creationId xmlns:a16="http://schemas.microsoft.com/office/drawing/2014/main" xmlns="" id="{E5E92D9F-137C-4B21-8439-23B4A3BF0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3" name="Line 156">
              <a:extLst>
                <a:ext uri="{FF2B5EF4-FFF2-40B4-BE49-F238E27FC236}">
                  <a16:creationId xmlns:a16="http://schemas.microsoft.com/office/drawing/2014/main" xmlns="" id="{BFCF516F-352F-41A2-A66A-B83F2B470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4" name="Rectangle 157">
              <a:extLst>
                <a:ext uri="{FF2B5EF4-FFF2-40B4-BE49-F238E27FC236}">
                  <a16:creationId xmlns:a16="http://schemas.microsoft.com/office/drawing/2014/main" xmlns="" id="{A80B526A-4941-4A37-B283-F0AB8BCD6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12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5" name="Line 158">
              <a:extLst>
                <a:ext uri="{FF2B5EF4-FFF2-40B4-BE49-F238E27FC236}">
                  <a16:creationId xmlns:a16="http://schemas.microsoft.com/office/drawing/2014/main" xmlns="" id="{12BE38F1-4283-42DD-91FE-758AECB8A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6" name="Line 159">
              <a:extLst>
                <a:ext uri="{FF2B5EF4-FFF2-40B4-BE49-F238E27FC236}">
                  <a16:creationId xmlns:a16="http://schemas.microsoft.com/office/drawing/2014/main" xmlns="" id="{051720DB-F835-489C-BFBE-8B114BF81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7" name="Line 160">
              <a:extLst>
                <a:ext uri="{FF2B5EF4-FFF2-40B4-BE49-F238E27FC236}">
                  <a16:creationId xmlns:a16="http://schemas.microsoft.com/office/drawing/2014/main" xmlns="" id="{AFDDB347-7503-4383-B928-ABEBA2840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58" name="Rectangle 161">
              <a:extLst>
                <a:ext uri="{FF2B5EF4-FFF2-40B4-BE49-F238E27FC236}">
                  <a16:creationId xmlns:a16="http://schemas.microsoft.com/office/drawing/2014/main" xmlns="" id="{0F9A6D14-D884-416F-8547-D92552910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2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59" name="Line 162">
              <a:extLst>
                <a:ext uri="{FF2B5EF4-FFF2-40B4-BE49-F238E27FC236}">
                  <a16:creationId xmlns:a16="http://schemas.microsoft.com/office/drawing/2014/main" xmlns="" id="{362A9600-2EEB-4710-A1E2-703116B06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60" name="Rectangle 163">
              <a:extLst>
                <a:ext uri="{FF2B5EF4-FFF2-40B4-BE49-F238E27FC236}">
                  <a16:creationId xmlns:a16="http://schemas.microsoft.com/office/drawing/2014/main" xmlns="" id="{F0D39FE2-8EFB-4C58-9B26-3CE58081C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127"/>
              <a:ext cx="5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61" name="Rectangle 164">
              <a:extLst>
                <a:ext uri="{FF2B5EF4-FFF2-40B4-BE49-F238E27FC236}">
                  <a16:creationId xmlns:a16="http://schemas.microsoft.com/office/drawing/2014/main" xmlns="" id="{417F0C96-1C33-4033-904A-0F461681E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12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62" name="Line 165">
              <a:extLst>
                <a:ext uri="{FF2B5EF4-FFF2-40B4-BE49-F238E27FC236}">
                  <a16:creationId xmlns:a16="http://schemas.microsoft.com/office/drawing/2014/main" xmlns="" id="{63944612-3EA8-4818-8F05-47D19294C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12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63" name="Rectangle 166">
              <a:extLst>
                <a:ext uri="{FF2B5EF4-FFF2-40B4-BE49-F238E27FC236}">
                  <a16:creationId xmlns:a16="http://schemas.microsoft.com/office/drawing/2014/main" xmlns="" id="{B9C6FE14-25E2-40FE-A3B5-D97D1B1B3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41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4" name="Rectangle 167">
              <a:extLst>
                <a:ext uri="{FF2B5EF4-FFF2-40B4-BE49-F238E27FC236}">
                  <a16:creationId xmlns:a16="http://schemas.microsoft.com/office/drawing/2014/main" xmlns="" id="{73822DB2-CAAF-4789-9A7F-2741DBB23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5" name="Rectangle 168">
              <a:extLst>
                <a:ext uri="{FF2B5EF4-FFF2-40B4-BE49-F238E27FC236}">
                  <a16:creationId xmlns:a16="http://schemas.microsoft.com/office/drawing/2014/main" xmlns="" id="{0E9C9574-47F0-4B7D-BC9F-F0B3D7EDF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6" name="Rectangle 169">
              <a:extLst>
                <a:ext uri="{FF2B5EF4-FFF2-40B4-BE49-F238E27FC236}">
                  <a16:creationId xmlns:a16="http://schemas.microsoft.com/office/drawing/2014/main" xmlns="" id="{4A948940-4960-42ED-B22B-7693A2D69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7" name="Rectangle 170">
              <a:extLst>
                <a:ext uri="{FF2B5EF4-FFF2-40B4-BE49-F238E27FC236}">
                  <a16:creationId xmlns:a16="http://schemas.microsoft.com/office/drawing/2014/main" xmlns="" id="{53C15396-C28D-488C-91C3-5145D4CB7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8" name="Rectangle 171">
              <a:extLst>
                <a:ext uri="{FF2B5EF4-FFF2-40B4-BE49-F238E27FC236}">
                  <a16:creationId xmlns:a16="http://schemas.microsoft.com/office/drawing/2014/main" xmlns="" id="{4535B913-9662-456B-8B17-03D2D859D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69" name="Rectangle 172">
              <a:extLst>
                <a:ext uri="{FF2B5EF4-FFF2-40B4-BE49-F238E27FC236}">
                  <a16:creationId xmlns:a16="http://schemas.microsoft.com/office/drawing/2014/main" xmlns="" id="{40A4F937-D0AD-48B5-B1F3-C7BC0FA3F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0" name="Rectangle 173">
              <a:extLst>
                <a:ext uri="{FF2B5EF4-FFF2-40B4-BE49-F238E27FC236}">
                  <a16:creationId xmlns:a16="http://schemas.microsoft.com/office/drawing/2014/main" xmlns="" id="{BD6E8A82-CDFD-4D72-99A6-84222F7AA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1" name="Rectangle 174">
              <a:extLst>
                <a:ext uri="{FF2B5EF4-FFF2-40B4-BE49-F238E27FC236}">
                  <a16:creationId xmlns:a16="http://schemas.microsoft.com/office/drawing/2014/main" xmlns="" id="{34AFA233-A52C-4DA3-AB21-338AE0BA8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2" name="Rectangle 175">
              <a:extLst>
                <a:ext uri="{FF2B5EF4-FFF2-40B4-BE49-F238E27FC236}">
                  <a16:creationId xmlns:a16="http://schemas.microsoft.com/office/drawing/2014/main" xmlns="" id="{B3EE9745-8989-4805-A482-CE1542B7C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073" name="Rectangle 176">
              <a:extLst>
                <a:ext uri="{FF2B5EF4-FFF2-40B4-BE49-F238E27FC236}">
                  <a16:creationId xmlns:a16="http://schemas.microsoft.com/office/drawing/2014/main" xmlns="" id="{BE353823-122F-486B-A0DF-DDA283CE9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40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74" name="Line 177">
              <a:extLst>
                <a:ext uri="{FF2B5EF4-FFF2-40B4-BE49-F238E27FC236}">
                  <a16:creationId xmlns:a16="http://schemas.microsoft.com/office/drawing/2014/main" xmlns="" id="{53C8785E-1924-4E31-845B-B506FDA39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40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5" name="Rectangle 178">
              <a:extLst>
                <a:ext uri="{FF2B5EF4-FFF2-40B4-BE49-F238E27FC236}">
                  <a16:creationId xmlns:a16="http://schemas.microsoft.com/office/drawing/2014/main" xmlns="" id="{71CCEB5A-DBA3-4DF3-8296-DCD2F77C6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401"/>
              <a:ext cx="46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76" name="Line 179">
              <a:extLst>
                <a:ext uri="{FF2B5EF4-FFF2-40B4-BE49-F238E27FC236}">
                  <a16:creationId xmlns:a16="http://schemas.microsoft.com/office/drawing/2014/main" xmlns="" id="{7D227686-FAD3-4788-8470-06CA6CC6F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401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7" name="Line 180">
              <a:extLst>
                <a:ext uri="{FF2B5EF4-FFF2-40B4-BE49-F238E27FC236}">
                  <a16:creationId xmlns:a16="http://schemas.microsoft.com/office/drawing/2014/main" xmlns="" id="{EE01FD69-B690-4ADB-8878-FE2319AF6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40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8" name="Line 181">
              <a:extLst>
                <a:ext uri="{FF2B5EF4-FFF2-40B4-BE49-F238E27FC236}">
                  <a16:creationId xmlns:a16="http://schemas.microsoft.com/office/drawing/2014/main" xmlns="" id="{25F4775E-2FB2-40BD-B0B0-F9C1566EC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79" name="Rectangle 182">
              <a:extLst>
                <a:ext uri="{FF2B5EF4-FFF2-40B4-BE49-F238E27FC236}">
                  <a16:creationId xmlns:a16="http://schemas.microsoft.com/office/drawing/2014/main" xmlns="" id="{882C04BF-6079-4BF6-B082-DB37E8C0C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2401"/>
              <a:ext cx="427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0" name="Line 183">
              <a:extLst>
                <a:ext uri="{FF2B5EF4-FFF2-40B4-BE49-F238E27FC236}">
                  <a16:creationId xmlns:a16="http://schemas.microsoft.com/office/drawing/2014/main" xmlns="" id="{F4D3FFB8-6DA4-4B08-9BD3-62D675EB8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2401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1" name="Line 184">
              <a:extLst>
                <a:ext uri="{FF2B5EF4-FFF2-40B4-BE49-F238E27FC236}">
                  <a16:creationId xmlns:a16="http://schemas.microsoft.com/office/drawing/2014/main" xmlns="" id="{6C9C1EF9-B07F-4CAA-B131-60CFC128A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40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2" name="Line 185">
              <a:extLst>
                <a:ext uri="{FF2B5EF4-FFF2-40B4-BE49-F238E27FC236}">
                  <a16:creationId xmlns:a16="http://schemas.microsoft.com/office/drawing/2014/main" xmlns="" id="{449A4ADC-C26B-431F-9B64-3CAA9CD96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3" name="Rectangle 186">
              <a:extLst>
                <a:ext uri="{FF2B5EF4-FFF2-40B4-BE49-F238E27FC236}">
                  <a16:creationId xmlns:a16="http://schemas.microsoft.com/office/drawing/2014/main" xmlns="" id="{E166CAC5-5670-48F7-9E4C-DCC757AD1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2401"/>
              <a:ext cx="39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4" name="Line 187">
              <a:extLst>
                <a:ext uri="{FF2B5EF4-FFF2-40B4-BE49-F238E27FC236}">
                  <a16:creationId xmlns:a16="http://schemas.microsoft.com/office/drawing/2014/main" xmlns="" id="{E1DBC2F8-55B5-405F-A64A-B5962A658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401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5" name="Rectangle 188">
              <a:extLst>
                <a:ext uri="{FF2B5EF4-FFF2-40B4-BE49-F238E27FC236}">
                  <a16:creationId xmlns:a16="http://schemas.microsoft.com/office/drawing/2014/main" xmlns="" id="{2E42C3E6-88A0-426E-937D-DF991C1C8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40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6" name="Line 189">
              <a:extLst>
                <a:ext uri="{FF2B5EF4-FFF2-40B4-BE49-F238E27FC236}">
                  <a16:creationId xmlns:a16="http://schemas.microsoft.com/office/drawing/2014/main" xmlns="" id="{8591A683-C992-4F81-A03E-42257B78D8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40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7" name="Line 190">
              <a:extLst>
                <a:ext uri="{FF2B5EF4-FFF2-40B4-BE49-F238E27FC236}">
                  <a16:creationId xmlns:a16="http://schemas.microsoft.com/office/drawing/2014/main" xmlns="" id="{9553F92A-57F4-426B-A505-69E49A5244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88" name="Rectangle 191">
              <a:extLst>
                <a:ext uri="{FF2B5EF4-FFF2-40B4-BE49-F238E27FC236}">
                  <a16:creationId xmlns:a16="http://schemas.microsoft.com/office/drawing/2014/main" xmlns="" id="{7C50561B-7C1E-4D20-8DAE-34B50C83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401"/>
              <a:ext cx="390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89" name="Line 192">
              <a:extLst>
                <a:ext uri="{FF2B5EF4-FFF2-40B4-BE49-F238E27FC236}">
                  <a16:creationId xmlns:a16="http://schemas.microsoft.com/office/drawing/2014/main" xmlns="" id="{22210270-3DB0-4D39-A010-A2651FAD92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401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0" name="Rectangle 193">
              <a:extLst>
                <a:ext uri="{FF2B5EF4-FFF2-40B4-BE49-F238E27FC236}">
                  <a16:creationId xmlns:a16="http://schemas.microsoft.com/office/drawing/2014/main" xmlns="" id="{42597F48-3609-4E27-8F69-220BCAA88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401"/>
              <a:ext cx="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1" name="Line 194">
              <a:extLst>
                <a:ext uri="{FF2B5EF4-FFF2-40B4-BE49-F238E27FC236}">
                  <a16:creationId xmlns:a16="http://schemas.microsoft.com/office/drawing/2014/main" xmlns="" id="{51E8B395-4233-4FDA-9F11-71C9ACB6E1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40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2" name="Line 195">
              <a:extLst>
                <a:ext uri="{FF2B5EF4-FFF2-40B4-BE49-F238E27FC236}">
                  <a16:creationId xmlns:a16="http://schemas.microsoft.com/office/drawing/2014/main" xmlns="" id="{1837022D-0C7A-464A-9C64-0DEFFD05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40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3" name="Rectangle 196">
              <a:extLst>
                <a:ext uri="{FF2B5EF4-FFF2-40B4-BE49-F238E27FC236}">
                  <a16:creationId xmlns:a16="http://schemas.microsoft.com/office/drawing/2014/main" xmlns="" id="{DC719938-F3D8-4BE1-80FF-B642F0FDB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401"/>
              <a:ext cx="35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4" name="Line 197">
              <a:extLst>
                <a:ext uri="{FF2B5EF4-FFF2-40B4-BE49-F238E27FC236}">
                  <a16:creationId xmlns:a16="http://schemas.microsoft.com/office/drawing/2014/main" xmlns="" id="{A2B753D8-B223-46C0-B4AA-6E1F70058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401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5" name="Rectangle 198">
              <a:extLst>
                <a:ext uri="{FF2B5EF4-FFF2-40B4-BE49-F238E27FC236}">
                  <a16:creationId xmlns:a16="http://schemas.microsoft.com/office/drawing/2014/main" xmlns="" id="{917364FB-802B-4FF2-8743-7398BA0BB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40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6" name="Line 199">
              <a:extLst>
                <a:ext uri="{FF2B5EF4-FFF2-40B4-BE49-F238E27FC236}">
                  <a16:creationId xmlns:a16="http://schemas.microsoft.com/office/drawing/2014/main" xmlns="" id="{1F731D2E-82DB-46CB-A404-AB62B2400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40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7" name="Rectangle 200">
              <a:extLst>
                <a:ext uri="{FF2B5EF4-FFF2-40B4-BE49-F238E27FC236}">
                  <a16:creationId xmlns:a16="http://schemas.microsoft.com/office/drawing/2014/main" xmlns="" id="{0F7D3D2E-6CA3-443A-B624-85C70B721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098" name="Line 201">
              <a:extLst>
                <a:ext uri="{FF2B5EF4-FFF2-40B4-BE49-F238E27FC236}">
                  <a16:creationId xmlns:a16="http://schemas.microsoft.com/office/drawing/2014/main" xmlns="" id="{3ABCDE48-BBE5-4A50-BC1B-57E042422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099" name="Line 202">
              <a:extLst>
                <a:ext uri="{FF2B5EF4-FFF2-40B4-BE49-F238E27FC236}">
                  <a16:creationId xmlns:a16="http://schemas.microsoft.com/office/drawing/2014/main" xmlns="" id="{F0F65D86-CCDB-45C7-845C-F67FA02C5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0" name="Line 203">
              <a:extLst>
                <a:ext uri="{FF2B5EF4-FFF2-40B4-BE49-F238E27FC236}">
                  <a16:creationId xmlns:a16="http://schemas.microsoft.com/office/drawing/2014/main" xmlns="" id="{D31C5A11-CCAD-4840-89F9-EADE58479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1" name="Rectangle 204">
              <a:extLst>
                <a:ext uri="{FF2B5EF4-FFF2-40B4-BE49-F238E27FC236}">
                  <a16:creationId xmlns:a16="http://schemas.microsoft.com/office/drawing/2014/main" xmlns="" id="{AF3BB998-C956-40B6-A74D-8F12140E7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40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02" name="Line 205">
              <a:extLst>
                <a:ext uri="{FF2B5EF4-FFF2-40B4-BE49-F238E27FC236}">
                  <a16:creationId xmlns:a16="http://schemas.microsoft.com/office/drawing/2014/main" xmlns="" id="{897E4950-E8A1-4E79-8B60-2E45886EC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3" name="Rectangle 206">
              <a:extLst>
                <a:ext uri="{FF2B5EF4-FFF2-40B4-BE49-F238E27FC236}">
                  <a16:creationId xmlns:a16="http://schemas.microsoft.com/office/drawing/2014/main" xmlns="" id="{4B865A4E-205C-4404-9E52-F3F1CAF05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407"/>
              <a:ext cx="5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04" name="Rectangle 207">
              <a:extLst>
                <a:ext uri="{FF2B5EF4-FFF2-40B4-BE49-F238E27FC236}">
                  <a16:creationId xmlns:a16="http://schemas.microsoft.com/office/drawing/2014/main" xmlns="" id="{BC6C1FF9-E127-445B-9498-73DBB6050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05" name="Line 208">
              <a:extLst>
                <a:ext uri="{FF2B5EF4-FFF2-40B4-BE49-F238E27FC236}">
                  <a16:creationId xmlns:a16="http://schemas.microsoft.com/office/drawing/2014/main" xmlns="" id="{DF6A9414-7C1D-4465-A0B7-CFCB16CB2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06" name="Rectangle 209">
              <a:extLst>
                <a:ext uri="{FF2B5EF4-FFF2-40B4-BE49-F238E27FC236}">
                  <a16:creationId xmlns:a16="http://schemas.microsoft.com/office/drawing/2014/main" xmlns="" id="{6BBDAD89-52DF-4CBD-A00A-33A1CD5C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69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07" name="Rectangle 210">
              <a:extLst>
                <a:ext uri="{FF2B5EF4-FFF2-40B4-BE49-F238E27FC236}">
                  <a16:creationId xmlns:a16="http://schemas.microsoft.com/office/drawing/2014/main" xmlns="" id="{17304402-F95A-456B-9B19-6BEB8F79A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08" name="Rectangle 211">
              <a:extLst>
                <a:ext uri="{FF2B5EF4-FFF2-40B4-BE49-F238E27FC236}">
                  <a16:creationId xmlns:a16="http://schemas.microsoft.com/office/drawing/2014/main" xmlns="" id="{1F2E392B-5D8D-48AE-ACD7-E580412D9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09" name="Rectangle 212">
              <a:extLst>
                <a:ext uri="{FF2B5EF4-FFF2-40B4-BE49-F238E27FC236}">
                  <a16:creationId xmlns:a16="http://schemas.microsoft.com/office/drawing/2014/main" xmlns="" id="{D1BD72F1-9720-4993-B6CE-A20B3ECA9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0" name="Rectangle 213">
              <a:extLst>
                <a:ext uri="{FF2B5EF4-FFF2-40B4-BE49-F238E27FC236}">
                  <a16:creationId xmlns:a16="http://schemas.microsoft.com/office/drawing/2014/main" xmlns="" id="{54AC250A-C085-400E-8311-E116A388F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4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1" name="Rectangle 214">
              <a:extLst>
                <a:ext uri="{FF2B5EF4-FFF2-40B4-BE49-F238E27FC236}">
                  <a16:creationId xmlns:a16="http://schemas.microsoft.com/office/drawing/2014/main" xmlns="" id="{6D52FDC6-AA92-405C-A0AC-C7EE0172C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2" name="Rectangle 215">
              <a:extLst>
                <a:ext uri="{FF2B5EF4-FFF2-40B4-BE49-F238E27FC236}">
                  <a16:creationId xmlns:a16="http://schemas.microsoft.com/office/drawing/2014/main" xmlns="" id="{B893ED93-AF2A-44E2-A694-CAC8FAA78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0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3" name="Rectangle 216">
              <a:extLst>
                <a:ext uri="{FF2B5EF4-FFF2-40B4-BE49-F238E27FC236}">
                  <a16:creationId xmlns:a16="http://schemas.microsoft.com/office/drawing/2014/main" xmlns="" id="{CD431A3A-DCA7-4E9B-B942-7993EBEEF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4" name="Rectangle 217">
              <a:extLst>
                <a:ext uri="{FF2B5EF4-FFF2-40B4-BE49-F238E27FC236}">
                  <a16:creationId xmlns:a16="http://schemas.microsoft.com/office/drawing/2014/main" xmlns="" id="{639866CE-F002-4E46-B5C7-99A97FB63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5" name="Rectangle 218">
              <a:extLst>
                <a:ext uri="{FF2B5EF4-FFF2-40B4-BE49-F238E27FC236}">
                  <a16:creationId xmlns:a16="http://schemas.microsoft.com/office/drawing/2014/main" xmlns="" id="{1CFB038C-B90B-4F12-B4C4-1034FCAE8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4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9116" name="Rectangle 219">
              <a:extLst>
                <a:ext uri="{FF2B5EF4-FFF2-40B4-BE49-F238E27FC236}">
                  <a16:creationId xmlns:a16="http://schemas.microsoft.com/office/drawing/2014/main" xmlns="" id="{36D430B8-2FD1-40E9-8425-27CE39451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68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17" name="Line 220">
              <a:extLst>
                <a:ext uri="{FF2B5EF4-FFF2-40B4-BE49-F238E27FC236}">
                  <a16:creationId xmlns:a16="http://schemas.microsoft.com/office/drawing/2014/main" xmlns="" id="{44D809F1-ED54-46FC-9FC4-C5E6C34C2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18" name="Rectangle 221">
              <a:extLst>
                <a:ext uri="{FF2B5EF4-FFF2-40B4-BE49-F238E27FC236}">
                  <a16:creationId xmlns:a16="http://schemas.microsoft.com/office/drawing/2014/main" xmlns="" id="{A40EB84D-16ED-4DAB-8831-92483ADE4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682"/>
              <a:ext cx="46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19" name="Line 222">
              <a:extLst>
                <a:ext uri="{FF2B5EF4-FFF2-40B4-BE49-F238E27FC236}">
                  <a16:creationId xmlns:a16="http://schemas.microsoft.com/office/drawing/2014/main" xmlns="" id="{3FE1D265-9FD5-4D1D-9030-6066D4E72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682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0" name="Line 223">
              <a:extLst>
                <a:ext uri="{FF2B5EF4-FFF2-40B4-BE49-F238E27FC236}">
                  <a16:creationId xmlns:a16="http://schemas.microsoft.com/office/drawing/2014/main" xmlns="" id="{D16D1642-6A87-4870-9939-7A92F8123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1" name="Line 224">
              <a:extLst>
                <a:ext uri="{FF2B5EF4-FFF2-40B4-BE49-F238E27FC236}">
                  <a16:creationId xmlns:a16="http://schemas.microsoft.com/office/drawing/2014/main" xmlns="" id="{A0258621-C490-46CE-94C8-735B2988C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2" name="Rectangle 225">
              <a:extLst>
                <a:ext uri="{FF2B5EF4-FFF2-40B4-BE49-F238E27FC236}">
                  <a16:creationId xmlns:a16="http://schemas.microsoft.com/office/drawing/2014/main" xmlns="" id="{89515AA3-4588-461A-86C8-3BBCCD168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4" y="2682"/>
              <a:ext cx="427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23" name="Line 226">
              <a:extLst>
                <a:ext uri="{FF2B5EF4-FFF2-40B4-BE49-F238E27FC236}">
                  <a16:creationId xmlns:a16="http://schemas.microsoft.com/office/drawing/2014/main" xmlns="" id="{FD1D3B26-4440-48A0-8E65-97436234D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4" y="2682"/>
              <a:ext cx="4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4" name="Line 227">
              <a:extLst>
                <a:ext uri="{FF2B5EF4-FFF2-40B4-BE49-F238E27FC236}">
                  <a16:creationId xmlns:a16="http://schemas.microsoft.com/office/drawing/2014/main" xmlns="" id="{9C5092BD-15E4-4297-8B26-A8D27A344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5" name="Line 228">
              <a:extLst>
                <a:ext uri="{FF2B5EF4-FFF2-40B4-BE49-F238E27FC236}">
                  <a16:creationId xmlns:a16="http://schemas.microsoft.com/office/drawing/2014/main" xmlns="" id="{E16DBC08-FC06-44BB-8D1E-34951858F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6" name="Rectangle 229">
              <a:extLst>
                <a:ext uri="{FF2B5EF4-FFF2-40B4-BE49-F238E27FC236}">
                  <a16:creationId xmlns:a16="http://schemas.microsoft.com/office/drawing/2014/main" xmlns="" id="{BAC8F61E-88A1-42EF-B567-6F37317F6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2682"/>
              <a:ext cx="39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27" name="Line 230">
              <a:extLst>
                <a:ext uri="{FF2B5EF4-FFF2-40B4-BE49-F238E27FC236}">
                  <a16:creationId xmlns:a16="http://schemas.microsoft.com/office/drawing/2014/main" xmlns="" id="{54E0E491-2FDA-4DB1-B33C-AF6A52A34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2682"/>
              <a:ext cx="3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28" name="Rectangle 231">
              <a:extLst>
                <a:ext uri="{FF2B5EF4-FFF2-40B4-BE49-F238E27FC236}">
                  <a16:creationId xmlns:a16="http://schemas.microsoft.com/office/drawing/2014/main" xmlns="" id="{E1B08979-8DD4-49B2-B12F-3328C05E1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682"/>
              <a:ext cx="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29" name="Line 232">
              <a:extLst>
                <a:ext uri="{FF2B5EF4-FFF2-40B4-BE49-F238E27FC236}">
                  <a16:creationId xmlns:a16="http://schemas.microsoft.com/office/drawing/2014/main" xmlns="" id="{696E0C15-7B55-4AB9-9993-268577068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0" name="Line 233">
              <a:extLst>
                <a:ext uri="{FF2B5EF4-FFF2-40B4-BE49-F238E27FC236}">
                  <a16:creationId xmlns:a16="http://schemas.microsoft.com/office/drawing/2014/main" xmlns="" id="{116DC228-C4C8-4D08-8D5C-A3D6B9AB5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1" name="Rectangle 234">
              <a:extLst>
                <a:ext uri="{FF2B5EF4-FFF2-40B4-BE49-F238E27FC236}">
                  <a16:creationId xmlns:a16="http://schemas.microsoft.com/office/drawing/2014/main" xmlns="" id="{0870869B-6A73-404F-80C4-00B558DB4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2682"/>
              <a:ext cx="390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2" name="Line 235">
              <a:extLst>
                <a:ext uri="{FF2B5EF4-FFF2-40B4-BE49-F238E27FC236}">
                  <a16:creationId xmlns:a16="http://schemas.microsoft.com/office/drawing/2014/main" xmlns="" id="{271ABBFD-B961-4F72-BDB4-5B36C7649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4" y="2682"/>
              <a:ext cx="39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3" name="Rectangle 236">
              <a:extLst>
                <a:ext uri="{FF2B5EF4-FFF2-40B4-BE49-F238E27FC236}">
                  <a16:creationId xmlns:a16="http://schemas.microsoft.com/office/drawing/2014/main" xmlns="" id="{D6796202-9F0D-46C4-864F-1F69EA6F3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682"/>
              <a:ext cx="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4" name="Line 237">
              <a:extLst>
                <a:ext uri="{FF2B5EF4-FFF2-40B4-BE49-F238E27FC236}">
                  <a16:creationId xmlns:a16="http://schemas.microsoft.com/office/drawing/2014/main" xmlns="" id="{83EEF967-25C4-4939-8258-3773EA85D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5" name="Line 238">
              <a:extLst>
                <a:ext uri="{FF2B5EF4-FFF2-40B4-BE49-F238E27FC236}">
                  <a16:creationId xmlns:a16="http://schemas.microsoft.com/office/drawing/2014/main" xmlns="" id="{8C7438BD-83ED-4FD9-A225-2F8E1D4C2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68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6" name="Rectangle 239">
              <a:extLst>
                <a:ext uri="{FF2B5EF4-FFF2-40B4-BE49-F238E27FC236}">
                  <a16:creationId xmlns:a16="http://schemas.microsoft.com/office/drawing/2014/main" xmlns="" id="{280C86C7-39AB-4841-8D97-FEBA28E5A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682"/>
              <a:ext cx="35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7" name="Line 240">
              <a:extLst>
                <a:ext uri="{FF2B5EF4-FFF2-40B4-BE49-F238E27FC236}">
                  <a16:creationId xmlns:a16="http://schemas.microsoft.com/office/drawing/2014/main" xmlns="" id="{9E4F5F32-4669-4432-A55B-B9E0E98EF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682"/>
              <a:ext cx="3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38" name="Rectangle 241">
              <a:extLst>
                <a:ext uri="{FF2B5EF4-FFF2-40B4-BE49-F238E27FC236}">
                  <a16:creationId xmlns:a16="http://schemas.microsoft.com/office/drawing/2014/main" xmlns="" id="{81F0EF96-93E2-4AAD-8340-8DE22AD9E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68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39" name="Line 242">
              <a:extLst>
                <a:ext uri="{FF2B5EF4-FFF2-40B4-BE49-F238E27FC236}">
                  <a16:creationId xmlns:a16="http://schemas.microsoft.com/office/drawing/2014/main" xmlns="" id="{C35A1203-BD4F-4A77-941C-79B948907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0" name="Rectangle 243">
              <a:extLst>
                <a:ext uri="{FF2B5EF4-FFF2-40B4-BE49-F238E27FC236}">
                  <a16:creationId xmlns:a16="http://schemas.microsoft.com/office/drawing/2014/main" xmlns="" id="{5446D753-7116-48D0-8823-6B3619CDB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68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1" name="Line 244">
              <a:extLst>
                <a:ext uri="{FF2B5EF4-FFF2-40B4-BE49-F238E27FC236}">
                  <a16:creationId xmlns:a16="http://schemas.microsoft.com/office/drawing/2014/main" xmlns="" id="{207EDDB1-B3C4-4F2B-A3EF-8041C6DAB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2" name="Rectangle 245">
              <a:extLst>
                <a:ext uri="{FF2B5EF4-FFF2-40B4-BE49-F238E27FC236}">
                  <a16:creationId xmlns:a16="http://schemas.microsoft.com/office/drawing/2014/main" xmlns="" id="{A90367FD-53D4-44A6-87C0-DC6055F31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3" name="Line 246">
              <a:extLst>
                <a:ext uri="{FF2B5EF4-FFF2-40B4-BE49-F238E27FC236}">
                  <a16:creationId xmlns:a16="http://schemas.microsoft.com/office/drawing/2014/main" xmlns="" id="{AA492278-3516-4E50-AE44-EC1DB4E61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4" name="Line 247">
              <a:extLst>
                <a:ext uri="{FF2B5EF4-FFF2-40B4-BE49-F238E27FC236}">
                  <a16:creationId xmlns:a16="http://schemas.microsoft.com/office/drawing/2014/main" xmlns="" id="{9C91BFAE-AE3B-4DFC-8294-5E067DE9A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5" name="Rectangle 248">
              <a:extLst>
                <a:ext uri="{FF2B5EF4-FFF2-40B4-BE49-F238E27FC236}">
                  <a16:creationId xmlns:a16="http://schemas.microsoft.com/office/drawing/2014/main" xmlns="" id="{5E01F9C9-D285-4C23-A7B6-D364F138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6" name="Line 249">
              <a:extLst>
                <a:ext uri="{FF2B5EF4-FFF2-40B4-BE49-F238E27FC236}">
                  <a16:creationId xmlns:a16="http://schemas.microsoft.com/office/drawing/2014/main" xmlns="" id="{9C2B317D-72C3-466A-A17F-A568C8613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7" name="Line 250">
              <a:extLst>
                <a:ext uri="{FF2B5EF4-FFF2-40B4-BE49-F238E27FC236}">
                  <a16:creationId xmlns:a16="http://schemas.microsoft.com/office/drawing/2014/main" xmlns="" id="{F80B660E-EA6B-4E50-9A1B-B0C327A90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48" name="Rectangle 251">
              <a:extLst>
                <a:ext uri="{FF2B5EF4-FFF2-40B4-BE49-F238E27FC236}">
                  <a16:creationId xmlns:a16="http://schemas.microsoft.com/office/drawing/2014/main" xmlns="" id="{97728B74-639B-4B54-B154-ABAF25C4A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2962"/>
              <a:ext cx="46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49" name="Line 252">
              <a:extLst>
                <a:ext uri="{FF2B5EF4-FFF2-40B4-BE49-F238E27FC236}">
                  <a16:creationId xmlns:a16="http://schemas.microsoft.com/office/drawing/2014/main" xmlns="" id="{EC00CFE7-630D-4393-B138-B08A4E77B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4" y="2962"/>
              <a:ext cx="46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0" name="Line 253">
              <a:extLst>
                <a:ext uri="{FF2B5EF4-FFF2-40B4-BE49-F238E27FC236}">
                  <a16:creationId xmlns:a16="http://schemas.microsoft.com/office/drawing/2014/main" xmlns="" id="{C6340BCA-EF0F-459E-9399-BD7B12AA9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1" name="Rectangle 254">
              <a:extLst>
                <a:ext uri="{FF2B5EF4-FFF2-40B4-BE49-F238E27FC236}">
                  <a16:creationId xmlns:a16="http://schemas.microsoft.com/office/drawing/2014/main" xmlns="" id="{B06811FB-90DE-4D5B-B220-9364E3373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52" name="Line 255">
              <a:extLst>
                <a:ext uri="{FF2B5EF4-FFF2-40B4-BE49-F238E27FC236}">
                  <a16:creationId xmlns:a16="http://schemas.microsoft.com/office/drawing/2014/main" xmlns="" id="{65E6621A-23F2-4736-92D0-35E32648F1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3" name="Line 256">
              <a:extLst>
                <a:ext uri="{FF2B5EF4-FFF2-40B4-BE49-F238E27FC236}">
                  <a16:creationId xmlns:a16="http://schemas.microsoft.com/office/drawing/2014/main" xmlns="" id="{A42CFF34-461F-4AD8-8A8C-54B418580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9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4" name="Rectangle 257">
              <a:extLst>
                <a:ext uri="{FF2B5EF4-FFF2-40B4-BE49-F238E27FC236}">
                  <a16:creationId xmlns:a16="http://schemas.microsoft.com/office/drawing/2014/main" xmlns="" id="{0D7309F3-9CFB-4EE0-96EA-F1208A395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962"/>
              <a:ext cx="42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55" name="Line 258">
              <a:extLst>
                <a:ext uri="{FF2B5EF4-FFF2-40B4-BE49-F238E27FC236}">
                  <a16:creationId xmlns:a16="http://schemas.microsoft.com/office/drawing/2014/main" xmlns="" id="{249418CB-3A09-4B58-B4C9-2EC5E86AD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962"/>
              <a:ext cx="42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6" name="Line 259">
              <a:extLst>
                <a:ext uri="{FF2B5EF4-FFF2-40B4-BE49-F238E27FC236}">
                  <a16:creationId xmlns:a16="http://schemas.microsoft.com/office/drawing/2014/main" xmlns="" id="{3198B386-818A-4AEF-853D-36FD8B57D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7" name="Rectangle 260">
              <a:extLst>
                <a:ext uri="{FF2B5EF4-FFF2-40B4-BE49-F238E27FC236}">
                  <a16:creationId xmlns:a16="http://schemas.microsoft.com/office/drawing/2014/main" xmlns="" id="{C1A6CD47-92BA-4C5C-9C1C-A88B1778F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1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58" name="Line 261">
              <a:extLst>
                <a:ext uri="{FF2B5EF4-FFF2-40B4-BE49-F238E27FC236}">
                  <a16:creationId xmlns:a16="http://schemas.microsoft.com/office/drawing/2014/main" xmlns="" id="{8C214303-4B41-4026-BF56-380A9167B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59" name="Line 262">
              <a:extLst>
                <a:ext uri="{FF2B5EF4-FFF2-40B4-BE49-F238E27FC236}">
                  <a16:creationId xmlns:a16="http://schemas.microsoft.com/office/drawing/2014/main" xmlns="" id="{88EEB43A-7FE4-4F6F-8172-1B8AC91691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1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0" name="Rectangle 263">
              <a:extLst>
                <a:ext uri="{FF2B5EF4-FFF2-40B4-BE49-F238E27FC236}">
                  <a16:creationId xmlns:a16="http://schemas.microsoft.com/office/drawing/2014/main" xmlns="" id="{FA2EAA58-270C-4DAC-A11E-2A7DA6FA7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62"/>
              <a:ext cx="38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1" name="Line 264">
              <a:extLst>
                <a:ext uri="{FF2B5EF4-FFF2-40B4-BE49-F238E27FC236}">
                  <a16:creationId xmlns:a16="http://schemas.microsoft.com/office/drawing/2014/main" xmlns="" id="{180E4109-CF83-495E-96BA-9454D2D24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62"/>
              <a:ext cx="3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2" name="Rectangle 265">
              <a:extLst>
                <a:ext uri="{FF2B5EF4-FFF2-40B4-BE49-F238E27FC236}">
                  <a16:creationId xmlns:a16="http://schemas.microsoft.com/office/drawing/2014/main" xmlns="" id="{92B83F1F-2251-4284-BE4A-99A86AF52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68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3" name="Line 266">
              <a:extLst>
                <a:ext uri="{FF2B5EF4-FFF2-40B4-BE49-F238E27FC236}">
                  <a16:creationId xmlns:a16="http://schemas.microsoft.com/office/drawing/2014/main" xmlns="" id="{1B7850A6-2301-4FA2-9386-F6B13A5F8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4" name="Rectangle 267">
              <a:extLst>
                <a:ext uri="{FF2B5EF4-FFF2-40B4-BE49-F238E27FC236}">
                  <a16:creationId xmlns:a16="http://schemas.microsoft.com/office/drawing/2014/main" xmlns="" id="{E38D6A1B-BEF8-487F-AE1B-EB609A260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962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5" name="Line 268">
              <a:extLst>
                <a:ext uri="{FF2B5EF4-FFF2-40B4-BE49-F238E27FC236}">
                  <a16:creationId xmlns:a16="http://schemas.microsoft.com/office/drawing/2014/main" xmlns="" id="{5E58517A-85B3-48E8-8503-C24EC92C4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6" name="Line 269">
              <a:extLst>
                <a:ext uri="{FF2B5EF4-FFF2-40B4-BE49-F238E27FC236}">
                  <a16:creationId xmlns:a16="http://schemas.microsoft.com/office/drawing/2014/main" xmlns="" id="{F6F7E867-35E1-4EB6-A4A7-C2504839A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7" name="Rectangle 270">
              <a:extLst>
                <a:ext uri="{FF2B5EF4-FFF2-40B4-BE49-F238E27FC236}">
                  <a16:creationId xmlns:a16="http://schemas.microsoft.com/office/drawing/2014/main" xmlns="" id="{7CC16F53-1B13-4551-8DDC-4269C077B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2962"/>
              <a:ext cx="38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68" name="Line 271">
              <a:extLst>
                <a:ext uri="{FF2B5EF4-FFF2-40B4-BE49-F238E27FC236}">
                  <a16:creationId xmlns:a16="http://schemas.microsoft.com/office/drawing/2014/main" xmlns="" id="{10E86210-1E8A-403F-BBCF-53B383D7C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0" y="2962"/>
              <a:ext cx="3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69" name="Rectangle 272">
              <a:extLst>
                <a:ext uri="{FF2B5EF4-FFF2-40B4-BE49-F238E27FC236}">
                  <a16:creationId xmlns:a16="http://schemas.microsoft.com/office/drawing/2014/main" xmlns="" id="{D6D17C04-2D2F-4555-B6D5-D4580E62C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687"/>
              <a:ext cx="5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0" name="Rectangle 273">
              <a:extLst>
                <a:ext uri="{FF2B5EF4-FFF2-40B4-BE49-F238E27FC236}">
                  <a16:creationId xmlns:a16="http://schemas.microsoft.com/office/drawing/2014/main" xmlns="" id="{61F8CE7E-F01D-4958-A5A4-B241FB51F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1" name="Line 274">
              <a:extLst>
                <a:ext uri="{FF2B5EF4-FFF2-40B4-BE49-F238E27FC236}">
                  <a16:creationId xmlns:a16="http://schemas.microsoft.com/office/drawing/2014/main" xmlns="" id="{8892D8EB-3C6E-4B60-93AB-0EF21764B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2" name="Line 275">
              <a:extLst>
                <a:ext uri="{FF2B5EF4-FFF2-40B4-BE49-F238E27FC236}">
                  <a16:creationId xmlns:a16="http://schemas.microsoft.com/office/drawing/2014/main" xmlns="" id="{A5AB9687-1FB2-4E95-8BB9-1754443BA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3" name="Rectangle 276">
              <a:extLst>
                <a:ext uri="{FF2B5EF4-FFF2-40B4-BE49-F238E27FC236}">
                  <a16:creationId xmlns:a16="http://schemas.microsoft.com/office/drawing/2014/main" xmlns="" id="{831E7D03-39C9-4250-A8BE-C4A9923D6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5" y="2962"/>
              <a:ext cx="34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4" name="Line 277">
              <a:extLst>
                <a:ext uri="{FF2B5EF4-FFF2-40B4-BE49-F238E27FC236}">
                  <a16:creationId xmlns:a16="http://schemas.microsoft.com/office/drawing/2014/main" xmlns="" id="{38440810-3C28-49AF-8910-8BB576C3B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2962"/>
              <a:ext cx="34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5" name="Rectangle 278">
              <a:extLst>
                <a:ext uri="{FF2B5EF4-FFF2-40B4-BE49-F238E27FC236}">
                  <a16:creationId xmlns:a16="http://schemas.microsoft.com/office/drawing/2014/main" xmlns="" id="{F03B6850-0304-4D77-98DF-68320953B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68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6" name="Line 279">
              <a:extLst>
                <a:ext uri="{FF2B5EF4-FFF2-40B4-BE49-F238E27FC236}">
                  <a16:creationId xmlns:a16="http://schemas.microsoft.com/office/drawing/2014/main" xmlns="" id="{6BB3D199-E793-42F5-A384-699E4E695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68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7" name="Rectangle 280">
              <a:extLst>
                <a:ext uri="{FF2B5EF4-FFF2-40B4-BE49-F238E27FC236}">
                  <a16:creationId xmlns:a16="http://schemas.microsoft.com/office/drawing/2014/main" xmlns="" id="{1D6D745C-5E75-4098-B1A6-65EEBD46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78" name="Line 281">
              <a:extLst>
                <a:ext uri="{FF2B5EF4-FFF2-40B4-BE49-F238E27FC236}">
                  <a16:creationId xmlns:a16="http://schemas.microsoft.com/office/drawing/2014/main" xmlns="" id="{6F7F7AB4-41B5-456A-9D09-C7582E323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79" name="Line 282">
              <a:extLst>
                <a:ext uri="{FF2B5EF4-FFF2-40B4-BE49-F238E27FC236}">
                  <a16:creationId xmlns:a16="http://schemas.microsoft.com/office/drawing/2014/main" xmlns="" id="{14542C80-B18B-4047-8C23-ECC96BF35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80" name="Rectangle 283">
              <a:extLst>
                <a:ext uri="{FF2B5EF4-FFF2-40B4-BE49-F238E27FC236}">
                  <a16:creationId xmlns:a16="http://schemas.microsoft.com/office/drawing/2014/main" xmlns="" id="{CA365D8E-E79F-40A8-9AEE-A0E4EF070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1" y="2962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9181" name="Line 284">
              <a:extLst>
                <a:ext uri="{FF2B5EF4-FFF2-40B4-BE49-F238E27FC236}">
                  <a16:creationId xmlns:a16="http://schemas.microsoft.com/office/drawing/2014/main" xmlns="" id="{DC19BBCC-384D-4603-9491-BAB25C162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82" name="Line 285">
              <a:extLst>
                <a:ext uri="{FF2B5EF4-FFF2-40B4-BE49-F238E27FC236}">
                  <a16:creationId xmlns:a16="http://schemas.microsoft.com/office/drawing/2014/main" xmlns="" id="{179E4588-C9E1-41DE-82C3-11AED997D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2962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183" name="Rectangle 286">
              <a:extLst>
                <a:ext uri="{FF2B5EF4-FFF2-40B4-BE49-F238E27FC236}">
                  <a16:creationId xmlns:a16="http://schemas.microsoft.com/office/drawing/2014/main" xmlns="" id="{987E57EA-0D8C-40C0-8A45-6C2375BAA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" y="2977"/>
              <a:ext cx="2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000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68641" name="Rectangle 287">
            <a:extLst>
              <a:ext uri="{FF2B5EF4-FFF2-40B4-BE49-F238E27FC236}">
                <a16:creationId xmlns:a16="http://schemas.microsoft.com/office/drawing/2014/main" xmlns="" id="{56DE36E7-81C8-4F86-A540-873718488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2487614"/>
            <a:ext cx="9525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2" name="Rectangle 288">
            <a:extLst>
              <a:ext uri="{FF2B5EF4-FFF2-40B4-BE49-F238E27FC236}">
                <a16:creationId xmlns:a16="http://schemas.microsoft.com/office/drawing/2014/main" xmlns="" id="{02B9F0CD-9BB2-458F-AFF1-AE9E78BF0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24876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3" name="Rectangle 289">
            <a:extLst>
              <a:ext uri="{FF2B5EF4-FFF2-40B4-BE49-F238E27FC236}">
                <a16:creationId xmlns:a16="http://schemas.microsoft.com/office/drawing/2014/main" xmlns="" id="{93148DB0-C008-40B4-9E2F-BE2579B2A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163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4" name="Rectangle 290">
            <a:extLst>
              <a:ext uri="{FF2B5EF4-FFF2-40B4-BE49-F238E27FC236}">
                <a16:creationId xmlns:a16="http://schemas.microsoft.com/office/drawing/2014/main" xmlns="" id="{B4795EFC-BFD4-41B7-9AB3-BA775C8A0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25" y="2922589"/>
            <a:ext cx="623888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5" name="Rectangle 291">
            <a:extLst>
              <a:ext uri="{FF2B5EF4-FFF2-40B4-BE49-F238E27FC236}">
                <a16:creationId xmlns:a16="http://schemas.microsoft.com/office/drawing/2014/main" xmlns="" id="{577FCA89-C487-465D-B3A4-F615FBE68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6" name="Rectangle 292">
            <a:extLst>
              <a:ext uri="{FF2B5EF4-FFF2-40B4-BE49-F238E27FC236}">
                <a16:creationId xmlns:a16="http://schemas.microsoft.com/office/drawing/2014/main" xmlns="" id="{E854082E-F90A-44DA-A0CA-9A4A0015D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1039" y="2922589"/>
            <a:ext cx="67627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7" name="Rectangle 293">
            <a:extLst>
              <a:ext uri="{FF2B5EF4-FFF2-40B4-BE49-F238E27FC236}">
                <a16:creationId xmlns:a16="http://schemas.microsoft.com/office/drawing/2014/main" xmlns="" id="{979B77BE-F56B-4B01-808A-5565DA9AF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29225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8" name="Rectangle 294">
            <a:extLst>
              <a:ext uri="{FF2B5EF4-FFF2-40B4-BE49-F238E27FC236}">
                <a16:creationId xmlns:a16="http://schemas.microsoft.com/office/drawing/2014/main" xmlns="" id="{6FE72DCA-6133-4D2F-A8AB-56FB61C0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251" y="2922589"/>
            <a:ext cx="7334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49" name="Rectangle 295">
            <a:extLst>
              <a:ext uri="{FF2B5EF4-FFF2-40B4-BE49-F238E27FC236}">
                <a16:creationId xmlns:a16="http://schemas.microsoft.com/office/drawing/2014/main" xmlns="" id="{1093CF36-8AD8-4C00-A847-8658A9DC8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8676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0" name="Rectangle 296">
            <a:extLst>
              <a:ext uri="{FF2B5EF4-FFF2-40B4-BE49-F238E27FC236}">
                <a16:creationId xmlns:a16="http://schemas.microsoft.com/office/drawing/2014/main" xmlns="" id="{218836E6-DD6C-486C-857F-45892F05A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1" y="2922589"/>
            <a:ext cx="7334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1" name="Rectangle 297">
            <a:extLst>
              <a:ext uri="{FF2B5EF4-FFF2-40B4-BE49-F238E27FC236}">
                <a16:creationId xmlns:a16="http://schemas.microsoft.com/office/drawing/2014/main" xmlns="" id="{6BD95544-8B7A-4CA0-97D1-B2C02A51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6" y="29225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2" name="Rectangle 298">
            <a:extLst>
              <a:ext uri="{FF2B5EF4-FFF2-40B4-BE49-F238E27FC236}">
                <a16:creationId xmlns:a16="http://schemas.microsoft.com/office/drawing/2014/main" xmlns="" id="{CA792F13-BEC0-4E17-BBDC-A2FB87D27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1151" y="2922589"/>
            <a:ext cx="78581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3" name="Rectangle 299">
            <a:extLst>
              <a:ext uri="{FF2B5EF4-FFF2-40B4-BE49-F238E27FC236}">
                <a16:creationId xmlns:a16="http://schemas.microsoft.com/office/drawing/2014/main" xmlns="" id="{79E1CA05-E5CA-40B1-B6BF-93AF6AF20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6963" y="2922589"/>
            <a:ext cx="174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4" name="Rectangle 300">
            <a:extLst>
              <a:ext uri="{FF2B5EF4-FFF2-40B4-BE49-F238E27FC236}">
                <a16:creationId xmlns:a16="http://schemas.microsoft.com/office/drawing/2014/main" xmlns="" id="{E4D16CAB-A161-40CF-BB2B-DED9897D9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2932114"/>
            <a:ext cx="9525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5" name="Rectangle 301">
            <a:extLst>
              <a:ext uri="{FF2B5EF4-FFF2-40B4-BE49-F238E27FC236}">
                <a16:creationId xmlns:a16="http://schemas.microsoft.com/office/drawing/2014/main" xmlns="" id="{A7A0255A-1EF1-43A2-A8C1-5505AFEAA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2932114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6" name="Rectangle 302">
            <a:extLst>
              <a:ext uri="{FF2B5EF4-FFF2-40B4-BE49-F238E27FC236}">
                <a16:creationId xmlns:a16="http://schemas.microsoft.com/office/drawing/2014/main" xmlns="" id="{373B639E-C909-4F4D-A462-73266C877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367089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7" name="Rectangle 303">
            <a:extLst>
              <a:ext uri="{FF2B5EF4-FFF2-40B4-BE49-F238E27FC236}">
                <a16:creationId xmlns:a16="http://schemas.microsoft.com/office/drawing/2014/main" xmlns="" id="{59B78EC0-5C69-4F92-9615-69F2C4C86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367089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8" name="Rectangle 304">
            <a:extLst>
              <a:ext uri="{FF2B5EF4-FFF2-40B4-BE49-F238E27FC236}">
                <a16:creationId xmlns:a16="http://schemas.microsoft.com/office/drawing/2014/main" xmlns="" id="{64A2DD81-CDC4-4A50-9365-C17465FD1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376613"/>
            <a:ext cx="9525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59" name="Rectangle 305">
            <a:extLst>
              <a:ext uri="{FF2B5EF4-FFF2-40B4-BE49-F238E27FC236}">
                <a16:creationId xmlns:a16="http://schemas.microsoft.com/office/drawing/2014/main" xmlns="" id="{EDA5FA2F-35CE-4E53-A3C8-FA4D95933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3766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0" name="Rectangle 306">
            <a:extLst>
              <a:ext uri="{FF2B5EF4-FFF2-40B4-BE49-F238E27FC236}">
                <a16:creationId xmlns:a16="http://schemas.microsoft.com/office/drawing/2014/main" xmlns="" id="{8638B521-C2E4-445B-99CD-C5920DD3A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813175"/>
            <a:ext cx="9525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1" name="Rectangle 307">
            <a:extLst>
              <a:ext uri="{FF2B5EF4-FFF2-40B4-BE49-F238E27FC236}">
                <a16:creationId xmlns:a16="http://schemas.microsoft.com/office/drawing/2014/main" xmlns="" id="{3BAA282E-3DDD-437F-90B3-F6C0F6F5A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813175"/>
            <a:ext cx="7937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2" name="Rectangle 308">
            <a:extLst>
              <a:ext uri="{FF2B5EF4-FFF2-40B4-BE49-F238E27FC236}">
                <a16:creationId xmlns:a16="http://schemas.microsoft.com/office/drawing/2014/main" xmlns="" id="{5FFD35D6-0B53-47FD-890C-833B7BBDF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3821113"/>
            <a:ext cx="9525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3" name="Rectangle 309">
            <a:extLst>
              <a:ext uri="{FF2B5EF4-FFF2-40B4-BE49-F238E27FC236}">
                <a16:creationId xmlns:a16="http://schemas.microsoft.com/office/drawing/2014/main" xmlns="" id="{A51F6BDB-6CE5-4F5A-9037-FF4A5FC90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3821113"/>
            <a:ext cx="7937" cy="436562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4" name="Rectangle 310">
            <a:extLst>
              <a:ext uri="{FF2B5EF4-FFF2-40B4-BE49-F238E27FC236}">
                <a16:creationId xmlns:a16="http://schemas.microsoft.com/office/drawing/2014/main" xmlns="" id="{67785BBA-726C-4A38-86FD-B160CEDD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4257676"/>
            <a:ext cx="9525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5" name="Rectangle 311">
            <a:extLst>
              <a:ext uri="{FF2B5EF4-FFF2-40B4-BE49-F238E27FC236}">
                <a16:creationId xmlns:a16="http://schemas.microsoft.com/office/drawing/2014/main" xmlns="" id="{36C001B8-051F-40A7-8397-E8EF27E5A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4257676"/>
            <a:ext cx="7937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6" name="Rectangle 312">
            <a:extLst>
              <a:ext uri="{FF2B5EF4-FFF2-40B4-BE49-F238E27FC236}">
                <a16:creationId xmlns:a16="http://schemas.microsoft.com/office/drawing/2014/main" xmlns="" id="{3CDAF639-2196-4EB6-9272-70F8460B8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4" y="4267201"/>
            <a:ext cx="9525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67" name="Rectangle 313">
            <a:extLst>
              <a:ext uri="{FF2B5EF4-FFF2-40B4-BE49-F238E27FC236}">
                <a16:creationId xmlns:a16="http://schemas.microsoft.com/office/drawing/2014/main" xmlns="" id="{5CFF5C8F-24C7-4278-8403-A1E96D3DA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4" y="4267201"/>
            <a:ext cx="7937" cy="4349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  <p:grpSp>
        <p:nvGrpSpPr>
          <p:cNvPr id="68668" name="Group 314">
            <a:extLst>
              <a:ext uri="{FF2B5EF4-FFF2-40B4-BE49-F238E27FC236}">
                <a16:creationId xmlns:a16="http://schemas.microsoft.com/office/drawing/2014/main" xmlns="" id="{60945BCF-77D3-44DA-866D-2FD71C97DFF6}"/>
              </a:ext>
            </a:extLst>
          </p:cNvPr>
          <p:cNvGrpSpPr>
            <a:grpSpLocks/>
          </p:cNvGrpSpPr>
          <p:nvPr/>
        </p:nvGrpSpPr>
        <p:grpSpPr bwMode="auto">
          <a:xfrm>
            <a:off x="6380163" y="2468563"/>
            <a:ext cx="3624262" cy="2252662"/>
            <a:chOff x="3059" y="1555"/>
            <a:chExt cx="2283" cy="1419"/>
          </a:xfrm>
        </p:grpSpPr>
        <p:sp>
          <p:nvSpPr>
            <p:cNvPr id="68670" name="Rectangle 315">
              <a:extLst>
                <a:ext uri="{FF2B5EF4-FFF2-40B4-BE49-F238E27FC236}">
                  <a16:creationId xmlns:a16="http://schemas.microsoft.com/office/drawing/2014/main" xmlns="" id="{66806BCC-8DC1-4284-8244-A361C9752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57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1" name="Rectangle 316">
              <a:extLst>
                <a:ext uri="{FF2B5EF4-FFF2-40B4-BE49-F238E27FC236}">
                  <a16:creationId xmlns:a16="http://schemas.microsoft.com/office/drawing/2014/main" xmlns="" id="{2A174E06-7782-442C-88E7-08C2E893A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2" name="Rectangle 317">
              <a:extLst>
                <a:ext uri="{FF2B5EF4-FFF2-40B4-BE49-F238E27FC236}">
                  <a16:creationId xmlns:a16="http://schemas.microsoft.com/office/drawing/2014/main" xmlns="" id="{C08689EA-7B17-4169-B6D6-3BAC76A5D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3" name="Rectangle 318">
              <a:extLst>
                <a:ext uri="{FF2B5EF4-FFF2-40B4-BE49-F238E27FC236}">
                  <a16:creationId xmlns:a16="http://schemas.microsoft.com/office/drawing/2014/main" xmlns="" id="{AD061B32-FBC1-4513-829D-55C4DA601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4" name="Rectangle 319">
              <a:extLst>
                <a:ext uri="{FF2B5EF4-FFF2-40B4-BE49-F238E27FC236}">
                  <a16:creationId xmlns:a16="http://schemas.microsoft.com/office/drawing/2014/main" xmlns="" id="{CAA47E2C-2D1E-48B8-ACDF-1B7A6CDE1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5" name="Rectangle 320">
              <a:extLst>
                <a:ext uri="{FF2B5EF4-FFF2-40B4-BE49-F238E27FC236}">
                  <a16:creationId xmlns:a16="http://schemas.microsoft.com/office/drawing/2014/main" xmlns="" id="{AF5858C1-8FAD-4CA2-B261-3E0911CEB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6" name="Rectangle 321">
              <a:extLst>
                <a:ext uri="{FF2B5EF4-FFF2-40B4-BE49-F238E27FC236}">
                  <a16:creationId xmlns:a16="http://schemas.microsoft.com/office/drawing/2014/main" xmlns="" id="{61BAC4E2-C6A9-45D7-9171-8795C3F60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2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7" name="Rectangle 322">
              <a:extLst>
                <a:ext uri="{FF2B5EF4-FFF2-40B4-BE49-F238E27FC236}">
                  <a16:creationId xmlns:a16="http://schemas.microsoft.com/office/drawing/2014/main" xmlns="" id="{BE900567-51F6-48D0-9DEA-557C2AADA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8" name="Rectangle 323">
              <a:extLst>
                <a:ext uri="{FF2B5EF4-FFF2-40B4-BE49-F238E27FC236}">
                  <a16:creationId xmlns:a16="http://schemas.microsoft.com/office/drawing/2014/main" xmlns="" id="{AC91D285-A24C-4208-BE9E-0C1257284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79" name="Rectangle 324">
              <a:extLst>
                <a:ext uri="{FF2B5EF4-FFF2-40B4-BE49-F238E27FC236}">
                  <a16:creationId xmlns:a16="http://schemas.microsoft.com/office/drawing/2014/main" xmlns="" id="{2245CBD7-2B06-419D-BA82-8C63B989B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0" name="Rectangle 325">
              <a:extLst>
                <a:ext uri="{FF2B5EF4-FFF2-40B4-BE49-F238E27FC236}">
                  <a16:creationId xmlns:a16="http://schemas.microsoft.com/office/drawing/2014/main" xmlns="" id="{DD3C5ADC-DC96-4297-998C-FB4E90E22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1" name="Rectangle 326">
              <a:extLst>
                <a:ext uri="{FF2B5EF4-FFF2-40B4-BE49-F238E27FC236}">
                  <a16:creationId xmlns:a16="http://schemas.microsoft.com/office/drawing/2014/main" xmlns="" id="{61135A66-BAFD-4039-BC3B-D70E79832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" y="1574"/>
              <a:ext cx="1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2" name="Rectangle 327">
              <a:extLst>
                <a:ext uri="{FF2B5EF4-FFF2-40B4-BE49-F238E27FC236}">
                  <a16:creationId xmlns:a16="http://schemas.microsoft.com/office/drawing/2014/main" xmlns="" id="{396DAECC-1107-4C53-8EB9-3C5E8725C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3" y="1666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16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3" name="Rectangle 328">
              <a:extLst>
                <a:ext uri="{FF2B5EF4-FFF2-40B4-BE49-F238E27FC236}">
                  <a16:creationId xmlns:a16="http://schemas.microsoft.com/office/drawing/2014/main" xmlns="" id="{1074BF3D-F623-4639-ABFC-8BB07E188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6" y="157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684" name="Rectangle 329">
              <a:extLst>
                <a:ext uri="{FF2B5EF4-FFF2-40B4-BE49-F238E27FC236}">
                  <a16:creationId xmlns:a16="http://schemas.microsoft.com/office/drawing/2014/main" xmlns="" id="{C9655433-E73E-4B3C-A0B9-E1DDCD7E9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85" name="Line 330">
              <a:extLst>
                <a:ext uri="{FF2B5EF4-FFF2-40B4-BE49-F238E27FC236}">
                  <a16:creationId xmlns:a16="http://schemas.microsoft.com/office/drawing/2014/main" xmlns="" id="{CEEA6A8E-0820-40FE-8991-895E819A0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86" name="Line 331">
              <a:extLst>
                <a:ext uri="{FF2B5EF4-FFF2-40B4-BE49-F238E27FC236}">
                  <a16:creationId xmlns:a16="http://schemas.microsoft.com/office/drawing/2014/main" xmlns="" id="{89D27F3A-A457-41A0-965A-34571D4A9B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87" name="Rectangle 332">
              <a:extLst>
                <a:ext uri="{FF2B5EF4-FFF2-40B4-BE49-F238E27FC236}">
                  <a16:creationId xmlns:a16="http://schemas.microsoft.com/office/drawing/2014/main" xmlns="" id="{E467EA2B-EE5A-4685-B0BA-8F8A608B2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88" name="Line 333">
              <a:extLst>
                <a:ext uri="{FF2B5EF4-FFF2-40B4-BE49-F238E27FC236}">
                  <a16:creationId xmlns:a16="http://schemas.microsoft.com/office/drawing/2014/main" xmlns="" id="{30752B26-BFDD-413D-9517-648486DBC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89" name="Line 334">
              <a:extLst>
                <a:ext uri="{FF2B5EF4-FFF2-40B4-BE49-F238E27FC236}">
                  <a16:creationId xmlns:a16="http://schemas.microsoft.com/office/drawing/2014/main" xmlns="" id="{10A3EE37-12AD-4925-A7EF-41F11F046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0" name="Rectangle 335">
              <a:extLst>
                <a:ext uri="{FF2B5EF4-FFF2-40B4-BE49-F238E27FC236}">
                  <a16:creationId xmlns:a16="http://schemas.microsoft.com/office/drawing/2014/main" xmlns="" id="{554C9318-B526-49E1-82E6-8CD7B6F67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1555"/>
              <a:ext cx="39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1" name="Line 336">
              <a:extLst>
                <a:ext uri="{FF2B5EF4-FFF2-40B4-BE49-F238E27FC236}">
                  <a16:creationId xmlns:a16="http://schemas.microsoft.com/office/drawing/2014/main" xmlns="" id="{8D86713B-DC3C-4371-9E33-4A0A5B3A2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1555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2" name="Rectangle 337">
              <a:extLst>
                <a:ext uri="{FF2B5EF4-FFF2-40B4-BE49-F238E27FC236}">
                  <a16:creationId xmlns:a16="http://schemas.microsoft.com/office/drawing/2014/main" xmlns="" id="{3A961B26-1FAB-4B2B-8291-A659745F1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3" name="Line 338">
              <a:extLst>
                <a:ext uri="{FF2B5EF4-FFF2-40B4-BE49-F238E27FC236}">
                  <a16:creationId xmlns:a16="http://schemas.microsoft.com/office/drawing/2014/main" xmlns="" id="{12099F83-85C9-47E0-A61E-7A3533442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4" name="Line 339">
              <a:extLst>
                <a:ext uri="{FF2B5EF4-FFF2-40B4-BE49-F238E27FC236}">
                  <a16:creationId xmlns:a16="http://schemas.microsoft.com/office/drawing/2014/main" xmlns="" id="{00F46661-E329-473D-9BD8-E0BE395C6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5" name="Rectangle 340">
              <a:extLst>
                <a:ext uri="{FF2B5EF4-FFF2-40B4-BE49-F238E27FC236}">
                  <a16:creationId xmlns:a16="http://schemas.microsoft.com/office/drawing/2014/main" xmlns="" id="{452F5349-45AA-43DE-8540-BA41464FF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1555"/>
              <a:ext cx="420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6" name="Line 341">
              <a:extLst>
                <a:ext uri="{FF2B5EF4-FFF2-40B4-BE49-F238E27FC236}">
                  <a16:creationId xmlns:a16="http://schemas.microsoft.com/office/drawing/2014/main" xmlns="" id="{EF838624-F693-43D6-B05B-7D0AD9C87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1555"/>
              <a:ext cx="4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7" name="Rectangle 342">
              <a:extLst>
                <a:ext uri="{FF2B5EF4-FFF2-40B4-BE49-F238E27FC236}">
                  <a16:creationId xmlns:a16="http://schemas.microsoft.com/office/drawing/2014/main" xmlns="" id="{C74BC98E-814D-42DF-8B05-4819BB25D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698" name="Line 343">
              <a:extLst>
                <a:ext uri="{FF2B5EF4-FFF2-40B4-BE49-F238E27FC236}">
                  <a16:creationId xmlns:a16="http://schemas.microsoft.com/office/drawing/2014/main" xmlns="" id="{C567977B-520E-4423-9C40-50B6860AB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99" name="Line 344">
              <a:extLst>
                <a:ext uri="{FF2B5EF4-FFF2-40B4-BE49-F238E27FC236}">
                  <a16:creationId xmlns:a16="http://schemas.microsoft.com/office/drawing/2014/main" xmlns="" id="{6C5CC0B1-4AF1-42FD-AC0E-D85177958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0" name="Rectangle 345">
              <a:extLst>
                <a:ext uri="{FF2B5EF4-FFF2-40B4-BE49-F238E27FC236}">
                  <a16:creationId xmlns:a16="http://schemas.microsoft.com/office/drawing/2014/main" xmlns="" id="{B0302838-7D30-4413-9F5E-DFB9ABEA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1555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1" name="Line 346">
              <a:extLst>
                <a:ext uri="{FF2B5EF4-FFF2-40B4-BE49-F238E27FC236}">
                  <a16:creationId xmlns:a16="http://schemas.microsoft.com/office/drawing/2014/main" xmlns="" id="{0D9DDE16-8650-40C1-B1F4-8261E5ABE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" y="1555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2" name="Rectangle 347">
              <a:extLst>
                <a:ext uri="{FF2B5EF4-FFF2-40B4-BE49-F238E27FC236}">
                  <a16:creationId xmlns:a16="http://schemas.microsoft.com/office/drawing/2014/main" xmlns="" id="{E6D220DC-9B72-4D52-8175-5314D8972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3" name="Line 348">
              <a:extLst>
                <a:ext uri="{FF2B5EF4-FFF2-40B4-BE49-F238E27FC236}">
                  <a16:creationId xmlns:a16="http://schemas.microsoft.com/office/drawing/2014/main" xmlns="" id="{65E5BA00-C4EE-4755-ACA0-9CBACDD21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4" name="Line 349">
              <a:extLst>
                <a:ext uri="{FF2B5EF4-FFF2-40B4-BE49-F238E27FC236}">
                  <a16:creationId xmlns:a16="http://schemas.microsoft.com/office/drawing/2014/main" xmlns="" id="{CF726839-1485-4116-9B9B-7884E6028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5" name="Rectangle 350">
              <a:extLst>
                <a:ext uri="{FF2B5EF4-FFF2-40B4-BE49-F238E27FC236}">
                  <a16:creationId xmlns:a16="http://schemas.microsoft.com/office/drawing/2014/main" xmlns="" id="{D9005232-2C39-4328-9883-94810C539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4" y="1555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6" name="Line 351">
              <a:extLst>
                <a:ext uri="{FF2B5EF4-FFF2-40B4-BE49-F238E27FC236}">
                  <a16:creationId xmlns:a16="http://schemas.microsoft.com/office/drawing/2014/main" xmlns="" id="{07FE1554-C631-4ACA-BDDE-36C703AD4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4" y="1555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7" name="Rectangle 352">
              <a:extLst>
                <a:ext uri="{FF2B5EF4-FFF2-40B4-BE49-F238E27FC236}">
                  <a16:creationId xmlns:a16="http://schemas.microsoft.com/office/drawing/2014/main" xmlns="" id="{E58914E9-4085-47A7-ABBB-9C47E3553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555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08" name="Line 353">
              <a:extLst>
                <a:ext uri="{FF2B5EF4-FFF2-40B4-BE49-F238E27FC236}">
                  <a16:creationId xmlns:a16="http://schemas.microsoft.com/office/drawing/2014/main" xmlns="" id="{3FD7C95D-E70A-41DE-ADB0-DEEC5F146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55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09" name="Line 354">
              <a:extLst>
                <a:ext uri="{FF2B5EF4-FFF2-40B4-BE49-F238E27FC236}">
                  <a16:creationId xmlns:a16="http://schemas.microsoft.com/office/drawing/2014/main" xmlns="" id="{A8667034-A3DB-48C0-A1D9-103D026A7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0" name="Rectangle 355">
              <a:extLst>
                <a:ext uri="{FF2B5EF4-FFF2-40B4-BE49-F238E27FC236}">
                  <a16:creationId xmlns:a16="http://schemas.microsoft.com/office/drawing/2014/main" xmlns="" id="{11BAC7A0-03D7-4F99-B958-491FF5307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" y="1555"/>
              <a:ext cx="489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1" name="Line 356">
              <a:extLst>
                <a:ext uri="{FF2B5EF4-FFF2-40B4-BE49-F238E27FC236}">
                  <a16:creationId xmlns:a16="http://schemas.microsoft.com/office/drawing/2014/main" xmlns="" id="{6FDCB900-3924-4207-BC41-92C757B04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2" y="1555"/>
              <a:ext cx="4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2" name="Rectangle 357">
              <a:extLst>
                <a:ext uri="{FF2B5EF4-FFF2-40B4-BE49-F238E27FC236}">
                  <a16:creationId xmlns:a16="http://schemas.microsoft.com/office/drawing/2014/main" xmlns="" id="{86B26CB2-60B5-4084-B555-391AC4FB7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3" name="Line 358">
              <a:extLst>
                <a:ext uri="{FF2B5EF4-FFF2-40B4-BE49-F238E27FC236}">
                  <a16:creationId xmlns:a16="http://schemas.microsoft.com/office/drawing/2014/main" xmlns="" id="{FA809BD3-0962-4069-B04C-37BCC3ADB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4" name="Line 359">
              <a:extLst>
                <a:ext uri="{FF2B5EF4-FFF2-40B4-BE49-F238E27FC236}">
                  <a16:creationId xmlns:a16="http://schemas.microsoft.com/office/drawing/2014/main" xmlns="" id="{4409891E-4B8F-44ED-8433-47E34F5053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5" name="Rectangle 360">
              <a:extLst>
                <a:ext uri="{FF2B5EF4-FFF2-40B4-BE49-F238E27FC236}">
                  <a16:creationId xmlns:a16="http://schemas.microsoft.com/office/drawing/2014/main" xmlns="" id="{267A70C1-4D15-44CD-BEAD-4AA35BFF5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555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6" name="Line 361">
              <a:extLst>
                <a:ext uri="{FF2B5EF4-FFF2-40B4-BE49-F238E27FC236}">
                  <a16:creationId xmlns:a16="http://schemas.microsoft.com/office/drawing/2014/main" xmlns="" id="{8F73A320-A713-4EB9-B966-43D19A9D4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7" name="Line 362">
              <a:extLst>
                <a:ext uri="{FF2B5EF4-FFF2-40B4-BE49-F238E27FC236}">
                  <a16:creationId xmlns:a16="http://schemas.microsoft.com/office/drawing/2014/main" xmlns="" id="{92BCCE0E-1341-477B-891D-C595B7BBD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55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18" name="Rectangle 363">
              <a:extLst>
                <a:ext uri="{FF2B5EF4-FFF2-40B4-BE49-F238E27FC236}">
                  <a16:creationId xmlns:a16="http://schemas.microsoft.com/office/drawing/2014/main" xmlns="" id="{40282539-4E8E-49C0-8AD5-72F6D5FC6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19" name="Line 364">
              <a:extLst>
                <a:ext uri="{FF2B5EF4-FFF2-40B4-BE49-F238E27FC236}">
                  <a16:creationId xmlns:a16="http://schemas.microsoft.com/office/drawing/2014/main" xmlns="" id="{4986E30F-4D84-4F8B-A441-037AC5767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0" name="Line 365">
              <a:extLst>
                <a:ext uri="{FF2B5EF4-FFF2-40B4-BE49-F238E27FC236}">
                  <a16:creationId xmlns:a16="http://schemas.microsoft.com/office/drawing/2014/main" xmlns="" id="{C77DCBCC-9292-49F8-A73D-D8CC98D30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1" name="Line 366">
              <a:extLst>
                <a:ext uri="{FF2B5EF4-FFF2-40B4-BE49-F238E27FC236}">
                  <a16:creationId xmlns:a16="http://schemas.microsoft.com/office/drawing/2014/main" xmlns="" id="{D2ED5A3F-C562-4C7D-A556-871E0D9F7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2" name="Rectangle 367">
              <a:extLst>
                <a:ext uri="{FF2B5EF4-FFF2-40B4-BE49-F238E27FC236}">
                  <a16:creationId xmlns:a16="http://schemas.microsoft.com/office/drawing/2014/main" xmlns="" id="{AE1B69B1-CE48-4911-A409-87D56DA57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156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23" name="Line 368">
              <a:extLst>
                <a:ext uri="{FF2B5EF4-FFF2-40B4-BE49-F238E27FC236}">
                  <a16:creationId xmlns:a16="http://schemas.microsoft.com/office/drawing/2014/main" xmlns="" id="{6B27CD3C-CBB8-4C37-AE1B-15F9BABA4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4" name="Rectangle 369">
              <a:extLst>
                <a:ext uri="{FF2B5EF4-FFF2-40B4-BE49-F238E27FC236}">
                  <a16:creationId xmlns:a16="http://schemas.microsoft.com/office/drawing/2014/main" xmlns="" id="{DFE39B74-8F1D-4AC8-92FC-B040842C5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56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25" name="Line 370">
              <a:extLst>
                <a:ext uri="{FF2B5EF4-FFF2-40B4-BE49-F238E27FC236}">
                  <a16:creationId xmlns:a16="http://schemas.microsoft.com/office/drawing/2014/main" xmlns="" id="{13B60DE5-5D8A-40BD-9F85-4DA0AFCFC9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6" name="Rectangle 371">
              <a:extLst>
                <a:ext uri="{FF2B5EF4-FFF2-40B4-BE49-F238E27FC236}">
                  <a16:creationId xmlns:a16="http://schemas.microsoft.com/office/drawing/2014/main" xmlns="" id="{CD83FBBC-2D2B-4456-B6EE-B59898806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56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27" name="Line 372">
              <a:extLst>
                <a:ext uri="{FF2B5EF4-FFF2-40B4-BE49-F238E27FC236}">
                  <a16:creationId xmlns:a16="http://schemas.microsoft.com/office/drawing/2014/main" xmlns="" id="{4EBC833A-B2CB-4F09-8BF5-DEB7484DE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56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28" name="Rectangle 373">
              <a:extLst>
                <a:ext uri="{FF2B5EF4-FFF2-40B4-BE49-F238E27FC236}">
                  <a16:creationId xmlns:a16="http://schemas.microsoft.com/office/drawing/2014/main" xmlns="" id="{CC5F8F4F-15B5-4554-B3E2-2F01F3747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85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29" name="Rectangle 374">
              <a:extLst>
                <a:ext uri="{FF2B5EF4-FFF2-40B4-BE49-F238E27FC236}">
                  <a16:creationId xmlns:a16="http://schemas.microsoft.com/office/drawing/2014/main" xmlns="" id="{1F5650F1-9918-4E89-9CBC-73CC7586E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0" name="Rectangle 375">
              <a:extLst>
                <a:ext uri="{FF2B5EF4-FFF2-40B4-BE49-F238E27FC236}">
                  <a16:creationId xmlns:a16="http://schemas.microsoft.com/office/drawing/2014/main" xmlns="" id="{B25B56BF-8258-49B4-B38C-E828B5327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1" name="Rectangle 376">
              <a:extLst>
                <a:ext uri="{FF2B5EF4-FFF2-40B4-BE49-F238E27FC236}">
                  <a16:creationId xmlns:a16="http://schemas.microsoft.com/office/drawing/2014/main" xmlns="" id="{1A18FB18-D2FF-4BA6-BA97-C133E6D58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2" name="Rectangle 377">
              <a:extLst>
                <a:ext uri="{FF2B5EF4-FFF2-40B4-BE49-F238E27FC236}">
                  <a16:creationId xmlns:a16="http://schemas.microsoft.com/office/drawing/2014/main" xmlns="" id="{7BAA1A79-3863-4BBE-902B-9B60FACFF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3" name="Rectangle 378">
              <a:extLst>
                <a:ext uri="{FF2B5EF4-FFF2-40B4-BE49-F238E27FC236}">
                  <a16:creationId xmlns:a16="http://schemas.microsoft.com/office/drawing/2014/main" xmlns="" id="{0C933F5B-BCE0-4C49-99E4-AA532715B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4" name="Rectangle 379">
              <a:extLst>
                <a:ext uri="{FF2B5EF4-FFF2-40B4-BE49-F238E27FC236}">
                  <a16:creationId xmlns:a16="http://schemas.microsoft.com/office/drawing/2014/main" xmlns="" id="{FE2A6BEF-12B7-48F4-B074-A02CE32E2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5" name="Rectangle 380">
              <a:extLst>
                <a:ext uri="{FF2B5EF4-FFF2-40B4-BE49-F238E27FC236}">
                  <a16:creationId xmlns:a16="http://schemas.microsoft.com/office/drawing/2014/main" xmlns="" id="{5D1265C7-F631-45B3-A92D-33F9CA3B2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6" name="Rectangle 381">
              <a:extLst>
                <a:ext uri="{FF2B5EF4-FFF2-40B4-BE49-F238E27FC236}">
                  <a16:creationId xmlns:a16="http://schemas.microsoft.com/office/drawing/2014/main" xmlns="" id="{3EC99EE5-F5CE-4B6E-AD32-2D465DADC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185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7" name="Rectangle 382">
              <a:extLst>
                <a:ext uri="{FF2B5EF4-FFF2-40B4-BE49-F238E27FC236}">
                  <a16:creationId xmlns:a16="http://schemas.microsoft.com/office/drawing/2014/main" xmlns="" id="{1E780F00-24AB-4CF4-A1B5-F2CDD8D23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185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38" name="Line 383">
              <a:extLst>
                <a:ext uri="{FF2B5EF4-FFF2-40B4-BE49-F238E27FC236}">
                  <a16:creationId xmlns:a16="http://schemas.microsoft.com/office/drawing/2014/main" xmlns="" id="{602EB4DB-48A6-467F-8FB7-959280531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39" name="Line 384">
              <a:extLst>
                <a:ext uri="{FF2B5EF4-FFF2-40B4-BE49-F238E27FC236}">
                  <a16:creationId xmlns:a16="http://schemas.microsoft.com/office/drawing/2014/main" xmlns="" id="{2D955609-4629-425B-9CBA-3E8709D50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1841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0" name="Line 385">
              <a:extLst>
                <a:ext uri="{FF2B5EF4-FFF2-40B4-BE49-F238E27FC236}">
                  <a16:creationId xmlns:a16="http://schemas.microsoft.com/office/drawing/2014/main" xmlns="" id="{5579CEAF-4C38-4DF5-B215-72CC63CF4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1" name="Line 386">
              <a:extLst>
                <a:ext uri="{FF2B5EF4-FFF2-40B4-BE49-F238E27FC236}">
                  <a16:creationId xmlns:a16="http://schemas.microsoft.com/office/drawing/2014/main" xmlns="" id="{03AF7DA3-8DD2-4372-9E67-435FBEE17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2" name="Line 387">
              <a:extLst>
                <a:ext uri="{FF2B5EF4-FFF2-40B4-BE49-F238E27FC236}">
                  <a16:creationId xmlns:a16="http://schemas.microsoft.com/office/drawing/2014/main" xmlns="" id="{EE5B80B0-0C18-48DF-8877-48D71A357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1841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3" name="Line 388">
              <a:extLst>
                <a:ext uri="{FF2B5EF4-FFF2-40B4-BE49-F238E27FC236}">
                  <a16:creationId xmlns:a16="http://schemas.microsoft.com/office/drawing/2014/main" xmlns="" id="{2DE2E7FC-44B4-4A12-B30C-88E23D273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84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4" name="Line 389">
              <a:extLst>
                <a:ext uri="{FF2B5EF4-FFF2-40B4-BE49-F238E27FC236}">
                  <a16:creationId xmlns:a16="http://schemas.microsoft.com/office/drawing/2014/main" xmlns="" id="{910BCC6A-ED98-4BD5-B37D-B304F9138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5" name="Line 390">
              <a:extLst>
                <a:ext uri="{FF2B5EF4-FFF2-40B4-BE49-F238E27FC236}">
                  <a16:creationId xmlns:a16="http://schemas.microsoft.com/office/drawing/2014/main" xmlns="" id="{0B3E4DE2-73AE-4BD2-B6B9-9B1451BA1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184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6" name="Line 391">
              <a:extLst>
                <a:ext uri="{FF2B5EF4-FFF2-40B4-BE49-F238E27FC236}">
                  <a16:creationId xmlns:a16="http://schemas.microsoft.com/office/drawing/2014/main" xmlns="" id="{B1FA700D-1FA8-42EE-83CF-8B966447D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7" name="Line 392">
              <a:extLst>
                <a:ext uri="{FF2B5EF4-FFF2-40B4-BE49-F238E27FC236}">
                  <a16:creationId xmlns:a16="http://schemas.microsoft.com/office/drawing/2014/main" xmlns="" id="{123F3538-6A57-4ED0-A988-06106EC08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8" name="Line 393">
              <a:extLst>
                <a:ext uri="{FF2B5EF4-FFF2-40B4-BE49-F238E27FC236}">
                  <a16:creationId xmlns:a16="http://schemas.microsoft.com/office/drawing/2014/main" xmlns="" id="{ACB76A81-C73C-48E5-83EB-29869840F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84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49" name="Line 394">
              <a:extLst>
                <a:ext uri="{FF2B5EF4-FFF2-40B4-BE49-F238E27FC236}">
                  <a16:creationId xmlns:a16="http://schemas.microsoft.com/office/drawing/2014/main" xmlns="" id="{2C3DF6A2-443B-4749-85F7-E4966BDBF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84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0" name="Line 395">
              <a:extLst>
                <a:ext uri="{FF2B5EF4-FFF2-40B4-BE49-F238E27FC236}">
                  <a16:creationId xmlns:a16="http://schemas.microsoft.com/office/drawing/2014/main" xmlns="" id="{AEF3911F-6CAC-4BFF-B8BE-DC5F10138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84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1" name="Line 396">
              <a:extLst>
                <a:ext uri="{FF2B5EF4-FFF2-40B4-BE49-F238E27FC236}">
                  <a16:creationId xmlns:a16="http://schemas.microsoft.com/office/drawing/2014/main" xmlns="" id="{41D0F1C9-F759-4E3C-B880-543CB2563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1841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2" name="Line 397">
              <a:extLst>
                <a:ext uri="{FF2B5EF4-FFF2-40B4-BE49-F238E27FC236}">
                  <a16:creationId xmlns:a16="http://schemas.microsoft.com/office/drawing/2014/main" xmlns="" id="{F0F1D266-20C5-45DD-999C-C80A2B89F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84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3" name="Rectangle 398">
              <a:extLst>
                <a:ext uri="{FF2B5EF4-FFF2-40B4-BE49-F238E27FC236}">
                  <a16:creationId xmlns:a16="http://schemas.microsoft.com/office/drawing/2014/main" xmlns="" id="{2CF70BA6-3206-4907-810F-CF9D0A013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54" name="Line 399">
              <a:extLst>
                <a:ext uri="{FF2B5EF4-FFF2-40B4-BE49-F238E27FC236}">
                  <a16:creationId xmlns:a16="http://schemas.microsoft.com/office/drawing/2014/main" xmlns="" id="{505750CC-626C-48F0-A41D-89761D38B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5" name="Line 400">
              <a:extLst>
                <a:ext uri="{FF2B5EF4-FFF2-40B4-BE49-F238E27FC236}">
                  <a16:creationId xmlns:a16="http://schemas.microsoft.com/office/drawing/2014/main" xmlns="" id="{83D2EEF7-E8A5-45FC-986E-EDAEF35C2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6" name="Line 401">
              <a:extLst>
                <a:ext uri="{FF2B5EF4-FFF2-40B4-BE49-F238E27FC236}">
                  <a16:creationId xmlns:a16="http://schemas.microsoft.com/office/drawing/2014/main" xmlns="" id="{D4362E4F-EBF7-4338-BB4F-F98D51C9C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7" name="Rectangle 402">
              <a:extLst>
                <a:ext uri="{FF2B5EF4-FFF2-40B4-BE49-F238E27FC236}">
                  <a16:creationId xmlns:a16="http://schemas.microsoft.com/office/drawing/2014/main" xmlns="" id="{A6AF8BDF-287E-4D40-B737-FEE02C88B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184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58" name="Line 403">
              <a:extLst>
                <a:ext uri="{FF2B5EF4-FFF2-40B4-BE49-F238E27FC236}">
                  <a16:creationId xmlns:a16="http://schemas.microsoft.com/office/drawing/2014/main" xmlns="" id="{56F9924E-3E78-4B12-BF85-DC9FD51F1D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59" name="Rectangle 404">
              <a:extLst>
                <a:ext uri="{FF2B5EF4-FFF2-40B4-BE49-F238E27FC236}">
                  <a16:creationId xmlns:a16="http://schemas.microsoft.com/office/drawing/2014/main" xmlns="" id="{DA3DE709-4304-4B2A-893D-BA5D0374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1847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60" name="Line 405">
              <a:extLst>
                <a:ext uri="{FF2B5EF4-FFF2-40B4-BE49-F238E27FC236}">
                  <a16:creationId xmlns:a16="http://schemas.microsoft.com/office/drawing/2014/main" xmlns="" id="{F14EAD3C-779A-4A33-8E7D-EE19458AB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61" name="Rectangle 406">
              <a:extLst>
                <a:ext uri="{FF2B5EF4-FFF2-40B4-BE49-F238E27FC236}">
                  <a16:creationId xmlns:a16="http://schemas.microsoft.com/office/drawing/2014/main" xmlns="" id="{AC84DEE4-CF08-4A20-B8D6-10580DF6E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1847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62" name="Line 407">
              <a:extLst>
                <a:ext uri="{FF2B5EF4-FFF2-40B4-BE49-F238E27FC236}">
                  <a16:creationId xmlns:a16="http://schemas.microsoft.com/office/drawing/2014/main" xmlns="" id="{D7A521D8-5AD3-445F-BE2A-0B13DB3FE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1847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63" name="Rectangle 408">
              <a:extLst>
                <a:ext uri="{FF2B5EF4-FFF2-40B4-BE49-F238E27FC236}">
                  <a16:creationId xmlns:a16="http://schemas.microsoft.com/office/drawing/2014/main" xmlns="" id="{222E94FA-69A9-44AF-B877-A62C442B4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213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4" name="Rectangle 409">
              <a:extLst>
                <a:ext uri="{FF2B5EF4-FFF2-40B4-BE49-F238E27FC236}">
                  <a16:creationId xmlns:a16="http://schemas.microsoft.com/office/drawing/2014/main" xmlns="" id="{FE18B8F4-1FB4-4A1F-88FF-0C9BA8C53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5" name="Rectangle 410">
              <a:extLst>
                <a:ext uri="{FF2B5EF4-FFF2-40B4-BE49-F238E27FC236}">
                  <a16:creationId xmlns:a16="http://schemas.microsoft.com/office/drawing/2014/main" xmlns="" id="{F240AACF-8A8E-4615-9A7B-D91B5ABA4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6" name="Rectangle 411">
              <a:extLst>
                <a:ext uri="{FF2B5EF4-FFF2-40B4-BE49-F238E27FC236}">
                  <a16:creationId xmlns:a16="http://schemas.microsoft.com/office/drawing/2014/main" xmlns="" id="{7080D178-D9B7-4253-9F7C-B3B217D50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7" name="Rectangle 412">
              <a:extLst>
                <a:ext uri="{FF2B5EF4-FFF2-40B4-BE49-F238E27FC236}">
                  <a16:creationId xmlns:a16="http://schemas.microsoft.com/office/drawing/2014/main" xmlns="" id="{FA3DC23E-89B8-42A8-99AD-22330DC12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8" name="Rectangle 413">
              <a:extLst>
                <a:ext uri="{FF2B5EF4-FFF2-40B4-BE49-F238E27FC236}">
                  <a16:creationId xmlns:a16="http://schemas.microsoft.com/office/drawing/2014/main" xmlns="" id="{CC243762-873B-4D79-9704-9C7E27FB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69" name="Rectangle 414">
              <a:extLst>
                <a:ext uri="{FF2B5EF4-FFF2-40B4-BE49-F238E27FC236}">
                  <a16:creationId xmlns:a16="http://schemas.microsoft.com/office/drawing/2014/main" xmlns="" id="{6A485F0E-D7B2-44A0-B498-8227457EF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0" name="Rectangle 415">
              <a:extLst>
                <a:ext uri="{FF2B5EF4-FFF2-40B4-BE49-F238E27FC236}">
                  <a16:creationId xmlns:a16="http://schemas.microsoft.com/office/drawing/2014/main" xmlns="" id="{84B82B77-1BDA-4C9B-B080-D395618F8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1" name="Rectangle 416">
              <a:extLst>
                <a:ext uri="{FF2B5EF4-FFF2-40B4-BE49-F238E27FC236}">
                  <a16:creationId xmlns:a16="http://schemas.microsoft.com/office/drawing/2014/main" xmlns="" id="{503554E4-FABF-489A-A4F4-2515E5B2A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13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2" name="Rectangle 417">
              <a:extLst>
                <a:ext uri="{FF2B5EF4-FFF2-40B4-BE49-F238E27FC236}">
                  <a16:creationId xmlns:a16="http://schemas.microsoft.com/office/drawing/2014/main" xmlns="" id="{B4E7A037-34FF-4D6E-929B-D7E66D557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213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773" name="Rectangle 418">
              <a:extLst>
                <a:ext uri="{FF2B5EF4-FFF2-40B4-BE49-F238E27FC236}">
                  <a16:creationId xmlns:a16="http://schemas.microsoft.com/office/drawing/2014/main" xmlns="" id="{DE32BD6E-B0B1-4DA4-BE34-1A4F76327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74" name="Line 419">
              <a:extLst>
                <a:ext uri="{FF2B5EF4-FFF2-40B4-BE49-F238E27FC236}">
                  <a16:creationId xmlns:a16="http://schemas.microsoft.com/office/drawing/2014/main" xmlns="" id="{E895C998-9F08-4C5F-9248-2CBA0DC39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5" name="Rectangle 420">
              <a:extLst>
                <a:ext uri="{FF2B5EF4-FFF2-40B4-BE49-F238E27FC236}">
                  <a16:creationId xmlns:a16="http://schemas.microsoft.com/office/drawing/2014/main" xmlns="" id="{020DAA29-B115-4BB2-A990-FD3D2C104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121"/>
              <a:ext cx="393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76" name="Line 421">
              <a:extLst>
                <a:ext uri="{FF2B5EF4-FFF2-40B4-BE49-F238E27FC236}">
                  <a16:creationId xmlns:a16="http://schemas.microsoft.com/office/drawing/2014/main" xmlns="" id="{88E6D51B-314E-4CB5-B941-365EC519F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121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7" name="Line 422">
              <a:extLst>
                <a:ext uri="{FF2B5EF4-FFF2-40B4-BE49-F238E27FC236}">
                  <a16:creationId xmlns:a16="http://schemas.microsoft.com/office/drawing/2014/main" xmlns="" id="{7E0B1726-D70A-4184-AF86-9E0DF26DC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8" name="Line 423">
              <a:extLst>
                <a:ext uri="{FF2B5EF4-FFF2-40B4-BE49-F238E27FC236}">
                  <a16:creationId xmlns:a16="http://schemas.microsoft.com/office/drawing/2014/main" xmlns="" id="{D98AE5EE-A49C-45E8-85EA-A3D42E173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79" name="Rectangle 424">
              <a:extLst>
                <a:ext uri="{FF2B5EF4-FFF2-40B4-BE49-F238E27FC236}">
                  <a16:creationId xmlns:a16="http://schemas.microsoft.com/office/drawing/2014/main" xmlns="" id="{2E7220DE-17AD-4890-BBAA-C2C75D58C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121"/>
              <a:ext cx="42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0" name="Line 425">
              <a:extLst>
                <a:ext uri="{FF2B5EF4-FFF2-40B4-BE49-F238E27FC236}">
                  <a16:creationId xmlns:a16="http://schemas.microsoft.com/office/drawing/2014/main" xmlns="" id="{694F038D-88BA-4949-AC1A-91C8732CF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121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1" name="Line 426">
              <a:extLst>
                <a:ext uri="{FF2B5EF4-FFF2-40B4-BE49-F238E27FC236}">
                  <a16:creationId xmlns:a16="http://schemas.microsoft.com/office/drawing/2014/main" xmlns="" id="{2507F9C3-C9C2-494A-99DF-C2CC09237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121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2" name="Line 427">
              <a:extLst>
                <a:ext uri="{FF2B5EF4-FFF2-40B4-BE49-F238E27FC236}">
                  <a16:creationId xmlns:a16="http://schemas.microsoft.com/office/drawing/2014/main" xmlns="" id="{191F3EDE-D105-4B56-BBF3-03ABEED7A2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3" name="Rectangle 428">
              <a:extLst>
                <a:ext uri="{FF2B5EF4-FFF2-40B4-BE49-F238E27FC236}">
                  <a16:creationId xmlns:a16="http://schemas.microsoft.com/office/drawing/2014/main" xmlns="" id="{E0201C14-DEBE-40C7-B044-11BF5D221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121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4" name="Line 429">
              <a:extLst>
                <a:ext uri="{FF2B5EF4-FFF2-40B4-BE49-F238E27FC236}">
                  <a16:creationId xmlns:a16="http://schemas.microsoft.com/office/drawing/2014/main" xmlns="" id="{A4D0B98F-67C4-4693-85B5-59348005D2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12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5" name="Rectangle 430">
              <a:extLst>
                <a:ext uri="{FF2B5EF4-FFF2-40B4-BE49-F238E27FC236}">
                  <a16:creationId xmlns:a16="http://schemas.microsoft.com/office/drawing/2014/main" xmlns="" id="{9FE5EAA0-3721-4016-A69E-776B596EC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12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6" name="Line 431">
              <a:extLst>
                <a:ext uri="{FF2B5EF4-FFF2-40B4-BE49-F238E27FC236}">
                  <a16:creationId xmlns:a16="http://schemas.microsoft.com/office/drawing/2014/main" xmlns="" id="{60C2D861-B37B-45AD-82EB-02F6AB4BAF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7" name="Line 432">
              <a:extLst>
                <a:ext uri="{FF2B5EF4-FFF2-40B4-BE49-F238E27FC236}">
                  <a16:creationId xmlns:a16="http://schemas.microsoft.com/office/drawing/2014/main" xmlns="" id="{A97B6D6E-1711-4F48-8252-C2416510B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88" name="Rectangle 433">
              <a:extLst>
                <a:ext uri="{FF2B5EF4-FFF2-40B4-BE49-F238E27FC236}">
                  <a16:creationId xmlns:a16="http://schemas.microsoft.com/office/drawing/2014/main" xmlns="" id="{F9E142BD-4E5A-4FF4-BB61-C858DDF60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121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89" name="Line 434">
              <a:extLst>
                <a:ext uri="{FF2B5EF4-FFF2-40B4-BE49-F238E27FC236}">
                  <a16:creationId xmlns:a16="http://schemas.microsoft.com/office/drawing/2014/main" xmlns="" id="{0692FEC4-97A3-4A06-A16E-82A71F605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121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0" name="Rectangle 435">
              <a:extLst>
                <a:ext uri="{FF2B5EF4-FFF2-40B4-BE49-F238E27FC236}">
                  <a16:creationId xmlns:a16="http://schemas.microsoft.com/office/drawing/2014/main" xmlns="" id="{72442200-2E14-4A06-836E-CFD17B007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121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1" name="Line 436">
              <a:extLst>
                <a:ext uri="{FF2B5EF4-FFF2-40B4-BE49-F238E27FC236}">
                  <a16:creationId xmlns:a16="http://schemas.microsoft.com/office/drawing/2014/main" xmlns="" id="{10D577E9-F74B-438B-9D56-7C26A0744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121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2" name="Line 437">
              <a:extLst>
                <a:ext uri="{FF2B5EF4-FFF2-40B4-BE49-F238E27FC236}">
                  <a16:creationId xmlns:a16="http://schemas.microsoft.com/office/drawing/2014/main" xmlns="" id="{84E40DEF-D06C-44D5-922C-7566D4FE5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121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3" name="Rectangle 438">
              <a:extLst>
                <a:ext uri="{FF2B5EF4-FFF2-40B4-BE49-F238E27FC236}">
                  <a16:creationId xmlns:a16="http://schemas.microsoft.com/office/drawing/2014/main" xmlns="" id="{7E6AC8D3-0DC3-417E-960D-D12774C48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121"/>
              <a:ext cx="49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4" name="Line 439">
              <a:extLst>
                <a:ext uri="{FF2B5EF4-FFF2-40B4-BE49-F238E27FC236}">
                  <a16:creationId xmlns:a16="http://schemas.microsoft.com/office/drawing/2014/main" xmlns="" id="{45B8D165-90FD-4C99-AA5E-FDDBA5600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121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5" name="Rectangle 440">
              <a:extLst>
                <a:ext uri="{FF2B5EF4-FFF2-40B4-BE49-F238E27FC236}">
                  <a16:creationId xmlns:a16="http://schemas.microsoft.com/office/drawing/2014/main" xmlns="" id="{28CBA2F5-B143-4847-81D8-0DB764045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121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6" name="Line 441">
              <a:extLst>
                <a:ext uri="{FF2B5EF4-FFF2-40B4-BE49-F238E27FC236}">
                  <a16:creationId xmlns:a16="http://schemas.microsoft.com/office/drawing/2014/main" xmlns="" id="{99BA326C-172D-4624-B606-0F1107225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121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7" name="Rectangle 442">
              <a:extLst>
                <a:ext uri="{FF2B5EF4-FFF2-40B4-BE49-F238E27FC236}">
                  <a16:creationId xmlns:a16="http://schemas.microsoft.com/office/drawing/2014/main" xmlns="" id="{DC5ABD9A-F07C-4BD4-AD00-CB17B2A48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12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798" name="Line 443">
              <a:extLst>
                <a:ext uri="{FF2B5EF4-FFF2-40B4-BE49-F238E27FC236}">
                  <a16:creationId xmlns:a16="http://schemas.microsoft.com/office/drawing/2014/main" xmlns="" id="{79A6E911-4227-4AC2-B7EE-51483830F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799" name="Line 444">
              <a:extLst>
                <a:ext uri="{FF2B5EF4-FFF2-40B4-BE49-F238E27FC236}">
                  <a16:creationId xmlns:a16="http://schemas.microsoft.com/office/drawing/2014/main" xmlns="" id="{8D087B08-4BAE-414C-B3D9-3A489B04F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0" name="Line 445">
              <a:extLst>
                <a:ext uri="{FF2B5EF4-FFF2-40B4-BE49-F238E27FC236}">
                  <a16:creationId xmlns:a16="http://schemas.microsoft.com/office/drawing/2014/main" xmlns="" id="{F418AFB7-6215-40DC-87D7-7ECD9579D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1" name="Rectangle 446">
              <a:extLst>
                <a:ext uri="{FF2B5EF4-FFF2-40B4-BE49-F238E27FC236}">
                  <a16:creationId xmlns:a16="http://schemas.microsoft.com/office/drawing/2014/main" xmlns="" id="{EA0A5005-8CDE-40D3-A7C5-82882DDEE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12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02" name="Line 447">
              <a:extLst>
                <a:ext uri="{FF2B5EF4-FFF2-40B4-BE49-F238E27FC236}">
                  <a16:creationId xmlns:a16="http://schemas.microsoft.com/office/drawing/2014/main" xmlns="" id="{E67557F0-EF90-4BB0-B459-9CD1D1F74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3" name="Rectangle 448">
              <a:extLst>
                <a:ext uri="{FF2B5EF4-FFF2-40B4-BE49-F238E27FC236}">
                  <a16:creationId xmlns:a16="http://schemas.microsoft.com/office/drawing/2014/main" xmlns="" id="{2F21C64A-E510-4948-AE02-8CF4CF464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12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04" name="Line 449">
              <a:extLst>
                <a:ext uri="{FF2B5EF4-FFF2-40B4-BE49-F238E27FC236}">
                  <a16:creationId xmlns:a16="http://schemas.microsoft.com/office/drawing/2014/main" xmlns="" id="{2F34B310-D094-48AC-84D2-A5CB187A2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5" name="Rectangle 450">
              <a:extLst>
                <a:ext uri="{FF2B5EF4-FFF2-40B4-BE49-F238E27FC236}">
                  <a16:creationId xmlns:a16="http://schemas.microsoft.com/office/drawing/2014/main" xmlns="" id="{34F5D9AF-1FCD-4EC1-B602-1CC6B7D26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12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06" name="Line 451">
              <a:extLst>
                <a:ext uri="{FF2B5EF4-FFF2-40B4-BE49-F238E27FC236}">
                  <a16:creationId xmlns:a16="http://schemas.microsoft.com/office/drawing/2014/main" xmlns="" id="{A516687C-C91F-4429-8DC7-B5C8A4FE7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12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07" name="Rectangle 452">
              <a:extLst>
                <a:ext uri="{FF2B5EF4-FFF2-40B4-BE49-F238E27FC236}">
                  <a16:creationId xmlns:a16="http://schemas.microsoft.com/office/drawing/2014/main" xmlns="" id="{FA115140-779D-427D-914D-9F5E9D34E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241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08" name="Rectangle 453">
              <a:extLst>
                <a:ext uri="{FF2B5EF4-FFF2-40B4-BE49-F238E27FC236}">
                  <a16:creationId xmlns:a16="http://schemas.microsoft.com/office/drawing/2014/main" xmlns="" id="{A2A3D56F-F95F-406F-9238-4A6C54D21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09" name="Rectangle 454">
              <a:extLst>
                <a:ext uri="{FF2B5EF4-FFF2-40B4-BE49-F238E27FC236}">
                  <a16:creationId xmlns:a16="http://schemas.microsoft.com/office/drawing/2014/main" xmlns="" id="{0F35820C-3C43-4A00-952F-1096D4F67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0" name="Rectangle 455">
              <a:extLst>
                <a:ext uri="{FF2B5EF4-FFF2-40B4-BE49-F238E27FC236}">
                  <a16:creationId xmlns:a16="http://schemas.microsoft.com/office/drawing/2014/main" xmlns="" id="{51518433-FD7C-4834-9B7B-732017A70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1" name="Rectangle 456">
              <a:extLst>
                <a:ext uri="{FF2B5EF4-FFF2-40B4-BE49-F238E27FC236}">
                  <a16:creationId xmlns:a16="http://schemas.microsoft.com/office/drawing/2014/main" xmlns="" id="{D90D3B50-139E-41C0-A323-E952C9209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2" name="Rectangle 457">
              <a:extLst>
                <a:ext uri="{FF2B5EF4-FFF2-40B4-BE49-F238E27FC236}">
                  <a16:creationId xmlns:a16="http://schemas.microsoft.com/office/drawing/2014/main" xmlns="" id="{E6C73662-760B-49DE-987C-DA8CAE5C2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3" name="Rectangle 458">
              <a:extLst>
                <a:ext uri="{FF2B5EF4-FFF2-40B4-BE49-F238E27FC236}">
                  <a16:creationId xmlns:a16="http://schemas.microsoft.com/office/drawing/2014/main" xmlns="" id="{A7B4B1B5-1EFE-4770-9AD9-921ECCEB4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4" name="Rectangle 459">
              <a:extLst>
                <a:ext uri="{FF2B5EF4-FFF2-40B4-BE49-F238E27FC236}">
                  <a16:creationId xmlns:a16="http://schemas.microsoft.com/office/drawing/2014/main" xmlns="" id="{D14462CA-5C77-42E4-8164-873D8CA65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5" name="Rectangle 460">
              <a:extLst>
                <a:ext uri="{FF2B5EF4-FFF2-40B4-BE49-F238E27FC236}">
                  <a16:creationId xmlns:a16="http://schemas.microsoft.com/office/drawing/2014/main" xmlns="" id="{C0D06E97-C5DF-4AA3-BE67-979A14586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4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6" name="Rectangle 461">
              <a:extLst>
                <a:ext uri="{FF2B5EF4-FFF2-40B4-BE49-F238E27FC236}">
                  <a16:creationId xmlns:a16="http://schemas.microsoft.com/office/drawing/2014/main" xmlns="" id="{518B1ABC-5E74-4C53-9155-261C58EE9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24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17" name="Rectangle 462">
              <a:extLst>
                <a:ext uri="{FF2B5EF4-FFF2-40B4-BE49-F238E27FC236}">
                  <a16:creationId xmlns:a16="http://schemas.microsoft.com/office/drawing/2014/main" xmlns="" id="{F67ADE5A-8E90-4D39-B8E0-1EE8B466F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40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18" name="Line 463">
              <a:extLst>
                <a:ext uri="{FF2B5EF4-FFF2-40B4-BE49-F238E27FC236}">
                  <a16:creationId xmlns:a16="http://schemas.microsoft.com/office/drawing/2014/main" xmlns="" id="{8B796FA1-AE2F-4CF7-A250-28EC07847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40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19" name="Rectangle 464">
              <a:extLst>
                <a:ext uri="{FF2B5EF4-FFF2-40B4-BE49-F238E27FC236}">
                  <a16:creationId xmlns:a16="http://schemas.microsoft.com/office/drawing/2014/main" xmlns="" id="{ECDC4B04-6AA9-4488-A401-F66113349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402"/>
              <a:ext cx="393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20" name="Line 465">
              <a:extLst>
                <a:ext uri="{FF2B5EF4-FFF2-40B4-BE49-F238E27FC236}">
                  <a16:creationId xmlns:a16="http://schemas.microsoft.com/office/drawing/2014/main" xmlns="" id="{3E79FAA6-88CF-400D-A0F2-EEF2BF613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402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1" name="Line 466">
              <a:extLst>
                <a:ext uri="{FF2B5EF4-FFF2-40B4-BE49-F238E27FC236}">
                  <a16:creationId xmlns:a16="http://schemas.microsoft.com/office/drawing/2014/main" xmlns="" id="{AB1D22D9-644C-4C1B-9FCB-1459045902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40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2" name="Line 467">
              <a:extLst>
                <a:ext uri="{FF2B5EF4-FFF2-40B4-BE49-F238E27FC236}">
                  <a16:creationId xmlns:a16="http://schemas.microsoft.com/office/drawing/2014/main" xmlns="" id="{E13DA2FC-23E6-4BF8-B1C3-ECA4CE2D5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3" name="Rectangle 468">
              <a:extLst>
                <a:ext uri="{FF2B5EF4-FFF2-40B4-BE49-F238E27FC236}">
                  <a16:creationId xmlns:a16="http://schemas.microsoft.com/office/drawing/2014/main" xmlns="" id="{44236404-03B5-49CA-96E4-E6EF738E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402"/>
              <a:ext cx="42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24" name="Line 469">
              <a:extLst>
                <a:ext uri="{FF2B5EF4-FFF2-40B4-BE49-F238E27FC236}">
                  <a16:creationId xmlns:a16="http://schemas.microsoft.com/office/drawing/2014/main" xmlns="" id="{825896CB-F14B-493D-A804-37CD33B4C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402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5" name="Line 470">
              <a:extLst>
                <a:ext uri="{FF2B5EF4-FFF2-40B4-BE49-F238E27FC236}">
                  <a16:creationId xmlns:a16="http://schemas.microsoft.com/office/drawing/2014/main" xmlns="" id="{2EF11C5A-E53C-438C-821E-F281C18D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40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6" name="Line 471">
              <a:extLst>
                <a:ext uri="{FF2B5EF4-FFF2-40B4-BE49-F238E27FC236}">
                  <a16:creationId xmlns:a16="http://schemas.microsoft.com/office/drawing/2014/main" xmlns="" id="{1ADF5267-B113-4D20-A9CF-F5EE6E667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7" name="Rectangle 472">
              <a:extLst>
                <a:ext uri="{FF2B5EF4-FFF2-40B4-BE49-F238E27FC236}">
                  <a16:creationId xmlns:a16="http://schemas.microsoft.com/office/drawing/2014/main" xmlns="" id="{F1DCC3EE-56EF-430C-A95D-608E9035D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402"/>
              <a:ext cx="46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28" name="Line 473">
              <a:extLst>
                <a:ext uri="{FF2B5EF4-FFF2-40B4-BE49-F238E27FC236}">
                  <a16:creationId xmlns:a16="http://schemas.microsoft.com/office/drawing/2014/main" xmlns="" id="{8A897ACE-DE8F-4413-85E8-5D2C05DD5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40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29" name="Rectangle 474">
              <a:extLst>
                <a:ext uri="{FF2B5EF4-FFF2-40B4-BE49-F238E27FC236}">
                  <a16:creationId xmlns:a16="http://schemas.microsoft.com/office/drawing/2014/main" xmlns="" id="{30D3C385-DD81-479C-8DBF-E3315355E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402"/>
              <a:ext cx="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0" name="Line 475">
              <a:extLst>
                <a:ext uri="{FF2B5EF4-FFF2-40B4-BE49-F238E27FC236}">
                  <a16:creationId xmlns:a16="http://schemas.microsoft.com/office/drawing/2014/main" xmlns="" id="{449B115C-26E3-474F-AA7E-785599509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40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1" name="Line 476">
              <a:extLst>
                <a:ext uri="{FF2B5EF4-FFF2-40B4-BE49-F238E27FC236}">
                  <a16:creationId xmlns:a16="http://schemas.microsoft.com/office/drawing/2014/main" xmlns="" id="{D078035B-83BF-424A-B4D8-2706A3D6D2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2" name="Rectangle 477">
              <a:extLst>
                <a:ext uri="{FF2B5EF4-FFF2-40B4-BE49-F238E27FC236}">
                  <a16:creationId xmlns:a16="http://schemas.microsoft.com/office/drawing/2014/main" xmlns="" id="{6B564F53-F99E-4C09-B5AA-A5E923340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02"/>
              <a:ext cx="462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3" name="Line 478">
              <a:extLst>
                <a:ext uri="{FF2B5EF4-FFF2-40B4-BE49-F238E27FC236}">
                  <a16:creationId xmlns:a16="http://schemas.microsoft.com/office/drawing/2014/main" xmlns="" id="{000A2F0A-69B9-4D44-B615-857E55B25D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40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4" name="Rectangle 479">
              <a:extLst>
                <a:ext uri="{FF2B5EF4-FFF2-40B4-BE49-F238E27FC236}">
                  <a16:creationId xmlns:a16="http://schemas.microsoft.com/office/drawing/2014/main" xmlns="" id="{5F09EAD5-B6AD-4556-BB30-C9EFBE399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402"/>
              <a:ext cx="6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5" name="Line 480">
              <a:extLst>
                <a:ext uri="{FF2B5EF4-FFF2-40B4-BE49-F238E27FC236}">
                  <a16:creationId xmlns:a16="http://schemas.microsoft.com/office/drawing/2014/main" xmlns="" id="{AA9A4956-1753-4BD4-8731-EDBECDA7B7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0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6" name="Line 481">
              <a:extLst>
                <a:ext uri="{FF2B5EF4-FFF2-40B4-BE49-F238E27FC236}">
                  <a16:creationId xmlns:a16="http://schemas.microsoft.com/office/drawing/2014/main" xmlns="" id="{733B25E2-5044-43D2-AE94-AFB641475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02"/>
              <a:ext cx="1" cy="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7" name="Rectangle 482">
              <a:extLst>
                <a:ext uri="{FF2B5EF4-FFF2-40B4-BE49-F238E27FC236}">
                  <a16:creationId xmlns:a16="http://schemas.microsoft.com/office/drawing/2014/main" xmlns="" id="{88E3A9C8-D518-4749-AD31-4CF46FE2B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402"/>
              <a:ext cx="495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38" name="Line 483">
              <a:extLst>
                <a:ext uri="{FF2B5EF4-FFF2-40B4-BE49-F238E27FC236}">
                  <a16:creationId xmlns:a16="http://schemas.microsoft.com/office/drawing/2014/main" xmlns="" id="{F76A0848-2D3B-440F-BAD3-3D54B06AD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402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39" name="Rectangle 484">
              <a:extLst>
                <a:ext uri="{FF2B5EF4-FFF2-40B4-BE49-F238E27FC236}">
                  <a16:creationId xmlns:a16="http://schemas.microsoft.com/office/drawing/2014/main" xmlns="" id="{CDDE40A8-9EC2-4C8B-ABF3-C7DE6FB57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402"/>
              <a:ext cx="11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0" name="Line 485">
              <a:extLst>
                <a:ext uri="{FF2B5EF4-FFF2-40B4-BE49-F238E27FC236}">
                  <a16:creationId xmlns:a16="http://schemas.microsoft.com/office/drawing/2014/main" xmlns="" id="{D11AE221-9F69-4D71-9CD9-41A1EB135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40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1" name="Rectangle 486">
              <a:extLst>
                <a:ext uri="{FF2B5EF4-FFF2-40B4-BE49-F238E27FC236}">
                  <a16:creationId xmlns:a16="http://schemas.microsoft.com/office/drawing/2014/main" xmlns="" id="{69ED1DFF-2F32-4BBE-BF4C-5A4A282D6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2" name="Line 487">
              <a:extLst>
                <a:ext uri="{FF2B5EF4-FFF2-40B4-BE49-F238E27FC236}">
                  <a16:creationId xmlns:a16="http://schemas.microsoft.com/office/drawing/2014/main" xmlns="" id="{60012050-64BB-4ADB-B5EB-CE484B630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3" name="Line 488">
              <a:extLst>
                <a:ext uri="{FF2B5EF4-FFF2-40B4-BE49-F238E27FC236}">
                  <a16:creationId xmlns:a16="http://schemas.microsoft.com/office/drawing/2014/main" xmlns="" id="{09C738F6-B442-4EF8-AD5B-9ADB07A37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4" name="Line 489">
              <a:extLst>
                <a:ext uri="{FF2B5EF4-FFF2-40B4-BE49-F238E27FC236}">
                  <a16:creationId xmlns:a16="http://schemas.microsoft.com/office/drawing/2014/main" xmlns="" id="{A4B2B23D-3DC4-4FE2-A915-17615F0DC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5" name="Rectangle 490">
              <a:extLst>
                <a:ext uri="{FF2B5EF4-FFF2-40B4-BE49-F238E27FC236}">
                  <a16:creationId xmlns:a16="http://schemas.microsoft.com/office/drawing/2014/main" xmlns="" id="{0B0A8E89-1DE1-4F15-8E61-854D7DFEC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40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6" name="Line 491">
              <a:extLst>
                <a:ext uri="{FF2B5EF4-FFF2-40B4-BE49-F238E27FC236}">
                  <a16:creationId xmlns:a16="http://schemas.microsoft.com/office/drawing/2014/main" xmlns="" id="{4C19E8BA-5287-44AB-9DA0-C481F09CFC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7" name="Rectangle 492">
              <a:extLst>
                <a:ext uri="{FF2B5EF4-FFF2-40B4-BE49-F238E27FC236}">
                  <a16:creationId xmlns:a16="http://schemas.microsoft.com/office/drawing/2014/main" xmlns="" id="{D631D891-0F4D-42D9-8054-421EA4DCA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407"/>
              <a:ext cx="6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48" name="Line 493">
              <a:extLst>
                <a:ext uri="{FF2B5EF4-FFF2-40B4-BE49-F238E27FC236}">
                  <a16:creationId xmlns:a16="http://schemas.microsoft.com/office/drawing/2014/main" xmlns="" id="{5CA4F90F-AD10-429A-AD29-8A9E55C91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49" name="Rectangle 494">
              <a:extLst>
                <a:ext uri="{FF2B5EF4-FFF2-40B4-BE49-F238E27FC236}">
                  <a16:creationId xmlns:a16="http://schemas.microsoft.com/office/drawing/2014/main" xmlns="" id="{42C6C9C2-A05F-429B-B395-9320A71F6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407"/>
              <a:ext cx="11" cy="2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50" name="Line 495">
              <a:extLst>
                <a:ext uri="{FF2B5EF4-FFF2-40B4-BE49-F238E27FC236}">
                  <a16:creationId xmlns:a16="http://schemas.microsoft.com/office/drawing/2014/main" xmlns="" id="{1F5DAE1E-ED8E-4C69-935E-5568A9708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407"/>
              <a:ext cx="1" cy="27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51" name="Rectangle 496">
              <a:extLst>
                <a:ext uri="{FF2B5EF4-FFF2-40B4-BE49-F238E27FC236}">
                  <a16:creationId xmlns:a16="http://schemas.microsoft.com/office/drawing/2014/main" xmlns="" id="{C6C6EABF-0B17-421B-81F3-76E4E3AE8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2695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2" name="Rectangle 497">
              <a:extLst>
                <a:ext uri="{FF2B5EF4-FFF2-40B4-BE49-F238E27FC236}">
                  <a16:creationId xmlns:a16="http://schemas.microsoft.com/office/drawing/2014/main" xmlns="" id="{BFCDC54B-696A-4EB8-B733-EDD52E422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6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3" name="Rectangle 498">
              <a:extLst>
                <a:ext uri="{FF2B5EF4-FFF2-40B4-BE49-F238E27FC236}">
                  <a16:creationId xmlns:a16="http://schemas.microsoft.com/office/drawing/2014/main" xmlns="" id="{EC5A5DB3-5F06-40EC-9E02-83B0102D7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4" name="Rectangle 499">
              <a:extLst>
                <a:ext uri="{FF2B5EF4-FFF2-40B4-BE49-F238E27FC236}">
                  <a16:creationId xmlns:a16="http://schemas.microsoft.com/office/drawing/2014/main" xmlns="" id="{1A5DCAB6-A1E3-4373-B676-DD7A63E19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2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5" name="Rectangle 500">
              <a:extLst>
                <a:ext uri="{FF2B5EF4-FFF2-40B4-BE49-F238E27FC236}">
                  <a16:creationId xmlns:a16="http://schemas.microsoft.com/office/drawing/2014/main" xmlns="" id="{D089B874-702C-459C-8B3A-BA2839308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4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6" name="Rectangle 501">
              <a:extLst>
                <a:ext uri="{FF2B5EF4-FFF2-40B4-BE49-F238E27FC236}">
                  <a16:creationId xmlns:a16="http://schemas.microsoft.com/office/drawing/2014/main" xmlns="" id="{3A4D17D2-0C03-47B4-8954-D1D2E72CA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7" name="Rectangle 502">
              <a:extLst>
                <a:ext uri="{FF2B5EF4-FFF2-40B4-BE49-F238E27FC236}">
                  <a16:creationId xmlns:a16="http://schemas.microsoft.com/office/drawing/2014/main" xmlns="" id="{4F89EAD6-9C07-485D-B57D-2BC846F5F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0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8" name="Rectangle 503">
              <a:extLst>
                <a:ext uri="{FF2B5EF4-FFF2-40B4-BE49-F238E27FC236}">
                  <a16:creationId xmlns:a16="http://schemas.microsoft.com/office/drawing/2014/main" xmlns="" id="{1B3D9790-7762-486F-BF1C-74E1018DC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59" name="Rectangle 504">
              <a:extLst>
                <a:ext uri="{FF2B5EF4-FFF2-40B4-BE49-F238E27FC236}">
                  <a16:creationId xmlns:a16="http://schemas.microsoft.com/office/drawing/2014/main" xmlns="" id="{A8F4585F-F89A-4391-9FEE-918F5E5E6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69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60" name="Rectangle 505">
              <a:extLst>
                <a:ext uri="{FF2B5EF4-FFF2-40B4-BE49-F238E27FC236}">
                  <a16:creationId xmlns:a16="http://schemas.microsoft.com/office/drawing/2014/main" xmlns="" id="{D05E5987-3594-40AE-AE01-27F538616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3" y="269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68861" name="Rectangle 506">
              <a:extLst>
                <a:ext uri="{FF2B5EF4-FFF2-40B4-BE49-F238E27FC236}">
                  <a16:creationId xmlns:a16="http://schemas.microsoft.com/office/drawing/2014/main" xmlns="" id="{8AB58E0D-5404-4B03-902D-BB240A63F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682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62" name="Line 507">
              <a:extLst>
                <a:ext uri="{FF2B5EF4-FFF2-40B4-BE49-F238E27FC236}">
                  <a16:creationId xmlns:a16="http://schemas.microsoft.com/office/drawing/2014/main" xmlns="" id="{E01BFF30-761D-4780-9BEB-CC11E6B5AE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3" name="Rectangle 508">
              <a:extLst>
                <a:ext uri="{FF2B5EF4-FFF2-40B4-BE49-F238E27FC236}">
                  <a16:creationId xmlns:a16="http://schemas.microsoft.com/office/drawing/2014/main" xmlns="" id="{A5B831FA-C14B-4B43-B7DD-8DF717D2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682"/>
              <a:ext cx="393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64" name="Line 509">
              <a:extLst>
                <a:ext uri="{FF2B5EF4-FFF2-40B4-BE49-F238E27FC236}">
                  <a16:creationId xmlns:a16="http://schemas.microsoft.com/office/drawing/2014/main" xmlns="" id="{D9342184-39E5-4273-94B4-3EF0519BA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682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5" name="Line 510">
              <a:extLst>
                <a:ext uri="{FF2B5EF4-FFF2-40B4-BE49-F238E27FC236}">
                  <a16:creationId xmlns:a16="http://schemas.microsoft.com/office/drawing/2014/main" xmlns="" id="{B70397BF-14D9-4946-A375-EAD2FBD6C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6" name="Line 511">
              <a:extLst>
                <a:ext uri="{FF2B5EF4-FFF2-40B4-BE49-F238E27FC236}">
                  <a16:creationId xmlns:a16="http://schemas.microsoft.com/office/drawing/2014/main" xmlns="" id="{87C5270B-8B46-4FA4-A4F9-1183750E1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7" name="Rectangle 512">
              <a:extLst>
                <a:ext uri="{FF2B5EF4-FFF2-40B4-BE49-F238E27FC236}">
                  <a16:creationId xmlns:a16="http://schemas.microsoft.com/office/drawing/2014/main" xmlns="" id="{1949D752-1D92-4A33-B3D8-C63708C18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682"/>
              <a:ext cx="42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68" name="Line 513">
              <a:extLst>
                <a:ext uri="{FF2B5EF4-FFF2-40B4-BE49-F238E27FC236}">
                  <a16:creationId xmlns:a16="http://schemas.microsoft.com/office/drawing/2014/main" xmlns="" id="{740DE3A1-C3D0-4C40-9D3D-4623ED5C3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9" y="2682"/>
              <a:ext cx="42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69" name="Line 514">
              <a:extLst>
                <a:ext uri="{FF2B5EF4-FFF2-40B4-BE49-F238E27FC236}">
                  <a16:creationId xmlns:a16="http://schemas.microsoft.com/office/drawing/2014/main" xmlns="" id="{CE01EFE0-FF41-4858-9846-249D8005B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682"/>
              <a:ext cx="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0" name="Line 515">
              <a:extLst>
                <a:ext uri="{FF2B5EF4-FFF2-40B4-BE49-F238E27FC236}">
                  <a16:creationId xmlns:a16="http://schemas.microsoft.com/office/drawing/2014/main" xmlns="" id="{ECE8BBDF-DB41-4716-B076-466D8923B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1" name="Rectangle 516">
              <a:extLst>
                <a:ext uri="{FF2B5EF4-FFF2-40B4-BE49-F238E27FC236}">
                  <a16:creationId xmlns:a16="http://schemas.microsoft.com/office/drawing/2014/main" xmlns="" id="{5F7BA3F4-B4CB-45F8-9961-3206A0031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0" y="2682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2" name="Line 517">
              <a:extLst>
                <a:ext uri="{FF2B5EF4-FFF2-40B4-BE49-F238E27FC236}">
                  <a16:creationId xmlns:a16="http://schemas.microsoft.com/office/drawing/2014/main" xmlns="" id="{2230BA11-0D42-4D27-A057-03622441F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268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3" name="Rectangle 518">
              <a:extLst>
                <a:ext uri="{FF2B5EF4-FFF2-40B4-BE49-F238E27FC236}">
                  <a16:creationId xmlns:a16="http://schemas.microsoft.com/office/drawing/2014/main" xmlns="" id="{6F2B61EB-BC12-4E66-B5B1-ACD663970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682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4" name="Line 519">
              <a:extLst>
                <a:ext uri="{FF2B5EF4-FFF2-40B4-BE49-F238E27FC236}">
                  <a16:creationId xmlns:a16="http://schemas.microsoft.com/office/drawing/2014/main" xmlns="" id="{A2E36EBC-AD9D-4E62-9754-9EDFB57B9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5" name="Line 520">
              <a:extLst>
                <a:ext uri="{FF2B5EF4-FFF2-40B4-BE49-F238E27FC236}">
                  <a16:creationId xmlns:a16="http://schemas.microsoft.com/office/drawing/2014/main" xmlns="" id="{8E69FCB3-635E-46FC-9AC6-F4DBAB8F65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6" name="Rectangle 521">
              <a:extLst>
                <a:ext uri="{FF2B5EF4-FFF2-40B4-BE49-F238E27FC236}">
                  <a16:creationId xmlns:a16="http://schemas.microsoft.com/office/drawing/2014/main" xmlns="" id="{606364B6-C3A0-4C11-9F14-B7C69560F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682"/>
              <a:ext cx="462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7" name="Line 522">
              <a:extLst>
                <a:ext uri="{FF2B5EF4-FFF2-40B4-BE49-F238E27FC236}">
                  <a16:creationId xmlns:a16="http://schemas.microsoft.com/office/drawing/2014/main" xmlns="" id="{20E85126-8A32-47EB-A33F-08746CBF1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682"/>
              <a:ext cx="46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78" name="Rectangle 523">
              <a:extLst>
                <a:ext uri="{FF2B5EF4-FFF2-40B4-BE49-F238E27FC236}">
                  <a16:creationId xmlns:a16="http://schemas.microsoft.com/office/drawing/2014/main" xmlns="" id="{41A1DAA9-E580-49C4-8679-5201BEF9D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682"/>
              <a:ext cx="6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79" name="Line 524">
              <a:extLst>
                <a:ext uri="{FF2B5EF4-FFF2-40B4-BE49-F238E27FC236}">
                  <a16:creationId xmlns:a16="http://schemas.microsoft.com/office/drawing/2014/main" xmlns="" id="{C42F7D0F-E017-42B9-B821-90A34E265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682"/>
              <a:ext cx="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0" name="Line 525">
              <a:extLst>
                <a:ext uri="{FF2B5EF4-FFF2-40B4-BE49-F238E27FC236}">
                  <a16:creationId xmlns:a16="http://schemas.microsoft.com/office/drawing/2014/main" xmlns="" id="{2BA8EBB9-3D35-4339-9C99-3D1DE732C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682"/>
              <a:ext cx="1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1" name="Rectangle 526">
              <a:extLst>
                <a:ext uri="{FF2B5EF4-FFF2-40B4-BE49-F238E27FC236}">
                  <a16:creationId xmlns:a16="http://schemas.microsoft.com/office/drawing/2014/main" xmlns="" id="{D9957ED5-837C-4538-8673-25AE599E7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6" y="2682"/>
              <a:ext cx="495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2" name="Line 527">
              <a:extLst>
                <a:ext uri="{FF2B5EF4-FFF2-40B4-BE49-F238E27FC236}">
                  <a16:creationId xmlns:a16="http://schemas.microsoft.com/office/drawing/2014/main" xmlns="" id="{4F080E21-DDA8-4C00-8B0E-33FC981D7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6" y="2682"/>
              <a:ext cx="49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3" name="Rectangle 528">
              <a:extLst>
                <a:ext uri="{FF2B5EF4-FFF2-40B4-BE49-F238E27FC236}">
                  <a16:creationId xmlns:a16="http://schemas.microsoft.com/office/drawing/2014/main" xmlns="" id="{0B85C79C-8DE6-4A91-961F-B4C85E233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682"/>
              <a:ext cx="11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4" name="Line 529">
              <a:extLst>
                <a:ext uri="{FF2B5EF4-FFF2-40B4-BE49-F238E27FC236}">
                  <a16:creationId xmlns:a16="http://schemas.microsoft.com/office/drawing/2014/main" xmlns="" id="{26E95C9A-575E-4BFC-888B-26403EEA4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68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5" name="Rectangle 530">
              <a:extLst>
                <a:ext uri="{FF2B5EF4-FFF2-40B4-BE49-F238E27FC236}">
                  <a16:creationId xmlns:a16="http://schemas.microsoft.com/office/drawing/2014/main" xmlns="" id="{83EA2D55-8EC5-455A-B02C-B6EEEF34E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688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6" name="Line 531">
              <a:extLst>
                <a:ext uri="{FF2B5EF4-FFF2-40B4-BE49-F238E27FC236}">
                  <a16:creationId xmlns:a16="http://schemas.microsoft.com/office/drawing/2014/main" xmlns="" id="{EFF9B9FB-FF5A-4C33-B9DC-B61776225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7" name="Rectangle 532">
              <a:extLst>
                <a:ext uri="{FF2B5EF4-FFF2-40B4-BE49-F238E27FC236}">
                  <a16:creationId xmlns:a16="http://schemas.microsoft.com/office/drawing/2014/main" xmlns="" id="{004C86FF-CF28-4C7B-B8EC-804D6CF67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88" name="Line 533">
              <a:extLst>
                <a:ext uri="{FF2B5EF4-FFF2-40B4-BE49-F238E27FC236}">
                  <a16:creationId xmlns:a16="http://schemas.microsoft.com/office/drawing/2014/main" xmlns="" id="{573ECE05-0859-46F1-8013-E3FC0CB42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89" name="Line 534">
              <a:extLst>
                <a:ext uri="{FF2B5EF4-FFF2-40B4-BE49-F238E27FC236}">
                  <a16:creationId xmlns:a16="http://schemas.microsoft.com/office/drawing/2014/main" xmlns="" id="{C5BDEECE-AB38-4FAF-AB10-0DF3E2703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0" name="Rectangle 535">
              <a:extLst>
                <a:ext uri="{FF2B5EF4-FFF2-40B4-BE49-F238E27FC236}">
                  <a16:creationId xmlns:a16="http://schemas.microsoft.com/office/drawing/2014/main" xmlns="" id="{A676DCFB-344B-444C-A590-7D817322C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9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91" name="Line 536">
              <a:extLst>
                <a:ext uri="{FF2B5EF4-FFF2-40B4-BE49-F238E27FC236}">
                  <a16:creationId xmlns:a16="http://schemas.microsoft.com/office/drawing/2014/main" xmlns="" id="{C1CEA83D-DE26-4F1B-8B72-762026B0A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2" name="Line 537">
              <a:extLst>
                <a:ext uri="{FF2B5EF4-FFF2-40B4-BE49-F238E27FC236}">
                  <a16:creationId xmlns:a16="http://schemas.microsoft.com/office/drawing/2014/main" xmlns="" id="{95568103-AA87-457B-834E-C4A761E99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3" name="Rectangle 538">
              <a:extLst>
                <a:ext uri="{FF2B5EF4-FFF2-40B4-BE49-F238E27FC236}">
                  <a16:creationId xmlns:a16="http://schemas.microsoft.com/office/drawing/2014/main" xmlns="" id="{BB14FD0C-1AB1-4C67-A617-C27BA773D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2962"/>
              <a:ext cx="393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94" name="Line 539">
              <a:extLst>
                <a:ext uri="{FF2B5EF4-FFF2-40B4-BE49-F238E27FC236}">
                  <a16:creationId xmlns:a16="http://schemas.microsoft.com/office/drawing/2014/main" xmlns="" id="{25F2C68D-61A5-4AA0-82F0-11EB724D7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962"/>
              <a:ext cx="39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5" name="Line 540">
              <a:extLst>
                <a:ext uri="{FF2B5EF4-FFF2-40B4-BE49-F238E27FC236}">
                  <a16:creationId xmlns:a16="http://schemas.microsoft.com/office/drawing/2014/main" xmlns="" id="{5E7CA0A7-4990-426C-9BC5-10667272A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6" name="Rectangle 541">
              <a:extLst>
                <a:ext uri="{FF2B5EF4-FFF2-40B4-BE49-F238E27FC236}">
                  <a16:creationId xmlns:a16="http://schemas.microsoft.com/office/drawing/2014/main" xmlns="" id="{D9D3ABAF-9A50-4A00-9FFC-DF7B8B644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3" y="296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897" name="Line 542">
              <a:extLst>
                <a:ext uri="{FF2B5EF4-FFF2-40B4-BE49-F238E27FC236}">
                  <a16:creationId xmlns:a16="http://schemas.microsoft.com/office/drawing/2014/main" xmlns="" id="{974D8908-70C8-443A-85FD-0C52A49CD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8" name="Line 543">
              <a:extLst>
                <a:ext uri="{FF2B5EF4-FFF2-40B4-BE49-F238E27FC236}">
                  <a16:creationId xmlns:a16="http://schemas.microsoft.com/office/drawing/2014/main" xmlns="" id="{5AFF3437-E3FB-4655-B892-136BC4A57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3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899" name="Rectangle 544">
              <a:extLst>
                <a:ext uri="{FF2B5EF4-FFF2-40B4-BE49-F238E27FC236}">
                  <a16:creationId xmlns:a16="http://schemas.microsoft.com/office/drawing/2014/main" xmlns="" id="{790F409D-BC9F-459F-B66E-422F550C9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2962"/>
              <a:ext cx="420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0" name="Line 545">
              <a:extLst>
                <a:ext uri="{FF2B5EF4-FFF2-40B4-BE49-F238E27FC236}">
                  <a16:creationId xmlns:a16="http://schemas.microsoft.com/office/drawing/2014/main" xmlns="" id="{A49A3953-EA40-4A27-B045-E6F618114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" y="2962"/>
              <a:ext cx="42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1" name="Line 546">
              <a:extLst>
                <a:ext uri="{FF2B5EF4-FFF2-40B4-BE49-F238E27FC236}">
                  <a16:creationId xmlns:a16="http://schemas.microsoft.com/office/drawing/2014/main" xmlns="" id="{482E82F1-D5B4-4033-B571-7A740F4CC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2" name="Rectangle 547">
              <a:extLst>
                <a:ext uri="{FF2B5EF4-FFF2-40B4-BE49-F238E27FC236}">
                  <a16:creationId xmlns:a16="http://schemas.microsoft.com/office/drawing/2014/main" xmlns="" id="{092CD96B-A375-41BF-BF17-ED6F7B434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3" name="Line 548">
              <a:extLst>
                <a:ext uri="{FF2B5EF4-FFF2-40B4-BE49-F238E27FC236}">
                  <a16:creationId xmlns:a16="http://schemas.microsoft.com/office/drawing/2014/main" xmlns="" id="{38D1E54C-4BC2-4623-9222-C626D699A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4" name="Line 549">
              <a:extLst>
                <a:ext uri="{FF2B5EF4-FFF2-40B4-BE49-F238E27FC236}">
                  <a16:creationId xmlns:a16="http://schemas.microsoft.com/office/drawing/2014/main" xmlns="" id="{CC9BEF27-E3A0-429A-9FFB-935E3C99F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5" name="Rectangle 550">
              <a:extLst>
                <a:ext uri="{FF2B5EF4-FFF2-40B4-BE49-F238E27FC236}">
                  <a16:creationId xmlns:a16="http://schemas.microsoft.com/office/drawing/2014/main" xmlns="" id="{35C74801-B7BD-4B69-8543-3660B7541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6" y="2962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6" name="Line 551">
              <a:extLst>
                <a:ext uri="{FF2B5EF4-FFF2-40B4-BE49-F238E27FC236}">
                  <a16:creationId xmlns:a16="http://schemas.microsoft.com/office/drawing/2014/main" xmlns="" id="{0E108E15-55F4-4B36-AF3F-E7C11A66A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" y="2962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7" name="Rectangle 552">
              <a:extLst>
                <a:ext uri="{FF2B5EF4-FFF2-40B4-BE49-F238E27FC236}">
                  <a16:creationId xmlns:a16="http://schemas.microsoft.com/office/drawing/2014/main" xmlns="" id="{21579F5B-3052-44E4-8AF0-2A73F73FE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688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08" name="Line 553">
              <a:extLst>
                <a:ext uri="{FF2B5EF4-FFF2-40B4-BE49-F238E27FC236}">
                  <a16:creationId xmlns:a16="http://schemas.microsoft.com/office/drawing/2014/main" xmlns="" id="{B6F824FD-F784-45CC-BB95-33FDBA672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09" name="Rectangle 554">
              <a:extLst>
                <a:ext uri="{FF2B5EF4-FFF2-40B4-BE49-F238E27FC236}">
                  <a16:creationId xmlns:a16="http://schemas.microsoft.com/office/drawing/2014/main" xmlns="" id="{904D171A-9F1E-4E29-AA9C-25D98B3BA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" y="296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0" name="Line 555">
              <a:extLst>
                <a:ext uri="{FF2B5EF4-FFF2-40B4-BE49-F238E27FC236}">
                  <a16:creationId xmlns:a16="http://schemas.microsoft.com/office/drawing/2014/main" xmlns="" id="{61B60AA9-6645-4DC0-9023-A0292897C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1" name="Line 556">
              <a:extLst>
                <a:ext uri="{FF2B5EF4-FFF2-40B4-BE49-F238E27FC236}">
                  <a16:creationId xmlns:a16="http://schemas.microsoft.com/office/drawing/2014/main" xmlns="" id="{D2B8BD81-639E-4AA7-AEC6-6092682BC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2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2" name="Rectangle 557">
              <a:extLst>
                <a:ext uri="{FF2B5EF4-FFF2-40B4-BE49-F238E27FC236}">
                  <a16:creationId xmlns:a16="http://schemas.microsoft.com/office/drawing/2014/main" xmlns="" id="{267B2DD6-1F47-4246-8E60-BE9F72E2D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4" y="2962"/>
              <a:ext cx="45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3" name="Line 558">
              <a:extLst>
                <a:ext uri="{FF2B5EF4-FFF2-40B4-BE49-F238E27FC236}">
                  <a16:creationId xmlns:a16="http://schemas.microsoft.com/office/drawing/2014/main" xmlns="" id="{AB2FFE7E-F9D6-4740-B1E6-DFADB1CDA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4" y="2962"/>
              <a:ext cx="45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4" name="Rectangle 559">
              <a:extLst>
                <a:ext uri="{FF2B5EF4-FFF2-40B4-BE49-F238E27FC236}">
                  <a16:creationId xmlns:a16="http://schemas.microsoft.com/office/drawing/2014/main" xmlns="" id="{258E443E-89A2-46AB-9845-864282F09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688"/>
              <a:ext cx="6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5" name="Line 560">
              <a:extLst>
                <a:ext uri="{FF2B5EF4-FFF2-40B4-BE49-F238E27FC236}">
                  <a16:creationId xmlns:a16="http://schemas.microsoft.com/office/drawing/2014/main" xmlns="" id="{463F3FD6-BA8C-4297-AD6C-44DE72C01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6" name="Rectangle 561">
              <a:extLst>
                <a:ext uri="{FF2B5EF4-FFF2-40B4-BE49-F238E27FC236}">
                  <a16:creationId xmlns:a16="http://schemas.microsoft.com/office/drawing/2014/main" xmlns="" id="{A1618321-A4E4-4B9E-AAFF-D1FA6708E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0" y="2962"/>
              <a:ext cx="1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17" name="Line 562">
              <a:extLst>
                <a:ext uri="{FF2B5EF4-FFF2-40B4-BE49-F238E27FC236}">
                  <a16:creationId xmlns:a16="http://schemas.microsoft.com/office/drawing/2014/main" xmlns="" id="{5E645068-19C4-4313-B559-C3430542F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962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8" name="Line 563">
              <a:extLst>
                <a:ext uri="{FF2B5EF4-FFF2-40B4-BE49-F238E27FC236}">
                  <a16:creationId xmlns:a16="http://schemas.microsoft.com/office/drawing/2014/main" xmlns="" id="{0147C9BB-9A06-47F2-9C37-807A4C1A8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0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19" name="Rectangle 564">
              <a:extLst>
                <a:ext uri="{FF2B5EF4-FFF2-40B4-BE49-F238E27FC236}">
                  <a16:creationId xmlns:a16="http://schemas.microsoft.com/office/drawing/2014/main" xmlns="" id="{982A53F0-2F68-41DC-917C-8CDB4A62D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2" y="2962"/>
              <a:ext cx="489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0" name="Line 565">
              <a:extLst>
                <a:ext uri="{FF2B5EF4-FFF2-40B4-BE49-F238E27FC236}">
                  <a16:creationId xmlns:a16="http://schemas.microsoft.com/office/drawing/2014/main" xmlns="" id="{2101C7E5-AF09-4AEC-A6C4-3CD2A25FF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2" y="2962"/>
              <a:ext cx="4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1" name="Rectangle 566">
              <a:extLst>
                <a:ext uri="{FF2B5EF4-FFF2-40B4-BE49-F238E27FC236}">
                  <a16:creationId xmlns:a16="http://schemas.microsoft.com/office/drawing/2014/main" xmlns="" id="{217F935B-4303-4C7E-AA1F-A0CCBC199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688"/>
              <a:ext cx="11" cy="27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2" name="Line 567">
              <a:extLst>
                <a:ext uri="{FF2B5EF4-FFF2-40B4-BE49-F238E27FC236}">
                  <a16:creationId xmlns:a16="http://schemas.microsoft.com/office/drawing/2014/main" xmlns="" id="{021EBA0B-FBFF-4657-AFA8-F9AE1D67D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688"/>
              <a:ext cx="1" cy="2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3" name="Rectangle 568">
              <a:extLst>
                <a:ext uri="{FF2B5EF4-FFF2-40B4-BE49-F238E27FC236}">
                  <a16:creationId xmlns:a16="http://schemas.microsoft.com/office/drawing/2014/main" xmlns="" id="{28E51D14-A9F2-42FE-972A-41AC15D37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4" name="Line 569">
              <a:extLst>
                <a:ext uri="{FF2B5EF4-FFF2-40B4-BE49-F238E27FC236}">
                  <a16:creationId xmlns:a16="http://schemas.microsoft.com/office/drawing/2014/main" xmlns="" id="{17A59FD9-40B7-428F-8987-51925614C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5" name="Line 570">
              <a:extLst>
                <a:ext uri="{FF2B5EF4-FFF2-40B4-BE49-F238E27FC236}">
                  <a16:creationId xmlns:a16="http://schemas.microsoft.com/office/drawing/2014/main" xmlns="" id="{137D8AA8-F4FF-46FA-AD7A-14C3E4EC93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6" name="Rectangle 571">
              <a:extLst>
                <a:ext uri="{FF2B5EF4-FFF2-40B4-BE49-F238E27FC236}">
                  <a16:creationId xmlns:a16="http://schemas.microsoft.com/office/drawing/2014/main" xmlns="" id="{0B92CEC5-B367-4518-BD2B-27CFD20D3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" y="2962"/>
              <a:ext cx="11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68927" name="Line 572">
              <a:extLst>
                <a:ext uri="{FF2B5EF4-FFF2-40B4-BE49-F238E27FC236}">
                  <a16:creationId xmlns:a16="http://schemas.microsoft.com/office/drawing/2014/main" xmlns="" id="{B0D7F2A8-EFDF-42F3-B61F-A001FE91D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928" name="Line 573">
              <a:extLst>
                <a:ext uri="{FF2B5EF4-FFF2-40B4-BE49-F238E27FC236}">
                  <a16:creationId xmlns:a16="http://schemas.microsoft.com/office/drawing/2014/main" xmlns="" id="{01CB7B4D-0F23-4C1E-AEE9-6FC4B3784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1" y="2962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8669" name="Rectangle 574">
            <a:extLst>
              <a:ext uri="{FF2B5EF4-FFF2-40B4-BE49-F238E27FC236}">
                <a16:creationId xmlns:a16="http://schemas.microsoft.com/office/drawing/2014/main" xmlns="" id="{013165C5-EE01-4162-A758-3A6F000C9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0" y="4727575"/>
            <a:ext cx="317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en-US" altLang="en-US" sz="10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sz="2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advTm="125897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3">
            <a:extLst>
              <a:ext uri="{FF2B5EF4-FFF2-40B4-BE49-F238E27FC236}">
                <a16:creationId xmlns:a16="http://schemas.microsoft.com/office/drawing/2014/main" xmlns="" id="{21921026-4838-4211-9A08-4BC684C45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F59D0DC4-F5CE-4768-97FE-BDCDBAC0CFF7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xmlns="" id="{E16FAEEA-FADD-4619-A74B-CE72A14E2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Observations</a:t>
            </a:r>
          </a:p>
        </p:txBody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xmlns="" id="{9303488C-026A-4AF1-9483-EE2AD7A5A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7263" y="1198564"/>
            <a:ext cx="7772400" cy="44465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In the function tables: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cs typeface="Times New Roman" panose="02020603050405020304" pitchFamily="18" charset="0"/>
              </a:rPr>
              <a:t>Each </a:t>
            </a:r>
            <a:r>
              <a:rPr lang="en-US" altLang="en-US" sz="2000" b="1" u="sng" dirty="0" err="1">
                <a:cs typeface="Times New Roman" panose="02020603050405020304" pitchFamily="18" charset="0"/>
              </a:rPr>
              <a:t>min</a:t>
            </a:r>
            <a:r>
              <a:rPr lang="en-US" altLang="en-US" sz="2000" b="1" dirty="0" err="1">
                <a:cs typeface="Times New Roman" panose="02020603050405020304" pitchFamily="18" charset="0"/>
              </a:rPr>
              <a:t>term</a:t>
            </a:r>
            <a:r>
              <a:rPr lang="en-US" altLang="en-US" sz="2000" b="1" dirty="0">
                <a:cs typeface="Times New Roman" panose="02020603050405020304" pitchFamily="18" charset="0"/>
              </a:rPr>
              <a:t> has one and only one 1 present in the 2</a:t>
            </a:r>
            <a:r>
              <a:rPr lang="en-US" altLang="en-US" sz="2000" b="1" i="1" baseline="26000" dirty="0">
                <a:cs typeface="Times New Roman" panose="02020603050405020304" pitchFamily="18" charset="0"/>
              </a:rPr>
              <a:t>n</a:t>
            </a:r>
            <a:r>
              <a:rPr lang="en-US" altLang="en-US" sz="2000" b="1" dirty="0">
                <a:cs typeface="Times New Roman" panose="02020603050405020304" pitchFamily="18" charset="0"/>
              </a:rPr>
              <a:t>  terms (a </a:t>
            </a:r>
            <a:r>
              <a:rPr lang="en-US" altLang="en-US" sz="2000" b="1" u="sng" dirty="0">
                <a:cs typeface="Times New Roman" panose="02020603050405020304" pitchFamily="18" charset="0"/>
              </a:rPr>
              <a:t>minimum</a:t>
            </a:r>
            <a:r>
              <a:rPr lang="en-US" altLang="en-US" sz="2000" b="1" dirty="0">
                <a:cs typeface="Times New Roman" panose="02020603050405020304" pitchFamily="18" charset="0"/>
              </a:rPr>
              <a:t> of 1s).  All other entries are 0.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dirty="0">
                <a:cs typeface="Times New Roman" panose="02020603050405020304" pitchFamily="18" charset="0"/>
              </a:rPr>
              <a:t>Each </a:t>
            </a:r>
            <a:r>
              <a:rPr lang="en-US" altLang="en-US" sz="2000" b="1" u="sng" dirty="0">
                <a:cs typeface="Times New Roman" panose="02020603050405020304" pitchFamily="18" charset="0"/>
              </a:rPr>
              <a:t>max</a:t>
            </a:r>
            <a:r>
              <a:rPr lang="en-US" altLang="en-US" sz="2000" b="1" dirty="0">
                <a:cs typeface="Times New Roman" panose="02020603050405020304" pitchFamily="18" charset="0"/>
              </a:rPr>
              <a:t>term has one and only one 0 present in the 2</a:t>
            </a:r>
            <a:r>
              <a:rPr lang="en-US" altLang="en-US" sz="2000" b="1" i="1" baseline="26000" dirty="0">
                <a:cs typeface="Times New Roman" panose="02020603050405020304" pitchFamily="18" charset="0"/>
              </a:rPr>
              <a:t>n</a:t>
            </a:r>
            <a:r>
              <a:rPr lang="en-US" altLang="en-US" sz="2000" b="1" dirty="0">
                <a:cs typeface="Times New Roman" panose="02020603050405020304" pitchFamily="18" charset="0"/>
              </a:rPr>
              <a:t> terms All other entries are 1 (a </a:t>
            </a:r>
            <a:r>
              <a:rPr lang="en-US" altLang="en-US" sz="2000" b="1" u="sng" dirty="0">
                <a:cs typeface="Times New Roman" panose="02020603050405020304" pitchFamily="18" charset="0"/>
              </a:rPr>
              <a:t>max</a:t>
            </a:r>
            <a:r>
              <a:rPr lang="en-US" altLang="en-US" sz="2000" b="1" dirty="0">
                <a:cs typeface="Times New Roman" panose="02020603050405020304" pitchFamily="18" charset="0"/>
              </a:rPr>
              <a:t>imum of 1s). 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We can implement any function by "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ORing</a:t>
            </a:r>
            <a:r>
              <a:rPr lang="en-US" altLang="en-US" sz="2400" b="1" dirty="0">
                <a:cs typeface="Times New Roman" panose="02020603050405020304" pitchFamily="18" charset="0"/>
              </a:rPr>
              <a:t>" the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400" b="1" dirty="0">
                <a:cs typeface="Times New Roman" panose="02020603050405020304" pitchFamily="18" charset="0"/>
              </a:rPr>
              <a:t> corresponding to "1" entries in the function table. These are called the </a:t>
            </a:r>
            <a:r>
              <a:rPr lang="en-US" altLang="en-US" sz="24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400" b="1" dirty="0">
                <a:cs typeface="Times New Roman" panose="02020603050405020304" pitchFamily="18" charset="0"/>
              </a:rPr>
              <a:t> of the function.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We can implement any function by "ANDing" the maxterms corresponding to "0" entries in the function table. These are called the maxterms of the function.</a:t>
            </a: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cs typeface="Times New Roman" panose="02020603050405020304" pitchFamily="18" charset="0"/>
              </a:rPr>
              <a:t>This gives us two </a:t>
            </a:r>
            <a:r>
              <a:rPr lang="en-US" altLang="en-US" sz="2400" b="1" u="sng" dirty="0">
                <a:cs typeface="Times New Roman" panose="02020603050405020304" pitchFamily="18" charset="0"/>
              </a:rPr>
              <a:t>canonical forms</a:t>
            </a:r>
            <a:r>
              <a:rPr lang="en-US" altLang="en-US" sz="2400" b="1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sz="2000" b="1" u="sng" dirty="0">
                <a:cs typeface="Times New Roman" panose="02020603050405020304" pitchFamily="18" charset="0"/>
              </a:rPr>
              <a:t>Sum of </a:t>
            </a:r>
            <a:r>
              <a:rPr lang="en-US" altLang="en-US" sz="2000" b="1" u="sng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000" b="1" u="sng" dirty="0">
                <a:cs typeface="Times New Roman" panose="02020603050405020304" pitchFamily="18" charset="0"/>
              </a:rPr>
              <a:t> (SOM)</a:t>
            </a:r>
            <a:endParaRPr lang="en-US" altLang="en-US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b="1" u="sng" dirty="0">
                <a:cs typeface="Times New Roman" panose="02020603050405020304" pitchFamily="18" charset="0"/>
              </a:rPr>
              <a:t>Product of Maxterms (POM)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cs typeface="Times New Roman" panose="02020603050405020304" pitchFamily="18" charset="0"/>
              </a:rPr>
              <a:t>    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endParaRPr lang="en-US" altLang="en-US" sz="2000" dirty="0"/>
          </a:p>
        </p:txBody>
      </p:sp>
    </p:spTree>
    <p:custDataLst>
      <p:tags r:id="rId1"/>
    </p:custDataLst>
  </p:cSld>
  <p:clrMapOvr>
    <a:masterClrMapping/>
  </p:clrMapOvr>
  <p:transition advTm="12021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6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06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6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06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06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6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6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3">
            <a:extLst>
              <a:ext uri="{FF2B5EF4-FFF2-40B4-BE49-F238E27FC236}">
                <a16:creationId xmlns:a16="http://schemas.microsoft.com/office/drawing/2014/main" xmlns="" id="{BDD3B93F-476A-4EF2-B8AA-81C72A005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E19B8D3B-5CED-4BEF-BCE3-1BCB60A0DB56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grpSp>
        <p:nvGrpSpPr>
          <p:cNvPr id="280804" name="Group 228">
            <a:extLst>
              <a:ext uri="{FF2B5EF4-FFF2-40B4-BE49-F238E27FC236}">
                <a16:creationId xmlns:a16="http://schemas.microsoft.com/office/drawing/2014/main" xmlns="" id="{49303BE6-F3CC-42E4-A474-4A9661F3B2A6}"/>
              </a:ext>
            </a:extLst>
          </p:cNvPr>
          <p:cNvGrpSpPr>
            <a:grpSpLocks/>
          </p:cNvGrpSpPr>
          <p:nvPr/>
        </p:nvGrpSpPr>
        <p:grpSpPr bwMode="auto">
          <a:xfrm>
            <a:off x="4386264" y="2422526"/>
            <a:ext cx="5330825" cy="4194175"/>
            <a:chOff x="1056" y="1622"/>
            <a:chExt cx="3239" cy="2459"/>
          </a:xfrm>
        </p:grpSpPr>
        <p:sp>
          <p:nvSpPr>
            <p:cNvPr id="72715" name="Rectangle 6">
              <a:extLst>
                <a:ext uri="{FF2B5EF4-FFF2-40B4-BE49-F238E27FC236}">
                  <a16:creationId xmlns:a16="http://schemas.microsoft.com/office/drawing/2014/main" xmlns="" id="{E12A4977-319B-47C8-B2F1-AA366FE6A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631"/>
              <a:ext cx="363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 z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6" name="Rectangle 7">
              <a:extLst>
                <a:ext uri="{FF2B5EF4-FFF2-40B4-BE49-F238E27FC236}">
                  <a16:creationId xmlns:a16="http://schemas.microsoft.com/office/drawing/2014/main" xmlns="" id="{6749D683-13A9-4DFD-9BAA-0B31CE48B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1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7" name="Rectangle 8">
              <a:extLst>
                <a:ext uri="{FF2B5EF4-FFF2-40B4-BE49-F238E27FC236}">
                  <a16:creationId xmlns:a16="http://schemas.microsoft.com/office/drawing/2014/main" xmlns="" id="{9A26C79D-EEED-46EE-BF3A-7E47807F2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1631"/>
              <a:ext cx="43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index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8" name="Rectangle 9">
              <a:extLst>
                <a:ext uri="{FF2B5EF4-FFF2-40B4-BE49-F238E27FC236}">
                  <a16:creationId xmlns:a16="http://schemas.microsoft.com/office/drawing/2014/main" xmlns="" id="{97226B1A-3535-4F0C-B10D-1E6849817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19" name="Rectangle 10">
              <a:extLst>
                <a:ext uri="{FF2B5EF4-FFF2-40B4-BE49-F238E27FC236}">
                  <a16:creationId xmlns:a16="http://schemas.microsoft.com/office/drawing/2014/main" xmlns="" id="{3F1A0A91-38D8-4F0F-AA92-2F19AFECA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2" y="1631"/>
              <a:ext cx="2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720" name="Rectangle 11">
              <a:extLst>
                <a:ext uri="{FF2B5EF4-FFF2-40B4-BE49-F238E27FC236}">
                  <a16:creationId xmlns:a16="http://schemas.microsoft.com/office/drawing/2014/main" xmlns="" id="{98310087-2905-4717-8A71-6613953B6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1" name="Rectangle 12">
              <a:extLst>
                <a:ext uri="{FF2B5EF4-FFF2-40B4-BE49-F238E27FC236}">
                  <a16:creationId xmlns:a16="http://schemas.microsoft.com/office/drawing/2014/main" xmlns="" id="{AD7803C3-185D-4F0D-9806-9F34C1C6B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1631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2" name="Rectangle 13">
              <a:extLst>
                <a:ext uri="{FF2B5EF4-FFF2-40B4-BE49-F238E27FC236}">
                  <a16:creationId xmlns:a16="http://schemas.microsoft.com/office/drawing/2014/main" xmlns="" id="{92A51BE0-07BA-4635-A861-25A24F620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3" name="Rectangle 14">
              <a:extLst>
                <a:ext uri="{FF2B5EF4-FFF2-40B4-BE49-F238E27FC236}">
                  <a16:creationId xmlns:a16="http://schemas.microsoft.com/office/drawing/2014/main" xmlns="" id="{E30CB5B7-0714-46D5-AE9B-7242EF1A6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3" y="1631"/>
              <a:ext cx="2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2724" name="Rectangle 15">
              <a:extLst>
                <a:ext uri="{FF2B5EF4-FFF2-40B4-BE49-F238E27FC236}">
                  <a16:creationId xmlns:a16="http://schemas.microsoft.com/office/drawing/2014/main" xmlns="" id="{F4C34873-E5CC-43BA-8AD1-21F2B452B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5" name="Rectangle 16">
              <a:extLst>
                <a:ext uri="{FF2B5EF4-FFF2-40B4-BE49-F238E27FC236}">
                  <a16:creationId xmlns:a16="http://schemas.microsoft.com/office/drawing/2014/main" xmlns="" id="{DCA42D4C-9D7F-4093-83D1-0A604C628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1631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6" name="Rectangle 17">
              <a:extLst>
                <a:ext uri="{FF2B5EF4-FFF2-40B4-BE49-F238E27FC236}">
                  <a16:creationId xmlns:a16="http://schemas.microsoft.com/office/drawing/2014/main" xmlns="" id="{ABDB6AA8-EA98-45F4-A772-BB17F72BD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7" name="Rectangle 18">
              <a:extLst>
                <a:ext uri="{FF2B5EF4-FFF2-40B4-BE49-F238E27FC236}">
                  <a16:creationId xmlns:a16="http://schemas.microsoft.com/office/drawing/2014/main" xmlns="" id="{8AEE1F80-D019-4CB1-9B45-D7D260F5B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1631"/>
              <a:ext cx="21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72728" name="Rectangle 19">
              <a:extLst>
                <a:ext uri="{FF2B5EF4-FFF2-40B4-BE49-F238E27FC236}">
                  <a16:creationId xmlns:a16="http://schemas.microsoft.com/office/drawing/2014/main" xmlns="" id="{38994BE8-C355-4775-A312-3E1C478B5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29" name="Rectangle 20">
              <a:extLst>
                <a:ext uri="{FF2B5EF4-FFF2-40B4-BE49-F238E27FC236}">
                  <a16:creationId xmlns:a16="http://schemas.microsoft.com/office/drawing/2014/main" xmlns="" id="{A8813E7A-9426-40FF-BCFC-8CBD6F94B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1631"/>
              <a:ext cx="329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F</a:t>
              </a:r>
              <a:r>
                <a:rPr lang="en-US" altLang="en-US" sz="2400" b="1" baseline="-25000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2730" name="Rectangle 21">
              <a:extLst>
                <a:ext uri="{FF2B5EF4-FFF2-40B4-BE49-F238E27FC236}">
                  <a16:creationId xmlns:a16="http://schemas.microsoft.com/office/drawing/2014/main" xmlns="" id="{0376267C-29BE-47DB-8DF4-748290D8C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631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1" name="Rectangle 22">
              <a:extLst>
                <a:ext uri="{FF2B5EF4-FFF2-40B4-BE49-F238E27FC236}">
                  <a16:creationId xmlns:a16="http://schemas.microsoft.com/office/drawing/2014/main" xmlns="" id="{087642E0-25F1-4EC7-9368-263599F46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622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32" name="Line 23">
              <a:extLst>
                <a:ext uri="{FF2B5EF4-FFF2-40B4-BE49-F238E27FC236}">
                  <a16:creationId xmlns:a16="http://schemas.microsoft.com/office/drawing/2014/main" xmlns="" id="{4745B40D-83FB-4C00-A97E-0719F85F59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622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3" name="Rectangle 24">
              <a:extLst>
                <a:ext uri="{FF2B5EF4-FFF2-40B4-BE49-F238E27FC236}">
                  <a16:creationId xmlns:a16="http://schemas.microsoft.com/office/drawing/2014/main" xmlns="" id="{6FDBC746-6312-4152-90DD-47333AF00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1622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34" name="Line 25">
              <a:extLst>
                <a:ext uri="{FF2B5EF4-FFF2-40B4-BE49-F238E27FC236}">
                  <a16:creationId xmlns:a16="http://schemas.microsoft.com/office/drawing/2014/main" xmlns="" id="{DE41E808-50CD-4A23-8249-112A1E84F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622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35" name="Rectangle 26">
              <a:extLst>
                <a:ext uri="{FF2B5EF4-FFF2-40B4-BE49-F238E27FC236}">
                  <a16:creationId xmlns:a16="http://schemas.microsoft.com/office/drawing/2014/main" xmlns="" id="{E0F685CC-5DAA-491B-95B7-98CC831D7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1914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6" name="Rectangle 27">
              <a:extLst>
                <a:ext uri="{FF2B5EF4-FFF2-40B4-BE49-F238E27FC236}">
                  <a16:creationId xmlns:a16="http://schemas.microsoft.com/office/drawing/2014/main" xmlns="" id="{0918B1A5-A0A9-405A-A6D7-1028A33B4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7" name="Rectangle 28">
              <a:extLst>
                <a:ext uri="{FF2B5EF4-FFF2-40B4-BE49-F238E27FC236}">
                  <a16:creationId xmlns:a16="http://schemas.microsoft.com/office/drawing/2014/main" xmlns="" id="{641777F3-8DCF-4D97-8853-413A1169F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8" name="Rectangle 29">
              <a:extLst>
                <a:ext uri="{FF2B5EF4-FFF2-40B4-BE49-F238E27FC236}">
                  <a16:creationId xmlns:a16="http://schemas.microsoft.com/office/drawing/2014/main" xmlns="" id="{35674326-5C83-461C-B190-D203D8C52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39" name="Rectangle 30">
              <a:extLst>
                <a:ext uri="{FF2B5EF4-FFF2-40B4-BE49-F238E27FC236}">
                  <a16:creationId xmlns:a16="http://schemas.microsoft.com/office/drawing/2014/main" xmlns="" id="{1198A254-4D78-492B-B628-B4154511C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0" name="Rectangle 31">
              <a:extLst>
                <a:ext uri="{FF2B5EF4-FFF2-40B4-BE49-F238E27FC236}">
                  <a16:creationId xmlns:a16="http://schemas.microsoft.com/office/drawing/2014/main" xmlns="" id="{7547CA68-2BF1-4BD2-8867-974B6FE37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1" name="Rectangle 32">
              <a:extLst>
                <a:ext uri="{FF2B5EF4-FFF2-40B4-BE49-F238E27FC236}">
                  <a16:creationId xmlns:a16="http://schemas.microsoft.com/office/drawing/2014/main" xmlns="" id="{35031F45-C117-49C0-85A9-0D9B7DD4B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191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2" name="Rectangle 33">
              <a:extLst>
                <a:ext uri="{FF2B5EF4-FFF2-40B4-BE49-F238E27FC236}">
                  <a16:creationId xmlns:a16="http://schemas.microsoft.com/office/drawing/2014/main" xmlns="" id="{30644AC2-A25C-4C07-8C48-92CAE9616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3" name="Rectangle 34">
              <a:extLst>
                <a:ext uri="{FF2B5EF4-FFF2-40B4-BE49-F238E27FC236}">
                  <a16:creationId xmlns:a16="http://schemas.microsoft.com/office/drawing/2014/main" xmlns="" id="{F8B35AEA-536F-4D83-A567-C545291CA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4" name="Rectangle 35">
              <a:extLst>
                <a:ext uri="{FF2B5EF4-FFF2-40B4-BE49-F238E27FC236}">
                  <a16:creationId xmlns:a16="http://schemas.microsoft.com/office/drawing/2014/main" xmlns="" id="{C7700BBE-185C-460D-B4D1-903C940AA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5" name="Rectangle 36">
              <a:extLst>
                <a:ext uri="{FF2B5EF4-FFF2-40B4-BE49-F238E27FC236}">
                  <a16:creationId xmlns:a16="http://schemas.microsoft.com/office/drawing/2014/main" xmlns="" id="{0B10BCD8-C306-425E-9371-89C7A2E51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191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6" name="Rectangle 37">
              <a:extLst>
                <a:ext uri="{FF2B5EF4-FFF2-40B4-BE49-F238E27FC236}">
                  <a16:creationId xmlns:a16="http://schemas.microsoft.com/office/drawing/2014/main" xmlns="" id="{DC8D5982-D3A6-4367-A5C1-53CB4AC82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7" name="Rectangle 38">
              <a:extLst>
                <a:ext uri="{FF2B5EF4-FFF2-40B4-BE49-F238E27FC236}">
                  <a16:creationId xmlns:a16="http://schemas.microsoft.com/office/drawing/2014/main" xmlns="" id="{25BBDDC3-D080-4A92-A401-BCD56C27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191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8" name="Rectangle 39">
              <a:extLst>
                <a:ext uri="{FF2B5EF4-FFF2-40B4-BE49-F238E27FC236}">
                  <a16:creationId xmlns:a16="http://schemas.microsoft.com/office/drawing/2014/main" xmlns="" id="{5E9714B8-41E0-406D-AD76-CB08B2A65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49" name="Rectangle 40">
              <a:extLst>
                <a:ext uri="{FF2B5EF4-FFF2-40B4-BE49-F238E27FC236}">
                  <a16:creationId xmlns:a16="http://schemas.microsoft.com/office/drawing/2014/main" xmlns="" id="{5CB333A9-6EAF-4416-AC86-7EE287911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1914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50" name="Rectangle 41">
              <a:extLst>
                <a:ext uri="{FF2B5EF4-FFF2-40B4-BE49-F238E27FC236}">
                  <a16:creationId xmlns:a16="http://schemas.microsoft.com/office/drawing/2014/main" xmlns="" id="{B2F9B9DC-6922-4ABB-9847-31432836B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91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51" name="Rectangle 42">
              <a:extLst>
                <a:ext uri="{FF2B5EF4-FFF2-40B4-BE49-F238E27FC236}">
                  <a16:creationId xmlns:a16="http://schemas.microsoft.com/office/drawing/2014/main" xmlns="" id="{BC6C5354-30E9-4688-ADAB-9DE1D9DB6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94"/>
              <a:ext cx="576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2" name="Line 43">
              <a:extLst>
                <a:ext uri="{FF2B5EF4-FFF2-40B4-BE49-F238E27FC236}">
                  <a16:creationId xmlns:a16="http://schemas.microsoft.com/office/drawing/2014/main" xmlns="" id="{7C16946C-CD78-41A0-94E9-EC8F84744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94"/>
              <a:ext cx="5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3" name="Rectangle 44">
              <a:extLst>
                <a:ext uri="{FF2B5EF4-FFF2-40B4-BE49-F238E27FC236}">
                  <a16:creationId xmlns:a16="http://schemas.microsoft.com/office/drawing/2014/main" xmlns="" id="{34AAB861-556C-4718-8802-DF3E7D500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894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4" name="Line 45">
              <a:extLst>
                <a:ext uri="{FF2B5EF4-FFF2-40B4-BE49-F238E27FC236}">
                  <a16:creationId xmlns:a16="http://schemas.microsoft.com/office/drawing/2014/main" xmlns="" id="{9CA5DCB1-167B-40FB-9F9F-0B0F917FC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9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5" name="Line 46">
              <a:extLst>
                <a:ext uri="{FF2B5EF4-FFF2-40B4-BE49-F238E27FC236}">
                  <a16:creationId xmlns:a16="http://schemas.microsoft.com/office/drawing/2014/main" xmlns="" id="{9C4AB7D3-B829-4DE8-B2C1-529F1F861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6" name="Rectangle 47">
              <a:extLst>
                <a:ext uri="{FF2B5EF4-FFF2-40B4-BE49-F238E27FC236}">
                  <a16:creationId xmlns:a16="http://schemas.microsoft.com/office/drawing/2014/main" xmlns="" id="{57FFEDC1-05A9-4E9E-9FE9-88157F9F2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94"/>
              <a:ext cx="564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7" name="Line 48">
              <a:extLst>
                <a:ext uri="{FF2B5EF4-FFF2-40B4-BE49-F238E27FC236}">
                  <a16:creationId xmlns:a16="http://schemas.microsoft.com/office/drawing/2014/main" xmlns="" id="{BF4A9833-7A50-4D37-A17F-EA0164E08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1894"/>
              <a:ext cx="56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58" name="Rectangle 49">
              <a:extLst>
                <a:ext uri="{FF2B5EF4-FFF2-40B4-BE49-F238E27FC236}">
                  <a16:creationId xmlns:a16="http://schemas.microsoft.com/office/drawing/2014/main" xmlns="" id="{D2DBA647-07EB-4F7F-AA60-5FF4696D4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59" name="Line 50">
              <a:extLst>
                <a:ext uri="{FF2B5EF4-FFF2-40B4-BE49-F238E27FC236}">
                  <a16:creationId xmlns:a16="http://schemas.microsoft.com/office/drawing/2014/main" xmlns="" id="{93C4AA2A-0732-4B25-B181-C040BEFBB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0" name="Line 51">
              <a:extLst>
                <a:ext uri="{FF2B5EF4-FFF2-40B4-BE49-F238E27FC236}">
                  <a16:creationId xmlns:a16="http://schemas.microsoft.com/office/drawing/2014/main" xmlns="" id="{F3AB4C34-58AB-409A-8011-A589D54C8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1" name="Rectangle 52">
              <a:extLst>
                <a:ext uri="{FF2B5EF4-FFF2-40B4-BE49-F238E27FC236}">
                  <a16:creationId xmlns:a16="http://schemas.microsoft.com/office/drawing/2014/main" xmlns="" id="{EFC19B58-F7D8-4B8F-B33C-355454431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1894"/>
              <a:ext cx="385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2" name="Line 53">
              <a:extLst>
                <a:ext uri="{FF2B5EF4-FFF2-40B4-BE49-F238E27FC236}">
                  <a16:creationId xmlns:a16="http://schemas.microsoft.com/office/drawing/2014/main" xmlns="" id="{38BBF37A-FB65-4C6D-AAEE-6115DCCB7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9" y="1894"/>
              <a:ext cx="38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3" name="Rectangle 54">
              <a:extLst>
                <a:ext uri="{FF2B5EF4-FFF2-40B4-BE49-F238E27FC236}">
                  <a16:creationId xmlns:a16="http://schemas.microsoft.com/office/drawing/2014/main" xmlns="" id="{00855284-01B8-4806-A3E2-A13D23E3F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4" name="Line 55">
              <a:extLst>
                <a:ext uri="{FF2B5EF4-FFF2-40B4-BE49-F238E27FC236}">
                  <a16:creationId xmlns:a16="http://schemas.microsoft.com/office/drawing/2014/main" xmlns="" id="{B9B10E97-A4A2-4A08-99BC-04E78F332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5" name="Line 56">
              <a:extLst>
                <a:ext uri="{FF2B5EF4-FFF2-40B4-BE49-F238E27FC236}">
                  <a16:creationId xmlns:a16="http://schemas.microsoft.com/office/drawing/2014/main" xmlns="" id="{98666B02-6D81-43FB-AC5A-4CEEE2C5A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6" name="Rectangle 57">
              <a:extLst>
                <a:ext uri="{FF2B5EF4-FFF2-40B4-BE49-F238E27FC236}">
                  <a16:creationId xmlns:a16="http://schemas.microsoft.com/office/drawing/2014/main" xmlns="" id="{42EC8F58-C001-413C-B5F4-D418BA3DE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894"/>
              <a:ext cx="203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7" name="Line 58">
              <a:extLst>
                <a:ext uri="{FF2B5EF4-FFF2-40B4-BE49-F238E27FC236}">
                  <a16:creationId xmlns:a16="http://schemas.microsoft.com/office/drawing/2014/main" xmlns="" id="{6FFCB284-DCCA-4F43-A44F-5D109F02A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6" y="1894"/>
              <a:ext cx="20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68" name="Rectangle 59">
              <a:extLst>
                <a:ext uri="{FF2B5EF4-FFF2-40B4-BE49-F238E27FC236}">
                  <a16:creationId xmlns:a16="http://schemas.microsoft.com/office/drawing/2014/main" xmlns="" id="{6F9219BF-B548-4445-900D-F6B700FC1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69" name="Line 60">
              <a:extLst>
                <a:ext uri="{FF2B5EF4-FFF2-40B4-BE49-F238E27FC236}">
                  <a16:creationId xmlns:a16="http://schemas.microsoft.com/office/drawing/2014/main" xmlns="" id="{E5382A70-FD0A-4EB0-B7B4-F94715F90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0" name="Line 61">
              <a:extLst>
                <a:ext uri="{FF2B5EF4-FFF2-40B4-BE49-F238E27FC236}">
                  <a16:creationId xmlns:a16="http://schemas.microsoft.com/office/drawing/2014/main" xmlns="" id="{3924A40A-B4E1-4F62-8FEB-9E8F5DAD6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1" name="Rectangle 62">
              <a:extLst>
                <a:ext uri="{FF2B5EF4-FFF2-40B4-BE49-F238E27FC236}">
                  <a16:creationId xmlns:a16="http://schemas.microsoft.com/office/drawing/2014/main" xmlns="" id="{4A2C7463-0634-441C-837D-2368E2A52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1" y="1894"/>
              <a:ext cx="36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2" name="Line 63">
              <a:extLst>
                <a:ext uri="{FF2B5EF4-FFF2-40B4-BE49-F238E27FC236}">
                  <a16:creationId xmlns:a16="http://schemas.microsoft.com/office/drawing/2014/main" xmlns="" id="{16B914AA-C29B-48C2-B5EE-C80651A5E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1" y="1894"/>
              <a:ext cx="36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3" name="Rectangle 64">
              <a:extLst>
                <a:ext uri="{FF2B5EF4-FFF2-40B4-BE49-F238E27FC236}">
                  <a16:creationId xmlns:a16="http://schemas.microsoft.com/office/drawing/2014/main" xmlns="" id="{954D583C-E6A4-43F1-9E37-16D9C731B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2" y="1894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4" name="Line 65">
              <a:extLst>
                <a:ext uri="{FF2B5EF4-FFF2-40B4-BE49-F238E27FC236}">
                  <a16:creationId xmlns:a16="http://schemas.microsoft.com/office/drawing/2014/main" xmlns="" id="{A85FED2D-839E-4755-9068-59EEE6512A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89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5" name="Line 66">
              <a:extLst>
                <a:ext uri="{FF2B5EF4-FFF2-40B4-BE49-F238E27FC236}">
                  <a16:creationId xmlns:a16="http://schemas.microsoft.com/office/drawing/2014/main" xmlns="" id="{7BFB401D-50AB-4708-9388-56FDF7308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6" name="Rectangle 67">
              <a:extLst>
                <a:ext uri="{FF2B5EF4-FFF2-40B4-BE49-F238E27FC236}">
                  <a16:creationId xmlns:a16="http://schemas.microsoft.com/office/drawing/2014/main" xmlns="" id="{B4D63436-914A-4380-B626-DA7D3AF4D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3" y="1894"/>
              <a:ext cx="217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7" name="Line 68">
              <a:extLst>
                <a:ext uri="{FF2B5EF4-FFF2-40B4-BE49-F238E27FC236}">
                  <a16:creationId xmlns:a16="http://schemas.microsoft.com/office/drawing/2014/main" xmlns="" id="{0BAF6EC4-CC60-49AD-8B53-DDD69ABFB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3" y="1894"/>
              <a:ext cx="2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78" name="Rectangle 69">
              <a:extLst>
                <a:ext uri="{FF2B5EF4-FFF2-40B4-BE49-F238E27FC236}">
                  <a16:creationId xmlns:a16="http://schemas.microsoft.com/office/drawing/2014/main" xmlns="" id="{3AE2DA9F-CA19-4B98-B7FA-89933E225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1894"/>
              <a:ext cx="1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79" name="Line 70">
              <a:extLst>
                <a:ext uri="{FF2B5EF4-FFF2-40B4-BE49-F238E27FC236}">
                  <a16:creationId xmlns:a16="http://schemas.microsoft.com/office/drawing/2014/main" xmlns="" id="{6812587C-8859-47A4-932C-D0DCB637E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1894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0" name="Line 71">
              <a:extLst>
                <a:ext uri="{FF2B5EF4-FFF2-40B4-BE49-F238E27FC236}">
                  <a16:creationId xmlns:a16="http://schemas.microsoft.com/office/drawing/2014/main" xmlns="" id="{F736F9F6-D61E-40DF-81E3-C8652295AD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1" name="Rectangle 72">
              <a:extLst>
                <a:ext uri="{FF2B5EF4-FFF2-40B4-BE49-F238E27FC236}">
                  <a16:creationId xmlns:a16="http://schemas.microsoft.com/office/drawing/2014/main" xmlns="" id="{F58F16AB-1157-4054-81E2-DB2A3E97F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1" y="1894"/>
              <a:ext cx="36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2" name="Line 73">
              <a:extLst>
                <a:ext uri="{FF2B5EF4-FFF2-40B4-BE49-F238E27FC236}">
                  <a16:creationId xmlns:a16="http://schemas.microsoft.com/office/drawing/2014/main" xmlns="" id="{9BD52AD0-9D77-4A7E-AC1C-0F8090271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894"/>
              <a:ext cx="36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3" name="Rectangle 74">
              <a:extLst>
                <a:ext uri="{FF2B5EF4-FFF2-40B4-BE49-F238E27FC236}">
                  <a16:creationId xmlns:a16="http://schemas.microsoft.com/office/drawing/2014/main" xmlns="" id="{87408ADF-4FF4-4BE3-A917-D6F927303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894"/>
              <a:ext cx="12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4" name="Line 75">
              <a:extLst>
                <a:ext uri="{FF2B5EF4-FFF2-40B4-BE49-F238E27FC236}">
                  <a16:creationId xmlns:a16="http://schemas.microsoft.com/office/drawing/2014/main" xmlns="" id="{783EF3C1-A7E8-410A-9AF7-8042B98E1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89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5" name="Line 76">
              <a:extLst>
                <a:ext uri="{FF2B5EF4-FFF2-40B4-BE49-F238E27FC236}">
                  <a16:creationId xmlns:a16="http://schemas.microsoft.com/office/drawing/2014/main" xmlns="" id="{FCAFBDDF-D9A9-4512-8EF0-B6DEA7D57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894"/>
              <a:ext cx="1" cy="1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6" name="Rectangle 77">
              <a:extLst>
                <a:ext uri="{FF2B5EF4-FFF2-40B4-BE49-F238E27FC236}">
                  <a16:creationId xmlns:a16="http://schemas.microsoft.com/office/drawing/2014/main" xmlns="" id="{BC7E1DBA-BB55-436D-9F65-13BD791B0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894"/>
              <a:ext cx="491" cy="1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7" name="Line 78">
              <a:extLst>
                <a:ext uri="{FF2B5EF4-FFF2-40B4-BE49-F238E27FC236}">
                  <a16:creationId xmlns:a16="http://schemas.microsoft.com/office/drawing/2014/main" xmlns="" id="{3206BCC6-87DF-44C9-AB92-DB37969B0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4" y="1894"/>
              <a:ext cx="49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88" name="Rectangle 79">
              <a:extLst>
                <a:ext uri="{FF2B5EF4-FFF2-40B4-BE49-F238E27FC236}">
                  <a16:creationId xmlns:a16="http://schemas.microsoft.com/office/drawing/2014/main" xmlns="" id="{E6705073-EA91-4AD8-A4BB-7E3DEACB3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905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89" name="Line 80">
              <a:extLst>
                <a:ext uri="{FF2B5EF4-FFF2-40B4-BE49-F238E27FC236}">
                  <a16:creationId xmlns:a16="http://schemas.microsoft.com/office/drawing/2014/main" xmlns="" id="{14DDD31F-2F07-4E38-83C1-CF83BBD30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0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90" name="Rectangle 81">
              <a:extLst>
                <a:ext uri="{FF2B5EF4-FFF2-40B4-BE49-F238E27FC236}">
                  <a16:creationId xmlns:a16="http://schemas.microsoft.com/office/drawing/2014/main" xmlns="" id="{9559306F-618B-4587-B2C0-BAEA4C901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1905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791" name="Line 82">
              <a:extLst>
                <a:ext uri="{FF2B5EF4-FFF2-40B4-BE49-F238E27FC236}">
                  <a16:creationId xmlns:a16="http://schemas.microsoft.com/office/drawing/2014/main" xmlns="" id="{388B92EB-9985-4527-BCE5-EE7F11EEE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190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792" name="Rectangle 83">
              <a:extLst>
                <a:ext uri="{FF2B5EF4-FFF2-40B4-BE49-F238E27FC236}">
                  <a16:creationId xmlns:a16="http://schemas.microsoft.com/office/drawing/2014/main" xmlns="" id="{450E165B-2139-4F3A-B235-F09681571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186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3" name="Rectangle 84">
              <a:extLst>
                <a:ext uri="{FF2B5EF4-FFF2-40B4-BE49-F238E27FC236}">
                  <a16:creationId xmlns:a16="http://schemas.microsoft.com/office/drawing/2014/main" xmlns="" id="{3080CF09-FE6C-4277-B212-38DD20484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4" name="Rectangle 85">
              <a:extLst>
                <a:ext uri="{FF2B5EF4-FFF2-40B4-BE49-F238E27FC236}">
                  <a16:creationId xmlns:a16="http://schemas.microsoft.com/office/drawing/2014/main" xmlns="" id="{ABD21A01-84C2-4542-82F5-036142CF9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5" name="Rectangle 86">
              <a:extLst>
                <a:ext uri="{FF2B5EF4-FFF2-40B4-BE49-F238E27FC236}">
                  <a16:creationId xmlns:a16="http://schemas.microsoft.com/office/drawing/2014/main" xmlns="" id="{C7CCBC71-A92B-4B83-8778-FFDC99470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6" name="Rectangle 87">
              <a:extLst>
                <a:ext uri="{FF2B5EF4-FFF2-40B4-BE49-F238E27FC236}">
                  <a16:creationId xmlns:a16="http://schemas.microsoft.com/office/drawing/2014/main" xmlns="" id="{E77A643C-223A-4FBC-83C2-A3AD0D016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7" name="Rectangle 88">
              <a:extLst>
                <a:ext uri="{FF2B5EF4-FFF2-40B4-BE49-F238E27FC236}">
                  <a16:creationId xmlns:a16="http://schemas.microsoft.com/office/drawing/2014/main" xmlns="" id="{22E0743C-F230-4553-9201-3CB6569D4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8" name="Rectangle 89">
              <a:extLst>
                <a:ext uri="{FF2B5EF4-FFF2-40B4-BE49-F238E27FC236}">
                  <a16:creationId xmlns:a16="http://schemas.microsoft.com/office/drawing/2014/main" xmlns="" id="{0F491705-8F59-40C1-BCD6-ECF03F442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18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799" name="Rectangle 90">
              <a:extLst>
                <a:ext uri="{FF2B5EF4-FFF2-40B4-BE49-F238E27FC236}">
                  <a16:creationId xmlns:a16="http://schemas.microsoft.com/office/drawing/2014/main" xmlns="" id="{7EAFA826-1B9B-4FA1-811A-FD5AD1D0C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0" name="Rectangle 91">
              <a:extLst>
                <a:ext uri="{FF2B5EF4-FFF2-40B4-BE49-F238E27FC236}">
                  <a16:creationId xmlns:a16="http://schemas.microsoft.com/office/drawing/2014/main" xmlns="" id="{69A4D542-DAD8-4485-AE6E-B1CBE863D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1" name="Rectangle 92">
              <a:extLst>
                <a:ext uri="{FF2B5EF4-FFF2-40B4-BE49-F238E27FC236}">
                  <a16:creationId xmlns:a16="http://schemas.microsoft.com/office/drawing/2014/main" xmlns="" id="{33FF1D52-5162-4E14-BBEB-9FCFAEB75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2" name="Rectangle 93">
              <a:extLst>
                <a:ext uri="{FF2B5EF4-FFF2-40B4-BE49-F238E27FC236}">
                  <a16:creationId xmlns:a16="http://schemas.microsoft.com/office/drawing/2014/main" xmlns="" id="{15B04F5F-0453-4829-837D-E561A62F3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18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3" name="Rectangle 94">
              <a:extLst>
                <a:ext uri="{FF2B5EF4-FFF2-40B4-BE49-F238E27FC236}">
                  <a16:creationId xmlns:a16="http://schemas.microsoft.com/office/drawing/2014/main" xmlns="" id="{F87428AF-2314-4138-99F9-0331AB15E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4" name="Rectangle 95">
              <a:extLst>
                <a:ext uri="{FF2B5EF4-FFF2-40B4-BE49-F238E27FC236}">
                  <a16:creationId xmlns:a16="http://schemas.microsoft.com/office/drawing/2014/main" xmlns="" id="{3C28B4CA-4684-4991-A357-8C9A8AA8B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18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5" name="Rectangle 96">
              <a:extLst>
                <a:ext uri="{FF2B5EF4-FFF2-40B4-BE49-F238E27FC236}">
                  <a16:creationId xmlns:a16="http://schemas.microsoft.com/office/drawing/2014/main" xmlns="" id="{494C8629-D8A1-4EA1-9BA9-84BADAA5B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6" name="Rectangle 97">
              <a:extLst>
                <a:ext uri="{FF2B5EF4-FFF2-40B4-BE49-F238E27FC236}">
                  <a16:creationId xmlns:a16="http://schemas.microsoft.com/office/drawing/2014/main" xmlns="" id="{08FF72BD-DECF-420C-8FF8-8ADB30720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186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7" name="Rectangle 98">
              <a:extLst>
                <a:ext uri="{FF2B5EF4-FFF2-40B4-BE49-F238E27FC236}">
                  <a16:creationId xmlns:a16="http://schemas.microsoft.com/office/drawing/2014/main" xmlns="" id="{243BC802-BA26-4458-98BD-B4E6CD407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18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08" name="Rectangle 99">
              <a:extLst>
                <a:ext uri="{FF2B5EF4-FFF2-40B4-BE49-F238E27FC236}">
                  <a16:creationId xmlns:a16="http://schemas.microsoft.com/office/drawing/2014/main" xmlns="" id="{F072CDE3-7C4C-4746-B9E4-1A17F3C8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177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09" name="Line 100">
              <a:extLst>
                <a:ext uri="{FF2B5EF4-FFF2-40B4-BE49-F238E27FC236}">
                  <a16:creationId xmlns:a16="http://schemas.microsoft.com/office/drawing/2014/main" xmlns="" id="{D78EB45C-1368-4046-8610-0E7544273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17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10" name="Rectangle 101">
              <a:extLst>
                <a:ext uri="{FF2B5EF4-FFF2-40B4-BE49-F238E27FC236}">
                  <a16:creationId xmlns:a16="http://schemas.microsoft.com/office/drawing/2014/main" xmlns="" id="{49E53808-FA4E-40FB-A760-D45807129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177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11" name="Line 102">
              <a:extLst>
                <a:ext uri="{FF2B5EF4-FFF2-40B4-BE49-F238E27FC236}">
                  <a16:creationId xmlns:a16="http://schemas.microsoft.com/office/drawing/2014/main" xmlns="" id="{38957403-2D65-4DDA-956A-74512E0DE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17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12" name="Rectangle 103">
              <a:extLst>
                <a:ext uri="{FF2B5EF4-FFF2-40B4-BE49-F238E27FC236}">
                  <a16:creationId xmlns:a16="http://schemas.microsoft.com/office/drawing/2014/main" xmlns="" id="{E59E5B78-BF4C-4250-BE1C-7C79AE102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458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3" name="Rectangle 104">
              <a:extLst>
                <a:ext uri="{FF2B5EF4-FFF2-40B4-BE49-F238E27FC236}">
                  <a16:creationId xmlns:a16="http://schemas.microsoft.com/office/drawing/2014/main" xmlns="" id="{BA7E4EA4-EA4E-4FFB-AF47-85DB968A1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4" name="Rectangle 105">
              <a:extLst>
                <a:ext uri="{FF2B5EF4-FFF2-40B4-BE49-F238E27FC236}">
                  <a16:creationId xmlns:a16="http://schemas.microsoft.com/office/drawing/2014/main" xmlns="" id="{EAAC88E7-A3CC-4F29-BA68-BE1548BA9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5" name="Rectangle 106">
              <a:extLst>
                <a:ext uri="{FF2B5EF4-FFF2-40B4-BE49-F238E27FC236}">
                  <a16:creationId xmlns:a16="http://schemas.microsoft.com/office/drawing/2014/main" xmlns="" id="{13A2E75C-33C2-411A-A952-C40D2B0BF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6" name="Rectangle 107">
              <a:extLst>
                <a:ext uri="{FF2B5EF4-FFF2-40B4-BE49-F238E27FC236}">
                  <a16:creationId xmlns:a16="http://schemas.microsoft.com/office/drawing/2014/main" xmlns="" id="{D0571F25-6229-427E-8A15-6EB5B2FAB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7" name="Rectangle 108">
              <a:extLst>
                <a:ext uri="{FF2B5EF4-FFF2-40B4-BE49-F238E27FC236}">
                  <a16:creationId xmlns:a16="http://schemas.microsoft.com/office/drawing/2014/main" xmlns="" id="{D08C48B5-5DFB-4953-9695-C387D18B7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8" name="Rectangle 109">
              <a:extLst>
                <a:ext uri="{FF2B5EF4-FFF2-40B4-BE49-F238E27FC236}">
                  <a16:creationId xmlns:a16="http://schemas.microsoft.com/office/drawing/2014/main" xmlns="" id="{95AA5264-0E62-4825-B171-1AB242F1E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45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19" name="Rectangle 110">
              <a:extLst>
                <a:ext uri="{FF2B5EF4-FFF2-40B4-BE49-F238E27FC236}">
                  <a16:creationId xmlns:a16="http://schemas.microsoft.com/office/drawing/2014/main" xmlns="" id="{4777EB1F-A953-4CEC-89B4-3258A1A60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0" name="Rectangle 111">
              <a:extLst>
                <a:ext uri="{FF2B5EF4-FFF2-40B4-BE49-F238E27FC236}">
                  <a16:creationId xmlns:a16="http://schemas.microsoft.com/office/drawing/2014/main" xmlns="" id="{7E0CCD5D-3BAC-4D7B-A85D-5DA98068B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1" name="Rectangle 112">
              <a:extLst>
                <a:ext uri="{FF2B5EF4-FFF2-40B4-BE49-F238E27FC236}">
                  <a16:creationId xmlns:a16="http://schemas.microsoft.com/office/drawing/2014/main" xmlns="" id="{7EEEFC30-6BD5-4F98-AEE8-7389C10B6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2" name="Rectangle 113">
              <a:extLst>
                <a:ext uri="{FF2B5EF4-FFF2-40B4-BE49-F238E27FC236}">
                  <a16:creationId xmlns:a16="http://schemas.microsoft.com/office/drawing/2014/main" xmlns="" id="{F39E1F90-05CF-42A4-8044-D2C823A4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45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3" name="Rectangle 114">
              <a:extLst>
                <a:ext uri="{FF2B5EF4-FFF2-40B4-BE49-F238E27FC236}">
                  <a16:creationId xmlns:a16="http://schemas.microsoft.com/office/drawing/2014/main" xmlns="" id="{1147A42D-049C-469D-90A9-4574A6B2D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4" name="Rectangle 115">
              <a:extLst>
                <a:ext uri="{FF2B5EF4-FFF2-40B4-BE49-F238E27FC236}">
                  <a16:creationId xmlns:a16="http://schemas.microsoft.com/office/drawing/2014/main" xmlns="" id="{A2972AE5-4D9F-419A-9A7E-1944DFB6A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45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5" name="Rectangle 116">
              <a:extLst>
                <a:ext uri="{FF2B5EF4-FFF2-40B4-BE49-F238E27FC236}">
                  <a16:creationId xmlns:a16="http://schemas.microsoft.com/office/drawing/2014/main" xmlns="" id="{0AB560F3-09BC-45A5-87AB-A69C4BA71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6" name="Rectangle 117">
              <a:extLst>
                <a:ext uri="{FF2B5EF4-FFF2-40B4-BE49-F238E27FC236}">
                  <a16:creationId xmlns:a16="http://schemas.microsoft.com/office/drawing/2014/main" xmlns="" id="{7E123A67-E363-46BD-A5CA-107DC87FC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458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7" name="Rectangle 118">
              <a:extLst>
                <a:ext uri="{FF2B5EF4-FFF2-40B4-BE49-F238E27FC236}">
                  <a16:creationId xmlns:a16="http://schemas.microsoft.com/office/drawing/2014/main" xmlns="" id="{396A6587-D995-4273-B200-B488BF85E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45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28" name="Rectangle 119">
              <a:extLst>
                <a:ext uri="{FF2B5EF4-FFF2-40B4-BE49-F238E27FC236}">
                  <a16:creationId xmlns:a16="http://schemas.microsoft.com/office/drawing/2014/main" xmlns="" id="{6D41A541-FA51-4C69-8E0D-8663268EC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49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29" name="Line 120">
              <a:extLst>
                <a:ext uri="{FF2B5EF4-FFF2-40B4-BE49-F238E27FC236}">
                  <a16:creationId xmlns:a16="http://schemas.microsoft.com/office/drawing/2014/main" xmlns="" id="{B2347B8C-1F74-4806-868B-895461F72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44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30" name="Rectangle 121">
              <a:extLst>
                <a:ext uri="{FF2B5EF4-FFF2-40B4-BE49-F238E27FC236}">
                  <a16:creationId xmlns:a16="http://schemas.microsoft.com/office/drawing/2014/main" xmlns="" id="{2D4E4E66-962A-4EDD-9E6B-7C8250EEC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449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31" name="Line 122">
              <a:extLst>
                <a:ext uri="{FF2B5EF4-FFF2-40B4-BE49-F238E27FC236}">
                  <a16:creationId xmlns:a16="http://schemas.microsoft.com/office/drawing/2014/main" xmlns="" id="{EC7F53AA-F819-453E-AFD0-04B36B94B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44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32" name="Rectangle 123">
              <a:extLst>
                <a:ext uri="{FF2B5EF4-FFF2-40B4-BE49-F238E27FC236}">
                  <a16:creationId xmlns:a16="http://schemas.microsoft.com/office/drawing/2014/main" xmlns="" id="{94460629-D08F-4269-84AF-D78CCAB92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2730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3" name="Rectangle 124">
              <a:extLst>
                <a:ext uri="{FF2B5EF4-FFF2-40B4-BE49-F238E27FC236}">
                  <a16:creationId xmlns:a16="http://schemas.microsoft.com/office/drawing/2014/main" xmlns="" id="{F726BD5C-6DEB-409C-8D15-555CABBA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4" name="Rectangle 125">
              <a:extLst>
                <a:ext uri="{FF2B5EF4-FFF2-40B4-BE49-F238E27FC236}">
                  <a16:creationId xmlns:a16="http://schemas.microsoft.com/office/drawing/2014/main" xmlns="" id="{51EA4B12-EDC8-44D6-AD27-281ADE16E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5" name="Rectangle 126">
              <a:extLst>
                <a:ext uri="{FF2B5EF4-FFF2-40B4-BE49-F238E27FC236}">
                  <a16:creationId xmlns:a16="http://schemas.microsoft.com/office/drawing/2014/main" xmlns="" id="{A5042A6A-6469-493B-84BA-FAD4C4072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6" name="Rectangle 127">
              <a:extLst>
                <a:ext uri="{FF2B5EF4-FFF2-40B4-BE49-F238E27FC236}">
                  <a16:creationId xmlns:a16="http://schemas.microsoft.com/office/drawing/2014/main" xmlns="" id="{47D97CFD-6834-4F23-8E43-3CF7FE27F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7" name="Rectangle 128">
              <a:extLst>
                <a:ext uri="{FF2B5EF4-FFF2-40B4-BE49-F238E27FC236}">
                  <a16:creationId xmlns:a16="http://schemas.microsoft.com/office/drawing/2014/main" xmlns="" id="{199BB460-7A12-4FDC-872C-E75C6152C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8" name="Rectangle 129">
              <a:extLst>
                <a:ext uri="{FF2B5EF4-FFF2-40B4-BE49-F238E27FC236}">
                  <a16:creationId xmlns:a16="http://schemas.microsoft.com/office/drawing/2014/main" xmlns="" id="{15151F3C-4702-4BA1-8C75-682B94BEA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2730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39" name="Rectangle 130">
              <a:extLst>
                <a:ext uri="{FF2B5EF4-FFF2-40B4-BE49-F238E27FC236}">
                  <a16:creationId xmlns:a16="http://schemas.microsoft.com/office/drawing/2014/main" xmlns="" id="{C612E6FA-DDDE-4AB3-91B4-C28DCC9D3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0" name="Rectangle 131">
              <a:extLst>
                <a:ext uri="{FF2B5EF4-FFF2-40B4-BE49-F238E27FC236}">
                  <a16:creationId xmlns:a16="http://schemas.microsoft.com/office/drawing/2014/main" xmlns="" id="{700FC093-F8E1-4F2D-915E-3CDF169E6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1" name="Rectangle 132">
              <a:extLst>
                <a:ext uri="{FF2B5EF4-FFF2-40B4-BE49-F238E27FC236}">
                  <a16:creationId xmlns:a16="http://schemas.microsoft.com/office/drawing/2014/main" xmlns="" id="{4958477C-895C-4414-B5DF-7C04F22F5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2" name="Rectangle 133">
              <a:extLst>
                <a:ext uri="{FF2B5EF4-FFF2-40B4-BE49-F238E27FC236}">
                  <a16:creationId xmlns:a16="http://schemas.microsoft.com/office/drawing/2014/main" xmlns="" id="{E444BFEE-DC8F-4C8D-8F42-3B8186AEE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2730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3" name="Rectangle 134">
              <a:extLst>
                <a:ext uri="{FF2B5EF4-FFF2-40B4-BE49-F238E27FC236}">
                  <a16:creationId xmlns:a16="http://schemas.microsoft.com/office/drawing/2014/main" xmlns="" id="{AA808594-4397-4F71-ADD5-1284DCF5B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4" name="Rectangle 135">
              <a:extLst>
                <a:ext uri="{FF2B5EF4-FFF2-40B4-BE49-F238E27FC236}">
                  <a16:creationId xmlns:a16="http://schemas.microsoft.com/office/drawing/2014/main" xmlns="" id="{78CBFE52-FA39-4365-B5DC-77AB9F943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2730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5" name="Rectangle 136">
              <a:extLst>
                <a:ext uri="{FF2B5EF4-FFF2-40B4-BE49-F238E27FC236}">
                  <a16:creationId xmlns:a16="http://schemas.microsoft.com/office/drawing/2014/main" xmlns="" id="{75FDFA45-5336-4222-B586-E3799BEAA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6" name="Rectangle 137">
              <a:extLst>
                <a:ext uri="{FF2B5EF4-FFF2-40B4-BE49-F238E27FC236}">
                  <a16:creationId xmlns:a16="http://schemas.microsoft.com/office/drawing/2014/main" xmlns="" id="{870FF8C1-7347-4C1B-BFBC-7C922CA9A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730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7" name="Rectangle 138">
              <a:extLst>
                <a:ext uri="{FF2B5EF4-FFF2-40B4-BE49-F238E27FC236}">
                  <a16:creationId xmlns:a16="http://schemas.microsoft.com/office/drawing/2014/main" xmlns="" id="{F0DCE0C6-24E1-4E94-A03F-DD05CF3B4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730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48" name="Rectangle 139">
              <a:extLst>
                <a:ext uri="{FF2B5EF4-FFF2-40B4-BE49-F238E27FC236}">
                  <a16:creationId xmlns:a16="http://schemas.microsoft.com/office/drawing/2014/main" xmlns="" id="{9BA8489A-CD40-46A5-9813-D68F7590F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21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49" name="Line 140">
              <a:extLst>
                <a:ext uri="{FF2B5EF4-FFF2-40B4-BE49-F238E27FC236}">
                  <a16:creationId xmlns:a16="http://schemas.microsoft.com/office/drawing/2014/main" xmlns="" id="{A8861C3B-704D-4357-BF11-E279A6E1D8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721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50" name="Rectangle 141">
              <a:extLst>
                <a:ext uri="{FF2B5EF4-FFF2-40B4-BE49-F238E27FC236}">
                  <a16:creationId xmlns:a16="http://schemas.microsoft.com/office/drawing/2014/main" xmlns="" id="{640E5B89-F7A8-402B-AD8F-9CB41D071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721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51" name="Line 142">
              <a:extLst>
                <a:ext uri="{FF2B5EF4-FFF2-40B4-BE49-F238E27FC236}">
                  <a16:creationId xmlns:a16="http://schemas.microsoft.com/office/drawing/2014/main" xmlns="" id="{4980820D-0895-40F5-85D7-CD8C8E508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721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52" name="Rectangle 143">
              <a:extLst>
                <a:ext uri="{FF2B5EF4-FFF2-40B4-BE49-F238E27FC236}">
                  <a16:creationId xmlns:a16="http://schemas.microsoft.com/office/drawing/2014/main" xmlns="" id="{0F5C78CD-D059-4135-8EE3-8432F739D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002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3" name="Rectangle 144">
              <a:extLst>
                <a:ext uri="{FF2B5EF4-FFF2-40B4-BE49-F238E27FC236}">
                  <a16:creationId xmlns:a16="http://schemas.microsoft.com/office/drawing/2014/main" xmlns="" id="{AEE95A0B-16BD-401C-8A68-EE855CE3A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4" name="Rectangle 145">
              <a:extLst>
                <a:ext uri="{FF2B5EF4-FFF2-40B4-BE49-F238E27FC236}">
                  <a16:creationId xmlns:a16="http://schemas.microsoft.com/office/drawing/2014/main" xmlns="" id="{9BB107BB-5884-4B4F-8077-67A0B9F0A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4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5" name="Rectangle 146">
              <a:extLst>
                <a:ext uri="{FF2B5EF4-FFF2-40B4-BE49-F238E27FC236}">
                  <a16:creationId xmlns:a16="http://schemas.microsoft.com/office/drawing/2014/main" xmlns="" id="{85DD541F-F64D-4C85-AB28-06B575494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6" name="Rectangle 147">
              <a:extLst>
                <a:ext uri="{FF2B5EF4-FFF2-40B4-BE49-F238E27FC236}">
                  <a16:creationId xmlns:a16="http://schemas.microsoft.com/office/drawing/2014/main" xmlns="" id="{95A0BA6D-CAC2-4B55-8C74-D6B9B94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7" name="Rectangle 148">
              <a:extLst>
                <a:ext uri="{FF2B5EF4-FFF2-40B4-BE49-F238E27FC236}">
                  <a16:creationId xmlns:a16="http://schemas.microsoft.com/office/drawing/2014/main" xmlns="" id="{4711C91C-98D7-470D-9389-28CCD0707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8" name="Rectangle 149">
              <a:extLst>
                <a:ext uri="{FF2B5EF4-FFF2-40B4-BE49-F238E27FC236}">
                  <a16:creationId xmlns:a16="http://schemas.microsoft.com/office/drawing/2014/main" xmlns="" id="{3443245B-CB39-4CD0-A5BA-DD9471874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002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59" name="Rectangle 150">
              <a:extLst>
                <a:ext uri="{FF2B5EF4-FFF2-40B4-BE49-F238E27FC236}">
                  <a16:creationId xmlns:a16="http://schemas.microsoft.com/office/drawing/2014/main" xmlns="" id="{2FA74A81-1C69-418E-BA2A-B8CAF989F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0" name="Rectangle 151">
              <a:extLst>
                <a:ext uri="{FF2B5EF4-FFF2-40B4-BE49-F238E27FC236}">
                  <a16:creationId xmlns:a16="http://schemas.microsoft.com/office/drawing/2014/main" xmlns="" id="{5B923C8A-4B16-4DDB-B31C-09F4CB3A8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1" name="Rectangle 152">
              <a:extLst>
                <a:ext uri="{FF2B5EF4-FFF2-40B4-BE49-F238E27FC236}">
                  <a16:creationId xmlns:a16="http://schemas.microsoft.com/office/drawing/2014/main" xmlns="" id="{B4ECD0F3-D9CE-4C99-9214-B033C9919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2" name="Rectangle 153">
              <a:extLst>
                <a:ext uri="{FF2B5EF4-FFF2-40B4-BE49-F238E27FC236}">
                  <a16:creationId xmlns:a16="http://schemas.microsoft.com/office/drawing/2014/main" xmlns="" id="{7894DE26-4378-4233-9097-3CF19F882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002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3" name="Rectangle 154">
              <a:extLst>
                <a:ext uri="{FF2B5EF4-FFF2-40B4-BE49-F238E27FC236}">
                  <a16:creationId xmlns:a16="http://schemas.microsoft.com/office/drawing/2014/main" xmlns="" id="{61E8141E-0144-4F22-9AE9-F1FFF62F9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4" name="Rectangle 155">
              <a:extLst>
                <a:ext uri="{FF2B5EF4-FFF2-40B4-BE49-F238E27FC236}">
                  <a16:creationId xmlns:a16="http://schemas.microsoft.com/office/drawing/2014/main" xmlns="" id="{2304F15A-8539-46F4-B29B-8311D108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002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5" name="Rectangle 156">
              <a:extLst>
                <a:ext uri="{FF2B5EF4-FFF2-40B4-BE49-F238E27FC236}">
                  <a16:creationId xmlns:a16="http://schemas.microsoft.com/office/drawing/2014/main" xmlns="" id="{78B614CC-D4B8-4FE4-ABF3-B37242821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6" name="Rectangle 157">
              <a:extLst>
                <a:ext uri="{FF2B5EF4-FFF2-40B4-BE49-F238E27FC236}">
                  <a16:creationId xmlns:a16="http://schemas.microsoft.com/office/drawing/2014/main" xmlns="" id="{D6B8AE0F-92A5-43FA-A61B-C993F4451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002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7" name="Rectangle 158">
              <a:extLst>
                <a:ext uri="{FF2B5EF4-FFF2-40B4-BE49-F238E27FC236}">
                  <a16:creationId xmlns:a16="http://schemas.microsoft.com/office/drawing/2014/main" xmlns="" id="{54B35F11-18B6-47D8-96EB-80561980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002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68" name="Rectangle 159">
              <a:extLst>
                <a:ext uri="{FF2B5EF4-FFF2-40B4-BE49-F238E27FC236}">
                  <a16:creationId xmlns:a16="http://schemas.microsoft.com/office/drawing/2014/main" xmlns="" id="{F4B75B2A-2FE2-4987-A59F-87367EFF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93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69" name="Line 160">
              <a:extLst>
                <a:ext uri="{FF2B5EF4-FFF2-40B4-BE49-F238E27FC236}">
                  <a16:creationId xmlns:a16="http://schemas.microsoft.com/office/drawing/2014/main" xmlns="" id="{A5FAD4D4-79E2-4876-A80B-A1DA70036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993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70" name="Rectangle 161">
              <a:extLst>
                <a:ext uri="{FF2B5EF4-FFF2-40B4-BE49-F238E27FC236}">
                  <a16:creationId xmlns:a16="http://schemas.microsoft.com/office/drawing/2014/main" xmlns="" id="{367E7089-154E-4FCA-BA03-70EFF0030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2993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71" name="Line 162">
              <a:extLst>
                <a:ext uri="{FF2B5EF4-FFF2-40B4-BE49-F238E27FC236}">
                  <a16:creationId xmlns:a16="http://schemas.microsoft.com/office/drawing/2014/main" xmlns="" id="{85924A09-4345-4172-A967-DF6A56D02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2993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72" name="Rectangle 163">
              <a:extLst>
                <a:ext uri="{FF2B5EF4-FFF2-40B4-BE49-F238E27FC236}">
                  <a16:creationId xmlns:a16="http://schemas.microsoft.com/office/drawing/2014/main" xmlns="" id="{898C2E67-1FBA-497A-A569-DCBA7CAC0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274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3" name="Rectangle 164">
              <a:extLst>
                <a:ext uri="{FF2B5EF4-FFF2-40B4-BE49-F238E27FC236}">
                  <a16:creationId xmlns:a16="http://schemas.microsoft.com/office/drawing/2014/main" xmlns="" id="{647D557D-4D93-4362-AA8F-557DD0CDA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4" name="Rectangle 165">
              <a:extLst>
                <a:ext uri="{FF2B5EF4-FFF2-40B4-BE49-F238E27FC236}">
                  <a16:creationId xmlns:a16="http://schemas.microsoft.com/office/drawing/2014/main" xmlns="" id="{6A022582-20B1-4FAB-94AC-48B99E854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5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5" name="Rectangle 166">
              <a:extLst>
                <a:ext uri="{FF2B5EF4-FFF2-40B4-BE49-F238E27FC236}">
                  <a16:creationId xmlns:a16="http://schemas.microsoft.com/office/drawing/2014/main" xmlns="" id="{825BFF36-E3F4-42BD-B771-E397EE717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6" name="Rectangle 167">
              <a:extLst>
                <a:ext uri="{FF2B5EF4-FFF2-40B4-BE49-F238E27FC236}">
                  <a16:creationId xmlns:a16="http://schemas.microsoft.com/office/drawing/2014/main" xmlns="" id="{4D89A5E1-DA87-4AC3-933F-B98D69ED0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7" name="Rectangle 168">
              <a:extLst>
                <a:ext uri="{FF2B5EF4-FFF2-40B4-BE49-F238E27FC236}">
                  <a16:creationId xmlns:a16="http://schemas.microsoft.com/office/drawing/2014/main" xmlns="" id="{CE488324-7A89-46C7-9D61-67AE76C5A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8" name="Rectangle 169">
              <a:extLst>
                <a:ext uri="{FF2B5EF4-FFF2-40B4-BE49-F238E27FC236}">
                  <a16:creationId xmlns:a16="http://schemas.microsoft.com/office/drawing/2014/main" xmlns="" id="{87243704-2863-42BD-B216-BEF0364D5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27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79" name="Rectangle 170">
              <a:extLst>
                <a:ext uri="{FF2B5EF4-FFF2-40B4-BE49-F238E27FC236}">
                  <a16:creationId xmlns:a16="http://schemas.microsoft.com/office/drawing/2014/main" xmlns="" id="{4AA231A3-636F-419C-AE20-DCC903963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0" name="Rectangle 171">
              <a:extLst>
                <a:ext uri="{FF2B5EF4-FFF2-40B4-BE49-F238E27FC236}">
                  <a16:creationId xmlns:a16="http://schemas.microsoft.com/office/drawing/2014/main" xmlns="" id="{BFE9F3E3-A937-4B80-A77D-B5F70658A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1" name="Rectangle 172">
              <a:extLst>
                <a:ext uri="{FF2B5EF4-FFF2-40B4-BE49-F238E27FC236}">
                  <a16:creationId xmlns:a16="http://schemas.microsoft.com/office/drawing/2014/main" xmlns="" id="{11AB6B82-101A-4CCC-A8ED-08EEB13F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2" name="Rectangle 173">
              <a:extLst>
                <a:ext uri="{FF2B5EF4-FFF2-40B4-BE49-F238E27FC236}">
                  <a16:creationId xmlns:a16="http://schemas.microsoft.com/office/drawing/2014/main" xmlns="" id="{0C2734A0-A84C-41D9-9206-44C95F5A0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274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3" name="Rectangle 174">
              <a:extLst>
                <a:ext uri="{FF2B5EF4-FFF2-40B4-BE49-F238E27FC236}">
                  <a16:creationId xmlns:a16="http://schemas.microsoft.com/office/drawing/2014/main" xmlns="" id="{207365C3-A655-4C60-AEC0-CE0E052C1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4" name="Rectangle 175">
              <a:extLst>
                <a:ext uri="{FF2B5EF4-FFF2-40B4-BE49-F238E27FC236}">
                  <a16:creationId xmlns:a16="http://schemas.microsoft.com/office/drawing/2014/main" xmlns="" id="{7DEF2AA6-5BA2-4682-941D-EC689D8CA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274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5" name="Rectangle 176">
              <a:extLst>
                <a:ext uri="{FF2B5EF4-FFF2-40B4-BE49-F238E27FC236}">
                  <a16:creationId xmlns:a16="http://schemas.microsoft.com/office/drawing/2014/main" xmlns="" id="{3685482B-B7E1-437F-9368-020378A69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6" name="Rectangle 177">
              <a:extLst>
                <a:ext uri="{FF2B5EF4-FFF2-40B4-BE49-F238E27FC236}">
                  <a16:creationId xmlns:a16="http://schemas.microsoft.com/office/drawing/2014/main" xmlns="" id="{9C3EDCC2-841B-4B64-867C-E87725B27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274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7" name="Rectangle 178">
              <a:extLst>
                <a:ext uri="{FF2B5EF4-FFF2-40B4-BE49-F238E27FC236}">
                  <a16:creationId xmlns:a16="http://schemas.microsoft.com/office/drawing/2014/main" xmlns="" id="{83E3F56C-8A62-44D4-8FD8-6AEF4E364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274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88" name="Rectangle 179">
              <a:extLst>
                <a:ext uri="{FF2B5EF4-FFF2-40B4-BE49-F238E27FC236}">
                  <a16:creationId xmlns:a16="http://schemas.microsoft.com/office/drawing/2014/main" xmlns="" id="{9DC68E6C-44E1-4036-9802-48A4E0F9D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265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89" name="Line 180">
              <a:extLst>
                <a:ext uri="{FF2B5EF4-FFF2-40B4-BE49-F238E27FC236}">
                  <a16:creationId xmlns:a16="http://schemas.microsoft.com/office/drawing/2014/main" xmlns="" id="{E2E61D10-D72A-4233-89AC-E51009620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26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90" name="Rectangle 181">
              <a:extLst>
                <a:ext uri="{FF2B5EF4-FFF2-40B4-BE49-F238E27FC236}">
                  <a16:creationId xmlns:a16="http://schemas.microsoft.com/office/drawing/2014/main" xmlns="" id="{A21070CF-C2FD-4B11-BBA5-049D1C231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265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891" name="Line 182">
              <a:extLst>
                <a:ext uri="{FF2B5EF4-FFF2-40B4-BE49-F238E27FC236}">
                  <a16:creationId xmlns:a16="http://schemas.microsoft.com/office/drawing/2014/main" xmlns="" id="{3CCD8F61-5CBF-477D-AB10-229CE216E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3265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892" name="Rectangle 183">
              <a:extLst>
                <a:ext uri="{FF2B5EF4-FFF2-40B4-BE49-F238E27FC236}">
                  <a16:creationId xmlns:a16="http://schemas.microsoft.com/office/drawing/2014/main" xmlns="" id="{5576B932-5250-46F6-8059-A03512090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546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3" name="Rectangle 184">
              <a:extLst>
                <a:ext uri="{FF2B5EF4-FFF2-40B4-BE49-F238E27FC236}">
                  <a16:creationId xmlns:a16="http://schemas.microsoft.com/office/drawing/2014/main" xmlns="" id="{50057C3E-960B-4AE8-BC48-63D0512B3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4" name="Rectangle 185">
              <a:extLst>
                <a:ext uri="{FF2B5EF4-FFF2-40B4-BE49-F238E27FC236}">
                  <a16:creationId xmlns:a16="http://schemas.microsoft.com/office/drawing/2014/main" xmlns="" id="{D14497C1-4342-4E5D-9FDE-D70C937E4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6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5" name="Rectangle 186">
              <a:extLst>
                <a:ext uri="{FF2B5EF4-FFF2-40B4-BE49-F238E27FC236}">
                  <a16:creationId xmlns:a16="http://schemas.microsoft.com/office/drawing/2014/main" xmlns="" id="{6D6AF8E3-0141-4BEA-A195-4DAEB8780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6" name="Rectangle 187">
              <a:extLst>
                <a:ext uri="{FF2B5EF4-FFF2-40B4-BE49-F238E27FC236}">
                  <a16:creationId xmlns:a16="http://schemas.microsoft.com/office/drawing/2014/main" xmlns="" id="{C9A6F837-A59E-4755-8004-108386772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7" name="Rectangle 188">
              <a:extLst>
                <a:ext uri="{FF2B5EF4-FFF2-40B4-BE49-F238E27FC236}">
                  <a16:creationId xmlns:a16="http://schemas.microsoft.com/office/drawing/2014/main" xmlns="" id="{DB002959-A6D8-466C-B6C2-A0C7F4229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8" name="Rectangle 189">
              <a:extLst>
                <a:ext uri="{FF2B5EF4-FFF2-40B4-BE49-F238E27FC236}">
                  <a16:creationId xmlns:a16="http://schemas.microsoft.com/office/drawing/2014/main" xmlns="" id="{ED2FE3EA-7D85-448D-BD45-E8EA35712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54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899" name="Rectangle 190">
              <a:extLst>
                <a:ext uri="{FF2B5EF4-FFF2-40B4-BE49-F238E27FC236}">
                  <a16:creationId xmlns:a16="http://schemas.microsoft.com/office/drawing/2014/main" xmlns="" id="{D75D8643-DF8D-42D8-9199-FB952F085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0" name="Rectangle 191">
              <a:extLst>
                <a:ext uri="{FF2B5EF4-FFF2-40B4-BE49-F238E27FC236}">
                  <a16:creationId xmlns:a16="http://schemas.microsoft.com/office/drawing/2014/main" xmlns="" id="{BD1AD33E-F6F4-4548-9AB8-850E65AF3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1" name="Rectangle 192">
              <a:extLst>
                <a:ext uri="{FF2B5EF4-FFF2-40B4-BE49-F238E27FC236}">
                  <a16:creationId xmlns:a16="http://schemas.microsoft.com/office/drawing/2014/main" xmlns="" id="{4BCEB3F8-B482-4EDC-AD7E-A72CCD04C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2" name="Rectangle 193">
              <a:extLst>
                <a:ext uri="{FF2B5EF4-FFF2-40B4-BE49-F238E27FC236}">
                  <a16:creationId xmlns:a16="http://schemas.microsoft.com/office/drawing/2014/main" xmlns="" id="{2FB28BEC-0E27-41E7-8FBE-BF5570D46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546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3" name="Rectangle 194">
              <a:extLst>
                <a:ext uri="{FF2B5EF4-FFF2-40B4-BE49-F238E27FC236}">
                  <a16:creationId xmlns:a16="http://schemas.microsoft.com/office/drawing/2014/main" xmlns="" id="{C4A7BF4F-A376-4FB8-AE7C-150871E01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4" name="Rectangle 195">
              <a:extLst>
                <a:ext uri="{FF2B5EF4-FFF2-40B4-BE49-F238E27FC236}">
                  <a16:creationId xmlns:a16="http://schemas.microsoft.com/office/drawing/2014/main" xmlns="" id="{49F31728-1E5A-4DDB-A135-3BAC0F1DF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546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5" name="Rectangle 196">
              <a:extLst>
                <a:ext uri="{FF2B5EF4-FFF2-40B4-BE49-F238E27FC236}">
                  <a16:creationId xmlns:a16="http://schemas.microsoft.com/office/drawing/2014/main" xmlns="" id="{EDBCC5A1-B379-4AC0-9C3D-14ACA6FE2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6" name="Rectangle 197">
              <a:extLst>
                <a:ext uri="{FF2B5EF4-FFF2-40B4-BE49-F238E27FC236}">
                  <a16:creationId xmlns:a16="http://schemas.microsoft.com/office/drawing/2014/main" xmlns="" id="{18F6899D-312D-456D-B349-840099A8A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546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7" name="Rectangle 198">
              <a:extLst>
                <a:ext uri="{FF2B5EF4-FFF2-40B4-BE49-F238E27FC236}">
                  <a16:creationId xmlns:a16="http://schemas.microsoft.com/office/drawing/2014/main" xmlns="" id="{B44DBC05-4DAD-492B-8CEA-03178D445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546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08" name="Rectangle 199">
              <a:extLst>
                <a:ext uri="{FF2B5EF4-FFF2-40B4-BE49-F238E27FC236}">
                  <a16:creationId xmlns:a16="http://schemas.microsoft.com/office/drawing/2014/main" xmlns="" id="{3B1C7BDB-84AA-47F7-B6BA-AE14F5235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537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09" name="Line 200">
              <a:extLst>
                <a:ext uri="{FF2B5EF4-FFF2-40B4-BE49-F238E27FC236}">
                  <a16:creationId xmlns:a16="http://schemas.microsoft.com/office/drawing/2014/main" xmlns="" id="{C965E971-0B0A-47AB-934A-640AFFFE9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53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10" name="Rectangle 201">
              <a:extLst>
                <a:ext uri="{FF2B5EF4-FFF2-40B4-BE49-F238E27FC236}">
                  <a16:creationId xmlns:a16="http://schemas.microsoft.com/office/drawing/2014/main" xmlns="" id="{401B37C4-7E02-4D14-9E7E-B32AB37C0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537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11" name="Line 202">
              <a:extLst>
                <a:ext uri="{FF2B5EF4-FFF2-40B4-BE49-F238E27FC236}">
                  <a16:creationId xmlns:a16="http://schemas.microsoft.com/office/drawing/2014/main" xmlns="" id="{09BA37CB-6856-4EEC-BE1A-724FEB59E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3537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12" name="Rectangle 203">
              <a:extLst>
                <a:ext uri="{FF2B5EF4-FFF2-40B4-BE49-F238E27FC236}">
                  <a16:creationId xmlns:a16="http://schemas.microsoft.com/office/drawing/2014/main" xmlns="" id="{A73BB98B-2738-4C6A-B116-C55FBF6EF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" y="3818"/>
              <a:ext cx="37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3" name="Rectangle 204">
              <a:extLst>
                <a:ext uri="{FF2B5EF4-FFF2-40B4-BE49-F238E27FC236}">
                  <a16:creationId xmlns:a16="http://schemas.microsoft.com/office/drawing/2014/main" xmlns="" id="{D6BD9316-FB3B-4506-A570-D8A0C4EA1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5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4" name="Rectangle 205">
              <a:extLst>
                <a:ext uri="{FF2B5EF4-FFF2-40B4-BE49-F238E27FC236}">
                  <a16:creationId xmlns:a16="http://schemas.microsoft.com/office/drawing/2014/main" xmlns="" id="{3EC4DD6D-4BA9-48CB-A765-05AE893A4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1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7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5" name="Rectangle 206">
              <a:extLst>
                <a:ext uri="{FF2B5EF4-FFF2-40B4-BE49-F238E27FC236}">
                  <a16:creationId xmlns:a16="http://schemas.microsoft.com/office/drawing/2014/main" xmlns="" id="{CC685F84-19D5-42B3-9454-D49BC0CDC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6" name="Rectangle 207">
              <a:extLst>
                <a:ext uri="{FF2B5EF4-FFF2-40B4-BE49-F238E27FC236}">
                  <a16:creationId xmlns:a16="http://schemas.microsoft.com/office/drawing/2014/main" xmlns="" id="{F3BCF373-6D80-4BE1-8F5E-257FFE73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7" name="Rectangle 208">
              <a:extLst>
                <a:ext uri="{FF2B5EF4-FFF2-40B4-BE49-F238E27FC236}">
                  <a16:creationId xmlns:a16="http://schemas.microsoft.com/office/drawing/2014/main" xmlns="" id="{2DA98E73-C67F-4DC2-8993-BD32C36B2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8" name="Rectangle 209">
              <a:extLst>
                <a:ext uri="{FF2B5EF4-FFF2-40B4-BE49-F238E27FC236}">
                  <a16:creationId xmlns:a16="http://schemas.microsoft.com/office/drawing/2014/main" xmlns="" id="{B20BDCEA-300C-4ECF-BA8B-12E6F7996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81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19" name="Rectangle 210">
              <a:extLst>
                <a:ext uri="{FF2B5EF4-FFF2-40B4-BE49-F238E27FC236}">
                  <a16:creationId xmlns:a16="http://schemas.microsoft.com/office/drawing/2014/main" xmlns="" id="{B4A4DC63-C471-4984-8290-82B53C33F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5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0" name="Rectangle 211">
              <a:extLst>
                <a:ext uri="{FF2B5EF4-FFF2-40B4-BE49-F238E27FC236}">
                  <a16:creationId xmlns:a16="http://schemas.microsoft.com/office/drawing/2014/main" xmlns="" id="{382576A7-6C05-447D-9266-82F5EFA2B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1" name="Rectangle 212">
              <a:extLst>
                <a:ext uri="{FF2B5EF4-FFF2-40B4-BE49-F238E27FC236}">
                  <a16:creationId xmlns:a16="http://schemas.microsoft.com/office/drawing/2014/main" xmlns="" id="{27A53D31-55AB-4A91-BEE5-982C4E2DE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2" name="Rectangle 213">
              <a:extLst>
                <a:ext uri="{FF2B5EF4-FFF2-40B4-BE49-F238E27FC236}">
                  <a16:creationId xmlns:a16="http://schemas.microsoft.com/office/drawing/2014/main" xmlns="" id="{7A634510-67B7-4528-A244-E85FC2696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1" y="3818"/>
              <a:ext cx="10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+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3" name="Rectangle 214">
              <a:extLst>
                <a:ext uri="{FF2B5EF4-FFF2-40B4-BE49-F238E27FC236}">
                  <a16:creationId xmlns:a16="http://schemas.microsoft.com/office/drawing/2014/main" xmlns="" id="{9968F940-1513-4A27-9985-FC54E39EE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0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4" name="Rectangle 215">
              <a:extLst>
                <a:ext uri="{FF2B5EF4-FFF2-40B4-BE49-F238E27FC236}">
                  <a16:creationId xmlns:a16="http://schemas.microsoft.com/office/drawing/2014/main" xmlns="" id="{619E9071-81D4-4BAC-94BD-C25D653F0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" y="3818"/>
              <a:ext cx="94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5" name="Rectangle 216">
              <a:extLst>
                <a:ext uri="{FF2B5EF4-FFF2-40B4-BE49-F238E27FC236}">
                  <a16:creationId xmlns:a16="http://schemas.microsoft.com/office/drawing/2014/main" xmlns="" id="{D0A338DB-F381-48D7-94CC-D082BDE5F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0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6" name="Rectangle 217">
              <a:extLst>
                <a:ext uri="{FF2B5EF4-FFF2-40B4-BE49-F238E27FC236}">
                  <a16:creationId xmlns:a16="http://schemas.microsoft.com/office/drawing/2014/main" xmlns="" id="{D05A888E-F014-4FC2-9AEB-7719820EF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3818"/>
              <a:ext cx="24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7" name="Rectangle 218">
              <a:extLst>
                <a:ext uri="{FF2B5EF4-FFF2-40B4-BE49-F238E27FC236}">
                  <a16:creationId xmlns:a16="http://schemas.microsoft.com/office/drawing/2014/main" xmlns="" id="{08225FA3-90A1-4972-8D42-BD1810025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3818"/>
              <a:ext cx="4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2928" name="Rectangle 219">
              <a:extLst>
                <a:ext uri="{FF2B5EF4-FFF2-40B4-BE49-F238E27FC236}">
                  <a16:creationId xmlns:a16="http://schemas.microsoft.com/office/drawing/2014/main" xmlns="" id="{1E33E3A9-291C-4069-9091-D95C2A802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809"/>
              <a:ext cx="11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29" name="Line 220">
              <a:extLst>
                <a:ext uri="{FF2B5EF4-FFF2-40B4-BE49-F238E27FC236}">
                  <a16:creationId xmlns:a16="http://schemas.microsoft.com/office/drawing/2014/main" xmlns="" id="{C8374A59-50E0-4B45-8E08-DE4D40F53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80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930" name="Rectangle 221">
              <a:extLst>
                <a:ext uri="{FF2B5EF4-FFF2-40B4-BE49-F238E27FC236}">
                  <a16:creationId xmlns:a16="http://schemas.microsoft.com/office/drawing/2014/main" xmlns="" id="{AD4FA296-9D5A-4175-8320-072FA1264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7" y="3809"/>
              <a:ext cx="12" cy="2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2931" name="Line 222">
              <a:extLst>
                <a:ext uri="{FF2B5EF4-FFF2-40B4-BE49-F238E27FC236}">
                  <a16:creationId xmlns:a16="http://schemas.microsoft.com/office/drawing/2014/main" xmlns="" id="{31436DAB-ABE1-4AD6-9540-121027C01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7" y="3809"/>
              <a:ext cx="1" cy="2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2708" name="Rectangle 223">
            <a:extLst>
              <a:ext uri="{FF2B5EF4-FFF2-40B4-BE49-F238E27FC236}">
                <a16:creationId xmlns:a16="http://schemas.microsoft.com/office/drawing/2014/main" xmlns="" id="{6B38D56F-1609-4209-85D0-0C3AEB743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492875"/>
            <a:ext cx="76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en-US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sz="2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2709" name="Rectangle 2">
            <a:extLst>
              <a:ext uri="{FF2B5EF4-FFF2-40B4-BE49-F238E27FC236}">
                <a16:creationId xmlns:a16="http://schemas.microsoft.com/office/drawing/2014/main" xmlns="" id="{570C7A66-697E-4AF6-AA9F-418E92C6C7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Minterm Function Example</a:t>
            </a:r>
          </a:p>
        </p:txBody>
      </p:sp>
      <p:sp>
        <p:nvSpPr>
          <p:cNvPr id="72710" name="Rectangle 3">
            <a:extLst>
              <a:ext uri="{FF2B5EF4-FFF2-40B4-BE49-F238E27FC236}">
                <a16:creationId xmlns:a16="http://schemas.microsoft.com/office/drawing/2014/main" xmlns="" id="{C281FCE0-0E0E-41B8-9633-082A290E0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320801"/>
            <a:ext cx="7937500" cy="5027613"/>
          </a:xfrm>
        </p:spPr>
        <p:txBody>
          <a:bodyPr/>
          <a:lstStyle/>
          <a:p>
            <a:r>
              <a:rPr lang="en-US" altLang="en-US" b="1">
                <a:cs typeface="Times New Roman" panose="02020603050405020304" pitchFamily="18" charset="0"/>
              </a:rPr>
              <a:t>Example:  Find F</a:t>
            </a:r>
            <a:r>
              <a:rPr lang="en-US" altLang="en-US" b="1" baseline="-16000">
                <a:cs typeface="Times New Roman" panose="02020603050405020304" pitchFamily="18" charset="0"/>
              </a:rPr>
              <a:t>1</a:t>
            </a:r>
            <a:r>
              <a:rPr lang="en-US" altLang="en-US" b="1">
                <a:cs typeface="Times New Roman" panose="02020603050405020304" pitchFamily="18" charset="0"/>
              </a:rPr>
              <a:t> = m</a:t>
            </a:r>
            <a:r>
              <a:rPr lang="en-US" altLang="en-US" b="1" baseline="-16000">
                <a:cs typeface="Times New Roman" panose="02020603050405020304" pitchFamily="18" charset="0"/>
              </a:rPr>
              <a:t>1</a:t>
            </a:r>
            <a:r>
              <a:rPr lang="en-US" altLang="en-US" b="1">
                <a:cs typeface="Times New Roman" panose="02020603050405020304" pitchFamily="18" charset="0"/>
              </a:rPr>
              <a:t> + m</a:t>
            </a:r>
            <a:r>
              <a:rPr lang="en-US" altLang="en-US" b="1" baseline="-16000">
                <a:cs typeface="Times New Roman" panose="02020603050405020304" pitchFamily="18" charset="0"/>
              </a:rPr>
              <a:t>4</a:t>
            </a:r>
            <a:r>
              <a:rPr lang="en-US" altLang="en-US" b="1">
                <a:cs typeface="Times New Roman" panose="02020603050405020304" pitchFamily="18" charset="0"/>
              </a:rPr>
              <a:t> + m</a:t>
            </a:r>
            <a:r>
              <a:rPr lang="en-US" altLang="en-US" b="1" baseline="-16000">
                <a:cs typeface="Times New Roman" panose="02020603050405020304" pitchFamily="18" charset="0"/>
              </a:rPr>
              <a:t>7 </a:t>
            </a:r>
          </a:p>
          <a:p>
            <a:r>
              <a:rPr lang="en-US" altLang="en-US" b="1">
                <a:cs typeface="Times New Roman" panose="02020603050405020304" pitchFamily="18" charset="0"/>
              </a:rPr>
              <a:t>F1 = x</a:t>
            </a:r>
            <a:r>
              <a:rPr lang="en-US" altLang="en-US" b="1"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en-US" b="1">
                <a:cs typeface="Times New Roman" panose="02020603050405020304" pitchFamily="18" charset="0"/>
              </a:rPr>
              <a:t>y  z + x  y </a:t>
            </a:r>
            <a:r>
              <a:rPr lang="en-US" altLang="en-US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>
                <a:cs typeface="Times New Roman" panose="02020603050405020304" pitchFamily="18" charset="0"/>
              </a:rPr>
              <a:t>z  + x  y  z</a:t>
            </a:r>
            <a:endParaRPr lang="en-US" altLang="en-US">
              <a:cs typeface="Times New Roman" panose="02020603050405020304" pitchFamily="18" charset="0"/>
            </a:endParaRPr>
          </a:p>
          <a:p>
            <a:endParaRPr lang="en-US" altLang="en-US"/>
          </a:p>
        </p:txBody>
      </p:sp>
      <p:sp>
        <p:nvSpPr>
          <p:cNvPr id="72711" name="Line 224">
            <a:extLst>
              <a:ext uri="{FF2B5EF4-FFF2-40B4-BE49-F238E27FC236}">
                <a16:creationId xmlns:a16="http://schemas.microsoft.com/office/drawing/2014/main" xmlns="" id="{16BADB14-1CAE-46C9-AB6D-E9AD90073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2" name="Line 225">
            <a:extLst>
              <a:ext uri="{FF2B5EF4-FFF2-40B4-BE49-F238E27FC236}">
                <a16:creationId xmlns:a16="http://schemas.microsoft.com/office/drawing/2014/main" xmlns="" id="{3369583E-00BD-4ED1-98DF-AEEC468F8A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16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3" name="Line 226">
            <a:extLst>
              <a:ext uri="{FF2B5EF4-FFF2-40B4-BE49-F238E27FC236}">
                <a16:creationId xmlns:a16="http://schemas.microsoft.com/office/drawing/2014/main" xmlns="" id="{92764419-A0B1-47CD-ACF0-0A9D8037B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4" name="Line 227">
            <a:extLst>
              <a:ext uri="{FF2B5EF4-FFF2-40B4-BE49-F238E27FC236}">
                <a16:creationId xmlns:a16="http://schemas.microsoft.com/office/drawing/2014/main" xmlns="" id="{B384CA9B-504F-41A1-ABD3-06770011A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070100"/>
            <a:ext cx="26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advTm="18991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>
            <a:extLst>
              <a:ext uri="{FF2B5EF4-FFF2-40B4-BE49-F238E27FC236}">
                <a16:creationId xmlns:a16="http://schemas.microsoft.com/office/drawing/2014/main" xmlns="" id="{EBA5C2C6-19FC-46F1-A855-1D4810C8B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CE8AD032-F613-456C-8E5F-E52DCB250824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xmlns="" id="{2813E112-8489-42CE-A90A-502A35957D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13" y="1143987"/>
            <a:ext cx="10466773" cy="1041400"/>
          </a:xfrm>
        </p:spPr>
        <p:txBody>
          <a:bodyPr/>
          <a:lstStyle/>
          <a:p>
            <a:r>
              <a:rPr lang="en-US" altLang="en-US" sz="3200" b="1" dirty="0"/>
              <a:t>Assignment # 2.1</a:t>
            </a:r>
            <a:br>
              <a:rPr lang="en-US" altLang="en-US" sz="3200" b="1" dirty="0"/>
            </a:br>
            <a:r>
              <a:rPr lang="en-US" altLang="en-US" sz="3200" b="1" dirty="0"/>
              <a:t>a. Find F of the following  Boolean Expression</a:t>
            </a:r>
            <a:br>
              <a:rPr lang="en-US" altLang="en-US" sz="3200" b="1" dirty="0"/>
            </a:br>
            <a:r>
              <a:rPr lang="en-US" altLang="en-US" sz="3200" b="1" dirty="0"/>
              <a:t>b. Write Truth Table</a:t>
            </a:r>
            <a:br>
              <a:rPr lang="en-US" altLang="en-US" sz="3200" b="1" dirty="0"/>
            </a:br>
            <a:r>
              <a:rPr lang="en-US" altLang="en-US" sz="3200" b="1" dirty="0"/>
              <a:t>c. Draw Logic Diagram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xmlns="" id="{89E5CF1D-D74D-4057-9AE1-FF2977DE6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09972" y="3162484"/>
            <a:ext cx="7772400" cy="4724400"/>
          </a:xfrm>
        </p:spPr>
        <p:txBody>
          <a:bodyPr/>
          <a:lstStyle/>
          <a:p>
            <a:r>
              <a:rPr lang="en-US" altLang="en-US" dirty="0"/>
              <a:t> </a:t>
            </a:r>
            <a:r>
              <a:rPr lang="en-US" altLang="en-US" b="1" dirty="0"/>
              <a:t>F(A, B, C, D, E) = m</a:t>
            </a:r>
            <a:r>
              <a:rPr lang="en-US" altLang="en-US" b="1" baseline="-25000" dirty="0"/>
              <a:t>2</a:t>
            </a:r>
            <a:r>
              <a:rPr lang="en-US" altLang="en-US" b="1" dirty="0"/>
              <a:t> + m</a:t>
            </a:r>
            <a:r>
              <a:rPr lang="en-US" altLang="en-US" b="1" baseline="-25000" dirty="0"/>
              <a:t>9</a:t>
            </a:r>
            <a:r>
              <a:rPr lang="en-US" altLang="en-US" b="1" dirty="0"/>
              <a:t> + m</a:t>
            </a:r>
            <a:r>
              <a:rPr lang="en-US" altLang="en-US" b="1" baseline="-25000" dirty="0"/>
              <a:t>17 </a:t>
            </a:r>
            <a:r>
              <a:rPr lang="en-US" altLang="en-US" b="1" dirty="0"/>
              <a:t>+ m</a:t>
            </a:r>
            <a:r>
              <a:rPr lang="en-US" altLang="en-US" b="1" baseline="-25000" dirty="0"/>
              <a:t>23</a:t>
            </a:r>
          </a:p>
          <a:p>
            <a:r>
              <a:rPr lang="en-US" altLang="en-US" b="1" dirty="0"/>
              <a:t> F(A, B, C, D, E) =</a:t>
            </a:r>
          </a:p>
        </p:txBody>
      </p:sp>
    </p:spTree>
  </p:cSld>
  <p:clrMapOvr>
    <a:masterClrMapping/>
  </p:clrMapOvr>
  <p:transition advTm="185175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3">
            <a:extLst>
              <a:ext uri="{FF2B5EF4-FFF2-40B4-BE49-F238E27FC236}">
                <a16:creationId xmlns:a16="http://schemas.microsoft.com/office/drawing/2014/main" xmlns="" id="{421FF9B4-F977-4E64-A1C1-13B7F0440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F1325EFC-0F81-4F81-BE2E-4BA1CE8B1C92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xmlns="" id="{7954A7BF-B00F-4AAC-BFCA-61FA84121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Maxterm Function Example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xmlns="" id="{769F9BB9-7BDC-4CD2-B5EE-7BC23BE4B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2789" y="1235076"/>
            <a:ext cx="8123237" cy="20097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>
                <a:cs typeface="Times New Roman" panose="02020603050405020304" pitchFamily="18" charset="0"/>
              </a:rPr>
              <a:t>Example:  Implement  F1 in maxterms: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</a:rPr>
              <a:t>    F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1</a:t>
            </a:r>
            <a:r>
              <a:rPr lang="en-US" altLang="en-US" sz="2800" b="1">
                <a:cs typeface="Times New Roman" panose="02020603050405020304" pitchFamily="18" charset="0"/>
              </a:rPr>
              <a:t> = 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0</a:t>
            </a:r>
            <a:r>
              <a:rPr lang="en-US" altLang="en-US" sz="2800" b="1">
                <a:cs typeface="Times New Roman" panose="02020603050405020304" pitchFamily="18" charset="0"/>
              </a:rPr>
              <a:t> 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2</a:t>
            </a:r>
            <a:r>
              <a:rPr lang="en-US" altLang="en-US" sz="2800" b="1">
                <a:cs typeface="Times New Roman" panose="02020603050405020304" pitchFamily="18" charset="0"/>
              </a:rPr>
              <a:t>   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3</a:t>
            </a:r>
            <a:r>
              <a:rPr lang="en-US" altLang="en-US" sz="2800" b="1">
                <a:cs typeface="Times New Roman" panose="02020603050405020304" pitchFamily="18" charset="0"/>
              </a:rPr>
              <a:t>    </a:t>
            </a: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·</a:t>
            </a:r>
            <a:r>
              <a:rPr lang="en-US" altLang="en-US" sz="2800" b="1">
                <a:cs typeface="Times New Roman" panose="02020603050405020304" pitchFamily="18" charset="0"/>
              </a:rPr>
              <a:t> 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5</a:t>
            </a:r>
            <a:r>
              <a:rPr lang="en-US" altLang="en-US" sz="2800" b="1">
                <a:cs typeface="Times New Roman" panose="02020603050405020304" pitchFamily="18" charset="0"/>
              </a:rPr>
              <a:t>    ·   M</a:t>
            </a:r>
            <a:r>
              <a:rPr lang="en-US" altLang="en-US" sz="2800" b="1" baseline="-16000">
                <a:cs typeface="Times New Roman" panose="02020603050405020304" pitchFamily="18" charset="0"/>
              </a:rPr>
              <a:t>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 </a:t>
            </a:r>
          </a:p>
        </p:txBody>
      </p:sp>
      <p:grpSp>
        <p:nvGrpSpPr>
          <p:cNvPr id="76805" name="Group 269">
            <a:extLst>
              <a:ext uri="{FF2B5EF4-FFF2-40B4-BE49-F238E27FC236}">
                <a16:creationId xmlns:a16="http://schemas.microsoft.com/office/drawing/2014/main" xmlns="" id="{61558474-07F0-4864-A8FB-5E4ADF94B1F6}"/>
              </a:ext>
            </a:extLst>
          </p:cNvPr>
          <p:cNvGrpSpPr>
            <a:grpSpLocks/>
          </p:cNvGrpSpPr>
          <p:nvPr/>
        </p:nvGrpSpPr>
        <p:grpSpPr bwMode="auto">
          <a:xfrm>
            <a:off x="2433639" y="2171700"/>
            <a:ext cx="5346699" cy="958850"/>
            <a:chOff x="573" y="1368"/>
            <a:chExt cx="3368" cy="604"/>
          </a:xfrm>
        </p:grpSpPr>
        <p:sp>
          <p:nvSpPr>
            <p:cNvPr id="77010" name="Line 209">
              <a:extLst>
                <a:ext uri="{FF2B5EF4-FFF2-40B4-BE49-F238E27FC236}">
                  <a16:creationId xmlns:a16="http://schemas.microsoft.com/office/drawing/2014/main" xmlns="" id="{6C39D7E8-D10C-4497-B8D7-3A4EA19FD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450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1" name="Line 210">
              <a:extLst>
                <a:ext uri="{FF2B5EF4-FFF2-40B4-BE49-F238E27FC236}">
                  <a16:creationId xmlns:a16="http://schemas.microsoft.com/office/drawing/2014/main" xmlns="" id="{90465927-B217-4170-AFD8-13C93F1E2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4" y="1450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2" name="Line 211">
              <a:extLst>
                <a:ext uri="{FF2B5EF4-FFF2-40B4-BE49-F238E27FC236}">
                  <a16:creationId xmlns:a16="http://schemas.microsoft.com/office/drawing/2014/main" xmlns="" id="{E26A24D8-5243-4FFB-8A10-9DB587AD8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8" y="1450"/>
              <a:ext cx="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13" name="Rectangle 212">
              <a:extLst>
                <a:ext uri="{FF2B5EF4-FFF2-40B4-BE49-F238E27FC236}">
                  <a16:creationId xmlns:a16="http://schemas.microsoft.com/office/drawing/2014/main" xmlns="" id="{E169692D-AE10-4EEA-A140-AD128B4C0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1393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4" name="Rectangle 213">
              <a:extLst>
                <a:ext uri="{FF2B5EF4-FFF2-40B4-BE49-F238E27FC236}">
                  <a16:creationId xmlns:a16="http://schemas.microsoft.com/office/drawing/2014/main" xmlns="" id="{E99F687F-B59D-4E16-898D-5E8644664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" y="1393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5" name="Rectangle 214">
              <a:extLst>
                <a:ext uri="{FF2B5EF4-FFF2-40B4-BE49-F238E27FC236}">
                  <a16:creationId xmlns:a16="http://schemas.microsoft.com/office/drawing/2014/main" xmlns="" id="{E6A60D1A-CDFA-42AC-A0F5-F671E412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6" name="Rectangle 215">
              <a:extLst>
                <a:ext uri="{FF2B5EF4-FFF2-40B4-BE49-F238E27FC236}">
                  <a16:creationId xmlns:a16="http://schemas.microsoft.com/office/drawing/2014/main" xmlns="" id="{BA226806-A522-47B6-B497-9DE084823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6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7" name="Rectangle 216">
              <a:extLst>
                <a:ext uri="{FF2B5EF4-FFF2-40B4-BE49-F238E27FC236}">
                  <a16:creationId xmlns:a16="http://schemas.microsoft.com/office/drawing/2014/main" xmlns="" id="{EDCF85DE-8953-4001-B710-5B1CE5DA9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39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8" name="Rectangle 217">
              <a:extLst>
                <a:ext uri="{FF2B5EF4-FFF2-40B4-BE49-F238E27FC236}">
                  <a16:creationId xmlns:a16="http://schemas.microsoft.com/office/drawing/2014/main" xmlns="" id="{5D7910F0-8896-4975-85FE-A291F0463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19" name="Rectangle 218">
              <a:extLst>
                <a:ext uri="{FF2B5EF4-FFF2-40B4-BE49-F238E27FC236}">
                  <a16:creationId xmlns:a16="http://schemas.microsoft.com/office/drawing/2014/main" xmlns="" id="{08D8443E-8903-4472-9A7C-B983538DC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2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0" name="Rectangle 219">
              <a:extLst>
                <a:ext uri="{FF2B5EF4-FFF2-40B4-BE49-F238E27FC236}">
                  <a16:creationId xmlns:a16="http://schemas.microsoft.com/office/drawing/2014/main" xmlns="" id="{6CC80B13-5A84-4777-A82C-80C0AC9A2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" y="1393"/>
              <a:ext cx="44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z)·(x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1" name="Rectangle 220">
              <a:extLst>
                <a:ext uri="{FF2B5EF4-FFF2-40B4-BE49-F238E27FC236}">
                  <a16:creationId xmlns:a16="http://schemas.microsoft.com/office/drawing/2014/main" xmlns="" id="{8630600F-92EC-47C0-88E6-D28759074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4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2" name="Rectangle 221">
              <a:extLst>
                <a:ext uri="{FF2B5EF4-FFF2-40B4-BE49-F238E27FC236}">
                  <a16:creationId xmlns:a16="http://schemas.microsoft.com/office/drawing/2014/main" xmlns="" id="{A87D0BDA-BA42-434D-B3A4-D0E0D74C4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3" name="Rectangle 222">
              <a:extLst>
                <a:ext uri="{FF2B5EF4-FFF2-40B4-BE49-F238E27FC236}">
                  <a16:creationId xmlns:a16="http://schemas.microsoft.com/office/drawing/2014/main" xmlns="" id="{66F7DA04-FDFC-4E0E-B263-CB2D39CE5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6" y="139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4" name="Rectangle 223">
              <a:extLst>
                <a:ext uri="{FF2B5EF4-FFF2-40B4-BE49-F238E27FC236}">
                  <a16:creationId xmlns:a16="http://schemas.microsoft.com/office/drawing/2014/main" xmlns="" id="{981D0E1A-0D28-450C-9E97-14677E823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5" name="Rectangle 224">
              <a:extLst>
                <a:ext uri="{FF2B5EF4-FFF2-40B4-BE49-F238E27FC236}">
                  <a16:creationId xmlns:a16="http://schemas.microsoft.com/office/drawing/2014/main" xmlns="" id="{7E93C592-E0D3-458D-B57E-44B35A54D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4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6" name="Rectangle 225">
              <a:extLst>
                <a:ext uri="{FF2B5EF4-FFF2-40B4-BE49-F238E27FC236}">
                  <a16:creationId xmlns:a16="http://schemas.microsoft.com/office/drawing/2014/main" xmlns="" id="{70988886-0ED8-41A7-81F9-29C20E9A6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3" y="1393"/>
              <a:ext cx="26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·(x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7" name="Rectangle 226">
              <a:extLst>
                <a:ext uri="{FF2B5EF4-FFF2-40B4-BE49-F238E27FC236}">
                  <a16:creationId xmlns:a16="http://schemas.microsoft.com/office/drawing/2014/main" xmlns="" id="{00456B39-DB1B-4806-A2D1-7F76D9503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6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8" name="Rectangle 227">
              <a:extLst>
                <a:ext uri="{FF2B5EF4-FFF2-40B4-BE49-F238E27FC236}">
                  <a16:creationId xmlns:a16="http://schemas.microsoft.com/office/drawing/2014/main" xmlns="" id="{825182B7-76D1-4823-BD06-86D863A19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" y="1393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29" name="Rectangle 228">
              <a:extLst>
                <a:ext uri="{FF2B5EF4-FFF2-40B4-BE49-F238E27FC236}">
                  <a16:creationId xmlns:a16="http://schemas.microsoft.com/office/drawing/2014/main" xmlns="" id="{4A0AABEE-5D3D-4F77-BA76-F5E75D2F5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0" name="Rectangle 229">
              <a:extLst>
                <a:ext uri="{FF2B5EF4-FFF2-40B4-BE49-F238E27FC236}">
                  <a16:creationId xmlns:a16="http://schemas.microsoft.com/office/drawing/2014/main" xmlns="" id="{C5578C6F-AB13-4CAB-BA53-E1A9D40C1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1" name="Rectangle 230">
              <a:extLst>
                <a:ext uri="{FF2B5EF4-FFF2-40B4-BE49-F238E27FC236}">
                  <a16:creationId xmlns:a16="http://schemas.microsoft.com/office/drawing/2014/main" xmlns="" id="{A3BDB3CE-81DA-40FD-9B98-B4CF42DC1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1393"/>
              <a:ext cx="1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2" name="Rectangle 231">
              <a:extLst>
                <a:ext uri="{FF2B5EF4-FFF2-40B4-BE49-F238E27FC236}">
                  <a16:creationId xmlns:a16="http://schemas.microsoft.com/office/drawing/2014/main" xmlns="" id="{CFE5DAFC-9DA8-452C-9A6A-3E7E2F4ED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3" name="Rectangle 232">
              <a:extLst>
                <a:ext uri="{FF2B5EF4-FFF2-40B4-BE49-F238E27FC236}">
                  <a16:creationId xmlns:a16="http://schemas.microsoft.com/office/drawing/2014/main" xmlns="" id="{C31FD38D-9B42-4029-A3DE-13E0AF53A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1393"/>
              <a:ext cx="18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(x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4" name="Rectangle 233">
              <a:extLst>
                <a:ext uri="{FF2B5EF4-FFF2-40B4-BE49-F238E27FC236}">
                  <a16:creationId xmlns:a16="http://schemas.microsoft.com/office/drawing/2014/main" xmlns="" id="{60899C2F-68F8-44DC-9840-A3D425F46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5" name="Rectangle 234">
              <a:extLst>
                <a:ext uri="{FF2B5EF4-FFF2-40B4-BE49-F238E27FC236}">
                  <a16:creationId xmlns:a16="http://schemas.microsoft.com/office/drawing/2014/main" xmlns="" id="{6BBFBD29-A0A1-44EC-8A54-47DEA0953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" y="1393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6" name="Rectangle 235">
              <a:extLst>
                <a:ext uri="{FF2B5EF4-FFF2-40B4-BE49-F238E27FC236}">
                  <a16:creationId xmlns:a16="http://schemas.microsoft.com/office/drawing/2014/main" xmlns="" id="{03141179-59A8-4B98-8C4F-A378853B4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" y="139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7" name="Rectangle 236">
              <a:extLst>
                <a:ext uri="{FF2B5EF4-FFF2-40B4-BE49-F238E27FC236}">
                  <a16:creationId xmlns:a16="http://schemas.microsoft.com/office/drawing/2014/main" xmlns="" id="{5ED88E1F-153C-448E-9362-28AB5F78F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479"/>
              <a:ext cx="6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8" name="Rectangle 237">
              <a:extLst>
                <a:ext uri="{FF2B5EF4-FFF2-40B4-BE49-F238E27FC236}">
                  <a16:creationId xmlns:a16="http://schemas.microsoft.com/office/drawing/2014/main" xmlns="" id="{1B46D0B8-8F99-4E7E-9C89-A0BAC8AF5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39" name="Rectangle 238">
              <a:extLst>
                <a:ext uri="{FF2B5EF4-FFF2-40B4-BE49-F238E27FC236}">
                  <a16:creationId xmlns:a16="http://schemas.microsoft.com/office/drawing/2014/main" xmlns="" id="{FB79E4BA-6227-4203-B497-49E84625A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0" name="Rectangle 239">
              <a:extLst>
                <a:ext uri="{FF2B5EF4-FFF2-40B4-BE49-F238E27FC236}">
                  <a16:creationId xmlns:a16="http://schemas.microsoft.com/office/drawing/2014/main" xmlns="" id="{D138E0A1-58DB-4536-A800-B7834EEB2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1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1" name="Rectangle 240">
              <a:extLst>
                <a:ext uri="{FF2B5EF4-FFF2-40B4-BE49-F238E27FC236}">
                  <a16:creationId xmlns:a16="http://schemas.microsoft.com/office/drawing/2014/main" xmlns="" id="{AF97222E-1D88-4BEE-B5B3-16D1E6F4A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2" name="Rectangle 241">
              <a:extLst>
                <a:ext uri="{FF2B5EF4-FFF2-40B4-BE49-F238E27FC236}">
                  <a16:creationId xmlns:a16="http://schemas.microsoft.com/office/drawing/2014/main" xmlns="" id="{2C694C0C-117C-4ABB-A068-849001A9F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3" name="Rectangle 242">
              <a:extLst>
                <a:ext uri="{FF2B5EF4-FFF2-40B4-BE49-F238E27FC236}">
                  <a16:creationId xmlns:a16="http://schemas.microsoft.com/office/drawing/2014/main" xmlns="" id="{8FCC022A-CF1E-4D31-B704-9BDFF29BB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0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4" name="Rectangle 243">
              <a:extLst>
                <a:ext uri="{FF2B5EF4-FFF2-40B4-BE49-F238E27FC236}">
                  <a16:creationId xmlns:a16="http://schemas.microsoft.com/office/drawing/2014/main" xmlns="" id="{CB07740E-04A1-466D-B135-D5BA9558B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" y="1368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45" name="Line 244">
              <a:extLst>
                <a:ext uri="{FF2B5EF4-FFF2-40B4-BE49-F238E27FC236}">
                  <a16:creationId xmlns:a16="http://schemas.microsoft.com/office/drawing/2014/main" xmlns="" id="{20BC722A-70C6-4FA9-AE4B-0FDD0EAEF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1" y="1758"/>
              <a:ext cx="104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6" name="Line 245">
              <a:extLst>
                <a:ext uri="{FF2B5EF4-FFF2-40B4-BE49-F238E27FC236}">
                  <a16:creationId xmlns:a16="http://schemas.microsoft.com/office/drawing/2014/main" xmlns="" id="{F1C0C9CD-12BB-47B2-B8E0-A6F33EAC6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1" y="1758"/>
              <a:ext cx="9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7" name="Line 246">
              <a:extLst>
                <a:ext uri="{FF2B5EF4-FFF2-40B4-BE49-F238E27FC236}">
                  <a16:creationId xmlns:a16="http://schemas.microsoft.com/office/drawing/2014/main" xmlns="" id="{A3057F6E-F5F2-4CDC-A171-C3F505721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1" y="1758"/>
              <a:ext cx="1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8" name="Line 247">
              <a:extLst>
                <a:ext uri="{FF2B5EF4-FFF2-40B4-BE49-F238E27FC236}">
                  <a16:creationId xmlns:a16="http://schemas.microsoft.com/office/drawing/2014/main" xmlns="" id="{20A2AA46-AB21-4C41-857A-55F3C8732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1758"/>
              <a:ext cx="11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049" name="Rectangle 248">
              <a:extLst>
                <a:ext uri="{FF2B5EF4-FFF2-40B4-BE49-F238E27FC236}">
                  <a16:creationId xmlns:a16="http://schemas.microsoft.com/office/drawing/2014/main" xmlns="" id="{7E22B015-BFBC-4F6C-A768-C825C18A6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8" y="1701"/>
              <a:ext cx="1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z)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0" name="Rectangle 249">
              <a:extLst>
                <a:ext uri="{FF2B5EF4-FFF2-40B4-BE49-F238E27FC236}">
                  <a16:creationId xmlns:a16="http://schemas.microsoft.com/office/drawing/2014/main" xmlns="" id="{B15AD2C8-0A7B-4E2C-AF15-F00E70094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5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1" name="Rectangle 250">
              <a:extLst>
                <a:ext uri="{FF2B5EF4-FFF2-40B4-BE49-F238E27FC236}">
                  <a16:creationId xmlns:a16="http://schemas.microsoft.com/office/drawing/2014/main" xmlns="" id="{4FE2E861-6D63-4883-A39E-B6B745C4F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8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2" name="Rectangle 251">
              <a:extLst>
                <a:ext uri="{FF2B5EF4-FFF2-40B4-BE49-F238E27FC236}">
                  <a16:creationId xmlns:a16="http://schemas.microsoft.com/office/drawing/2014/main" xmlns="" id="{12546A7B-501A-4D4B-891E-4B96EB431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1701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3" name="Rectangle 252">
              <a:extLst>
                <a:ext uri="{FF2B5EF4-FFF2-40B4-BE49-F238E27FC236}">
                  <a16:creationId xmlns:a16="http://schemas.microsoft.com/office/drawing/2014/main" xmlns="" id="{22326671-E6B2-4BA2-A560-9710BAC3A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0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4" name="Rectangle 253">
              <a:extLst>
                <a:ext uri="{FF2B5EF4-FFF2-40B4-BE49-F238E27FC236}">
                  <a16:creationId xmlns:a16="http://schemas.microsoft.com/office/drawing/2014/main" xmlns="" id="{642F7F93-AAFA-4F74-8114-3A3E89412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5" name="Rectangle 254">
              <a:extLst>
                <a:ext uri="{FF2B5EF4-FFF2-40B4-BE49-F238E27FC236}">
                  <a16:creationId xmlns:a16="http://schemas.microsoft.com/office/drawing/2014/main" xmlns="" id="{8A96EA99-4FA9-41F5-8103-E07D7E984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" y="1701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6" name="Rectangle 255">
              <a:extLst>
                <a:ext uri="{FF2B5EF4-FFF2-40B4-BE49-F238E27FC236}">
                  <a16:creationId xmlns:a16="http://schemas.microsoft.com/office/drawing/2014/main" xmlns="" id="{49736EEC-5210-4026-9C46-F8484AA74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9" y="1701"/>
              <a:ext cx="2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)·(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7" name="Rectangle 256">
              <a:extLst>
                <a:ext uri="{FF2B5EF4-FFF2-40B4-BE49-F238E27FC236}">
                  <a16:creationId xmlns:a16="http://schemas.microsoft.com/office/drawing/2014/main" xmlns="" id="{E99A5ED1-1B33-429F-81F0-3DEC34504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" y="1701"/>
              <a:ext cx="10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z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8" name="Rectangle 257">
              <a:extLst>
                <a:ext uri="{FF2B5EF4-FFF2-40B4-BE49-F238E27FC236}">
                  <a16:creationId xmlns:a16="http://schemas.microsoft.com/office/drawing/2014/main" xmlns="" id="{7320BF51-41B2-43B0-BFA3-EAA4D89BF1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5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59" name="Rectangle 258">
              <a:extLst>
                <a:ext uri="{FF2B5EF4-FFF2-40B4-BE49-F238E27FC236}">
                  <a16:creationId xmlns:a16="http://schemas.microsoft.com/office/drawing/2014/main" xmlns="" id="{65C20E51-9E42-483C-BD57-ABBE2967F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0" name="Rectangle 259">
              <a:extLst>
                <a:ext uri="{FF2B5EF4-FFF2-40B4-BE49-F238E27FC236}">
                  <a16:creationId xmlns:a16="http://schemas.microsoft.com/office/drawing/2014/main" xmlns="" id="{D5F857D1-F69C-47D2-AA70-D5640E287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" y="1701"/>
              <a:ext cx="1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y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1" name="Rectangle 260">
              <a:extLst>
                <a:ext uri="{FF2B5EF4-FFF2-40B4-BE49-F238E27FC236}">
                  <a16:creationId xmlns:a16="http://schemas.microsoft.com/office/drawing/2014/main" xmlns="" id="{368F3F88-5358-4367-8138-5824EEC9F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5" y="1701"/>
              <a:ext cx="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2" name="Rectangle 261">
              <a:extLst>
                <a:ext uri="{FF2B5EF4-FFF2-40B4-BE49-F238E27FC236}">
                  <a16:creationId xmlns:a16="http://schemas.microsoft.com/office/drawing/2014/main" xmlns="" id="{A1ECD6DF-5EB8-4037-A512-FAC2B0484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" y="1701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x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3" name="Rectangle 262">
              <a:extLst>
                <a:ext uri="{FF2B5EF4-FFF2-40B4-BE49-F238E27FC236}">
                  <a16:creationId xmlns:a16="http://schemas.microsoft.com/office/drawing/2014/main" xmlns="" id="{ACCDD911-6A07-4442-B28D-32F460B7C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701"/>
              <a:ext cx="15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·(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4" name="Rectangle 263">
              <a:extLst>
                <a:ext uri="{FF2B5EF4-FFF2-40B4-BE49-F238E27FC236}">
                  <a16:creationId xmlns:a16="http://schemas.microsoft.com/office/drawing/2014/main" xmlns="" id="{F60C50ED-F9F7-4CCE-BBD6-3AB501A06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5" name="Rectangle 264">
              <a:extLst>
                <a:ext uri="{FF2B5EF4-FFF2-40B4-BE49-F238E27FC236}">
                  <a16:creationId xmlns:a16="http://schemas.microsoft.com/office/drawing/2014/main" xmlns="" id="{4ADA05EC-BEB4-412C-9972-D361A8E33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7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6" name="Rectangle 265">
              <a:extLst>
                <a:ext uri="{FF2B5EF4-FFF2-40B4-BE49-F238E27FC236}">
                  <a16:creationId xmlns:a16="http://schemas.microsoft.com/office/drawing/2014/main" xmlns="" id="{B78EBB74-D856-4231-B8CF-433E870C6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2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7067" name="Rectangle 266">
              <a:extLst>
                <a:ext uri="{FF2B5EF4-FFF2-40B4-BE49-F238E27FC236}">
                  <a16:creationId xmlns:a16="http://schemas.microsoft.com/office/drawing/2014/main" xmlns="" id="{90ECF213-D2A0-43E3-9598-DDF424982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8" y="1676"/>
              <a:ext cx="12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76806" name="Rectangle 180">
            <a:extLst>
              <a:ext uri="{FF2B5EF4-FFF2-40B4-BE49-F238E27FC236}">
                <a16:creationId xmlns:a16="http://schemas.microsoft.com/office/drawing/2014/main" xmlns="" id="{2BB4CD65-343A-46AD-B462-D0771BC58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6492875"/>
            <a:ext cx="76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  <a:buClr>
                <a:srgbClr val="3333CC"/>
              </a:buClr>
            </a:pPr>
            <a:r>
              <a:rPr lang="en-US" altLang="en-US" sz="2400" b="1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en-US" sz="2800" b="1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284939" name="Group 267">
            <a:extLst>
              <a:ext uri="{FF2B5EF4-FFF2-40B4-BE49-F238E27FC236}">
                <a16:creationId xmlns:a16="http://schemas.microsoft.com/office/drawing/2014/main" xmlns="" id="{2CE3D577-1BC8-48C6-9FAD-CC191FD30C46}"/>
              </a:ext>
            </a:extLst>
          </p:cNvPr>
          <p:cNvGrpSpPr>
            <a:grpSpLocks/>
          </p:cNvGrpSpPr>
          <p:nvPr/>
        </p:nvGrpSpPr>
        <p:grpSpPr bwMode="auto">
          <a:xfrm>
            <a:off x="4433889" y="3068639"/>
            <a:ext cx="5318125" cy="3414713"/>
            <a:chOff x="1144" y="1942"/>
            <a:chExt cx="3350" cy="2151"/>
          </a:xfrm>
        </p:grpSpPr>
        <p:sp>
          <p:nvSpPr>
            <p:cNvPr id="76808" name="Rectangle 6">
              <a:extLst>
                <a:ext uri="{FF2B5EF4-FFF2-40B4-BE49-F238E27FC236}">
                  <a16:creationId xmlns:a16="http://schemas.microsoft.com/office/drawing/2014/main" xmlns="" id="{C66BA908-E936-4F1B-8E04-69F0D780C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9" y="218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09" name="Rectangle 7">
              <a:extLst>
                <a:ext uri="{FF2B5EF4-FFF2-40B4-BE49-F238E27FC236}">
                  <a16:creationId xmlns:a16="http://schemas.microsoft.com/office/drawing/2014/main" xmlns="" id="{30F21FCF-EB3C-4906-AD73-84FA3F10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206"/>
              <a:ext cx="14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0" name="Rectangle 8">
              <a:extLst>
                <a:ext uri="{FF2B5EF4-FFF2-40B4-BE49-F238E27FC236}">
                  <a16:creationId xmlns:a16="http://schemas.microsoft.com/office/drawing/2014/main" xmlns="" id="{5072D00D-131D-4D8F-8DE5-BEC54D33F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1" y="1951"/>
              <a:ext cx="37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x y z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1" name="Rectangle 9">
              <a:extLst>
                <a:ext uri="{FF2B5EF4-FFF2-40B4-BE49-F238E27FC236}">
                  <a16:creationId xmlns:a16="http://schemas.microsoft.com/office/drawing/2014/main" xmlns="" id="{AB133564-B0F8-4106-8DA8-0622C46E5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" y="195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2" name="Rectangle 10">
              <a:extLst>
                <a:ext uri="{FF2B5EF4-FFF2-40B4-BE49-F238E27FC236}">
                  <a16:creationId xmlns:a16="http://schemas.microsoft.com/office/drawing/2014/main" xmlns="" id="{A90F37FE-2F91-40AB-AC07-139F1ED5B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" y="1951"/>
              <a:ext cx="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i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3" name="Rectangle 11">
              <a:extLst>
                <a:ext uri="{FF2B5EF4-FFF2-40B4-BE49-F238E27FC236}">
                  <a16:creationId xmlns:a16="http://schemas.microsoft.com/office/drawing/2014/main" xmlns="" id="{8E2FE321-1F9B-43D1-BFA8-B7BC8479F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195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4" name="Rectangle 12">
              <a:extLst>
                <a:ext uri="{FF2B5EF4-FFF2-40B4-BE49-F238E27FC236}">
                  <a16:creationId xmlns:a16="http://schemas.microsoft.com/office/drawing/2014/main" xmlns="" id="{35144DA7-6960-4690-9802-5F762A554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76815" name="Rectangle 13">
              <a:extLst>
                <a:ext uri="{FF2B5EF4-FFF2-40B4-BE49-F238E27FC236}">
                  <a16:creationId xmlns:a16="http://schemas.microsoft.com/office/drawing/2014/main" xmlns="" id="{A2E91BA0-DDE3-4BB2-AFF0-0D87AF2B1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1942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6" name="Rectangle 14">
              <a:extLst>
                <a:ext uri="{FF2B5EF4-FFF2-40B4-BE49-F238E27FC236}">
                  <a16:creationId xmlns:a16="http://schemas.microsoft.com/office/drawing/2014/main" xmlns="" id="{11A557C4-60AC-45E6-A3FA-667AC7B23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6817" name="Rectangle 15">
              <a:extLst>
                <a:ext uri="{FF2B5EF4-FFF2-40B4-BE49-F238E27FC236}">
                  <a16:creationId xmlns:a16="http://schemas.microsoft.com/office/drawing/2014/main" xmlns="" id="{A16767F3-10E9-4885-9FAC-0252661E5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8" y="1942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18" name="Rectangle 16">
              <a:extLst>
                <a:ext uri="{FF2B5EF4-FFF2-40B4-BE49-F238E27FC236}">
                  <a16:creationId xmlns:a16="http://schemas.microsoft.com/office/drawing/2014/main" xmlns="" id="{6F1EF2F5-41C8-4F5C-A0F1-DF88257B1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6819" name="Rectangle 17">
              <a:extLst>
                <a:ext uri="{FF2B5EF4-FFF2-40B4-BE49-F238E27FC236}">
                  <a16:creationId xmlns:a16="http://schemas.microsoft.com/office/drawing/2014/main" xmlns="" id="{858A3A9A-A38F-4C4A-A046-EE9107A8D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" y="1942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0" name="Rectangle 18">
              <a:extLst>
                <a:ext uri="{FF2B5EF4-FFF2-40B4-BE49-F238E27FC236}">
                  <a16:creationId xmlns:a16="http://schemas.microsoft.com/office/drawing/2014/main" xmlns="" id="{AA4293F1-A98E-4904-B4AD-D3FBEF221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1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6821" name="Rectangle 19">
              <a:extLst>
                <a:ext uri="{FF2B5EF4-FFF2-40B4-BE49-F238E27FC236}">
                  <a16:creationId xmlns:a16="http://schemas.microsoft.com/office/drawing/2014/main" xmlns="" id="{6A7349C3-72E0-4F63-AE6A-69514E3D4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1942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latin typeface="Symbol" panose="05050102010706020507" pitchFamily="18" charset="2"/>
                  <a:cs typeface="Times New Roman" panose="02020603050405020304" pitchFamily="18" charset="0"/>
                  <a:sym typeface="Symbol" panose="05050102010706020507" pitchFamily="18" charset="2"/>
                </a:rPr>
                <a:t>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2" name="Rectangle 20">
              <a:extLst>
                <a:ext uri="{FF2B5EF4-FFF2-40B4-BE49-F238E27FC236}">
                  <a16:creationId xmlns:a16="http://schemas.microsoft.com/office/drawing/2014/main" xmlns="" id="{359BEB8A-8EBB-4D03-9518-8ACAA5226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" y="1958"/>
              <a:ext cx="24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M</a:t>
              </a:r>
              <a:r>
                <a:rPr lang="en-US" altLang="en-US" sz="2400" b="1" baseline="-16000">
                  <a:solidFill>
                    <a:srgbClr val="000000"/>
                  </a:solidFill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6823" name="Rectangle 21">
              <a:extLst>
                <a:ext uri="{FF2B5EF4-FFF2-40B4-BE49-F238E27FC236}">
                  <a16:creationId xmlns:a16="http://schemas.microsoft.com/office/drawing/2014/main" xmlns="" id="{AF3F0416-E713-43D8-B6A3-9FE259A89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2" y="1951"/>
              <a:ext cx="37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F1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4" name="Rectangle 22">
              <a:extLst>
                <a:ext uri="{FF2B5EF4-FFF2-40B4-BE49-F238E27FC236}">
                  <a16:creationId xmlns:a16="http://schemas.microsoft.com/office/drawing/2014/main" xmlns="" id="{D3CA4773-E82A-458E-B4AC-53F79CB8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195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25" name="Rectangle 23">
              <a:extLst>
                <a:ext uri="{FF2B5EF4-FFF2-40B4-BE49-F238E27FC236}">
                  <a16:creationId xmlns:a16="http://schemas.microsoft.com/office/drawing/2014/main" xmlns="" id="{3EF9F26F-C959-4B3A-BA13-28F5FE403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1942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26" name="Line 24">
              <a:extLst>
                <a:ext uri="{FF2B5EF4-FFF2-40B4-BE49-F238E27FC236}">
                  <a16:creationId xmlns:a16="http://schemas.microsoft.com/office/drawing/2014/main" xmlns="" id="{5670A39F-E236-4BA8-882E-3494164B1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1942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7" name="Rectangle 25">
              <a:extLst>
                <a:ext uri="{FF2B5EF4-FFF2-40B4-BE49-F238E27FC236}">
                  <a16:creationId xmlns:a16="http://schemas.microsoft.com/office/drawing/2014/main" xmlns="" id="{D4B216F6-581D-41E6-967F-3DEF60D7F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1942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28" name="Line 26">
              <a:extLst>
                <a:ext uri="{FF2B5EF4-FFF2-40B4-BE49-F238E27FC236}">
                  <a16:creationId xmlns:a16="http://schemas.microsoft.com/office/drawing/2014/main" xmlns="" id="{92B130EC-A630-4A20-ACAE-B0422BF4B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1942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29" name="Rectangle 27">
              <a:extLst>
                <a:ext uri="{FF2B5EF4-FFF2-40B4-BE49-F238E27FC236}">
                  <a16:creationId xmlns:a16="http://schemas.microsoft.com/office/drawing/2014/main" xmlns="" id="{BA1A501B-8A9A-4B2E-AC59-2EB23E61D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199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0" name="Rectangle 28">
              <a:extLst>
                <a:ext uri="{FF2B5EF4-FFF2-40B4-BE49-F238E27FC236}">
                  <a16:creationId xmlns:a16="http://schemas.microsoft.com/office/drawing/2014/main" xmlns="" id="{BC7493BE-8146-4BC7-A4CB-5B8DD9871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19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1" name="Rectangle 29">
              <a:extLst>
                <a:ext uri="{FF2B5EF4-FFF2-40B4-BE49-F238E27FC236}">
                  <a16:creationId xmlns:a16="http://schemas.microsoft.com/office/drawing/2014/main" xmlns="" id="{C2850CF3-0F0A-4554-87F0-68C25232B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19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2" name="Rectangle 30">
              <a:extLst>
                <a:ext uri="{FF2B5EF4-FFF2-40B4-BE49-F238E27FC236}">
                  <a16:creationId xmlns:a16="http://schemas.microsoft.com/office/drawing/2014/main" xmlns="" id="{99ADA98D-40D4-4AA5-ACDA-C527D15CE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19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3" name="Rectangle 31">
              <a:extLst>
                <a:ext uri="{FF2B5EF4-FFF2-40B4-BE49-F238E27FC236}">
                  <a16:creationId xmlns:a16="http://schemas.microsoft.com/office/drawing/2014/main" xmlns="" id="{475C37D6-B753-4584-964E-EB710FA55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20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4" name="Rectangle 32">
              <a:extLst>
                <a:ext uri="{FF2B5EF4-FFF2-40B4-BE49-F238E27FC236}">
                  <a16:creationId xmlns:a16="http://schemas.microsoft.com/office/drawing/2014/main" xmlns="" id="{D5774AE8-58C1-4498-B9C9-B3835832C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20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5" name="Rectangle 33">
              <a:extLst>
                <a:ext uri="{FF2B5EF4-FFF2-40B4-BE49-F238E27FC236}">
                  <a16:creationId xmlns:a16="http://schemas.microsoft.com/office/drawing/2014/main" xmlns="" id="{5CBD8705-AA6A-4A48-B331-8BDDBFF28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20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6" name="Rectangle 34">
              <a:extLst>
                <a:ext uri="{FF2B5EF4-FFF2-40B4-BE49-F238E27FC236}">
                  <a16:creationId xmlns:a16="http://schemas.microsoft.com/office/drawing/2014/main" xmlns="" id="{BE4415D3-80F9-4E6A-B990-853192D05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20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7" name="Rectangle 35">
              <a:extLst>
                <a:ext uri="{FF2B5EF4-FFF2-40B4-BE49-F238E27FC236}">
                  <a16:creationId xmlns:a16="http://schemas.microsoft.com/office/drawing/2014/main" xmlns="" id="{398DB9D5-05A5-44DD-AA63-8B0058B62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20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8" name="Rectangle 36">
              <a:extLst>
                <a:ext uri="{FF2B5EF4-FFF2-40B4-BE49-F238E27FC236}">
                  <a16:creationId xmlns:a16="http://schemas.microsoft.com/office/drawing/2014/main" xmlns="" id="{DE0776C2-B151-4FB6-A895-FDD5B6DA5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199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39" name="Rectangle 37">
              <a:extLst>
                <a:ext uri="{FF2B5EF4-FFF2-40B4-BE49-F238E27FC236}">
                  <a16:creationId xmlns:a16="http://schemas.microsoft.com/office/drawing/2014/main" xmlns="" id="{15F346D7-84B5-4064-95BF-79B733D6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19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40" name="Rectangle 38">
              <a:extLst>
                <a:ext uri="{FF2B5EF4-FFF2-40B4-BE49-F238E27FC236}">
                  <a16:creationId xmlns:a16="http://schemas.microsoft.com/office/drawing/2014/main" xmlns="" id="{18B6F0C0-B1AC-4BA8-B7D9-797C2451A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180"/>
              <a:ext cx="566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1" name="Line 39">
              <a:extLst>
                <a:ext uri="{FF2B5EF4-FFF2-40B4-BE49-F238E27FC236}">
                  <a16:creationId xmlns:a16="http://schemas.microsoft.com/office/drawing/2014/main" xmlns="" id="{5EDAF407-C636-488D-8366-160313842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2180"/>
              <a:ext cx="56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2" name="Rectangle 40">
              <a:extLst>
                <a:ext uri="{FF2B5EF4-FFF2-40B4-BE49-F238E27FC236}">
                  <a16:creationId xmlns:a16="http://schemas.microsoft.com/office/drawing/2014/main" xmlns="" id="{A3FD5CFC-EAED-43B4-9E0C-39FA70DD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180"/>
              <a:ext cx="11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3" name="Line 41">
              <a:extLst>
                <a:ext uri="{FF2B5EF4-FFF2-40B4-BE49-F238E27FC236}">
                  <a16:creationId xmlns:a16="http://schemas.microsoft.com/office/drawing/2014/main" xmlns="" id="{AD9AA610-CB2C-4179-831D-1419B269A9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180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4" name="Line 42">
              <a:extLst>
                <a:ext uri="{FF2B5EF4-FFF2-40B4-BE49-F238E27FC236}">
                  <a16:creationId xmlns:a16="http://schemas.microsoft.com/office/drawing/2014/main" xmlns="" id="{19D95DA0-7263-4809-82A4-90CFA9960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180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5" name="Rectangle 43">
              <a:extLst>
                <a:ext uri="{FF2B5EF4-FFF2-40B4-BE49-F238E27FC236}">
                  <a16:creationId xmlns:a16="http://schemas.microsoft.com/office/drawing/2014/main" xmlns="" id="{8CE3A2A5-5DD5-48E7-813D-CE5B3A39B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1" y="2180"/>
              <a:ext cx="389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6" name="Line 44">
              <a:extLst>
                <a:ext uri="{FF2B5EF4-FFF2-40B4-BE49-F238E27FC236}">
                  <a16:creationId xmlns:a16="http://schemas.microsoft.com/office/drawing/2014/main" xmlns="" id="{43BF541E-1912-418E-A978-BE0EB3AAC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1" y="2180"/>
              <a:ext cx="38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7" name="Rectangle 45">
              <a:extLst>
                <a:ext uri="{FF2B5EF4-FFF2-40B4-BE49-F238E27FC236}">
                  <a16:creationId xmlns:a16="http://schemas.microsoft.com/office/drawing/2014/main" xmlns="" id="{2176FDC3-64CC-4596-8840-A000340E0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180"/>
              <a:ext cx="11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48" name="Line 46">
              <a:extLst>
                <a:ext uri="{FF2B5EF4-FFF2-40B4-BE49-F238E27FC236}">
                  <a16:creationId xmlns:a16="http://schemas.microsoft.com/office/drawing/2014/main" xmlns="" id="{B27174B6-8FBE-4A40-9081-5CFDB05215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80"/>
              <a:ext cx="1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49" name="Line 47">
              <a:extLst>
                <a:ext uri="{FF2B5EF4-FFF2-40B4-BE49-F238E27FC236}">
                  <a16:creationId xmlns:a16="http://schemas.microsoft.com/office/drawing/2014/main" xmlns="" id="{F2A752EB-10A4-4044-9B4A-93355667A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80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0" name="Rectangle 48">
              <a:extLst>
                <a:ext uri="{FF2B5EF4-FFF2-40B4-BE49-F238E27FC236}">
                  <a16:creationId xmlns:a16="http://schemas.microsoft.com/office/drawing/2014/main" xmlns="" id="{80944093-3050-44ED-A12C-3B1F1A971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" y="2180"/>
              <a:ext cx="1876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1" name="Line 49">
              <a:extLst>
                <a:ext uri="{FF2B5EF4-FFF2-40B4-BE49-F238E27FC236}">
                  <a16:creationId xmlns:a16="http://schemas.microsoft.com/office/drawing/2014/main" xmlns="" id="{E53D45AF-A00F-4BDE-8A37-D583F5BBF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1" y="2180"/>
              <a:ext cx="187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2" name="Rectangle 50">
              <a:extLst>
                <a:ext uri="{FF2B5EF4-FFF2-40B4-BE49-F238E27FC236}">
                  <a16:creationId xmlns:a16="http://schemas.microsoft.com/office/drawing/2014/main" xmlns="" id="{70B7E670-2C05-42E0-B621-93AA378AE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" y="2180"/>
              <a:ext cx="12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3" name="Line 51">
              <a:extLst>
                <a:ext uri="{FF2B5EF4-FFF2-40B4-BE49-F238E27FC236}">
                  <a16:creationId xmlns:a16="http://schemas.microsoft.com/office/drawing/2014/main" xmlns="" id="{1C109A24-9987-4E97-B599-AF3557195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" y="218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4" name="Line 52">
              <a:extLst>
                <a:ext uri="{FF2B5EF4-FFF2-40B4-BE49-F238E27FC236}">
                  <a16:creationId xmlns:a16="http://schemas.microsoft.com/office/drawing/2014/main" xmlns="" id="{4B770E69-6D0B-4EE4-9FA0-CAFF39234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7" y="2180"/>
              <a:ext cx="1" cy="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5" name="Rectangle 53">
              <a:extLst>
                <a:ext uri="{FF2B5EF4-FFF2-40B4-BE49-F238E27FC236}">
                  <a16:creationId xmlns:a16="http://schemas.microsoft.com/office/drawing/2014/main" xmlns="" id="{EC0031B4-271A-4BFE-AB6E-3CA0E5A9E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2180"/>
              <a:ext cx="484" cy="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6" name="Line 54">
              <a:extLst>
                <a:ext uri="{FF2B5EF4-FFF2-40B4-BE49-F238E27FC236}">
                  <a16:creationId xmlns:a16="http://schemas.microsoft.com/office/drawing/2014/main" xmlns="" id="{7285469E-3CEF-4D73-A815-6CAE75E07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9" y="2180"/>
              <a:ext cx="48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7" name="Rectangle 55">
              <a:extLst>
                <a:ext uri="{FF2B5EF4-FFF2-40B4-BE49-F238E27FC236}">
                  <a16:creationId xmlns:a16="http://schemas.microsoft.com/office/drawing/2014/main" xmlns="" id="{DA447763-DC68-46C1-A494-4593B5A5A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190"/>
              <a:ext cx="11" cy="2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58" name="Line 56">
              <a:extLst>
                <a:ext uri="{FF2B5EF4-FFF2-40B4-BE49-F238E27FC236}">
                  <a16:creationId xmlns:a16="http://schemas.microsoft.com/office/drawing/2014/main" xmlns="" id="{FB0D1C97-BC4E-4FC8-BC49-9526A40E5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190"/>
              <a:ext cx="1" cy="2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59" name="Rectangle 57">
              <a:extLst>
                <a:ext uri="{FF2B5EF4-FFF2-40B4-BE49-F238E27FC236}">
                  <a16:creationId xmlns:a16="http://schemas.microsoft.com/office/drawing/2014/main" xmlns="" id="{D4C74EE8-2900-4BBC-91E7-A82DA1FB1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190"/>
              <a:ext cx="11" cy="22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60" name="Line 58">
              <a:extLst>
                <a:ext uri="{FF2B5EF4-FFF2-40B4-BE49-F238E27FC236}">
                  <a16:creationId xmlns:a16="http://schemas.microsoft.com/office/drawing/2014/main" xmlns="" id="{2F44958A-7D06-4A3E-994F-8EFB98F17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190"/>
              <a:ext cx="1" cy="2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61" name="Rectangle 59">
              <a:extLst>
                <a:ext uri="{FF2B5EF4-FFF2-40B4-BE49-F238E27FC236}">
                  <a16:creationId xmlns:a16="http://schemas.microsoft.com/office/drawing/2014/main" xmlns="" id="{51320BB6-8D80-454F-81C4-C3025C412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426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2" name="Rectangle 60">
              <a:extLst>
                <a:ext uri="{FF2B5EF4-FFF2-40B4-BE49-F238E27FC236}">
                  <a16:creationId xmlns:a16="http://schemas.microsoft.com/office/drawing/2014/main" xmlns="" id="{626A7DF2-3CAD-497D-B8BC-CE1F60B27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42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3" name="Rectangle 61">
              <a:extLst>
                <a:ext uri="{FF2B5EF4-FFF2-40B4-BE49-F238E27FC236}">
                  <a16:creationId xmlns:a16="http://schemas.microsoft.com/office/drawing/2014/main" xmlns="" id="{8361F2E7-C262-4B45-8636-CD5720253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426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4" name="Rectangle 62">
              <a:extLst>
                <a:ext uri="{FF2B5EF4-FFF2-40B4-BE49-F238E27FC236}">
                  <a16:creationId xmlns:a16="http://schemas.microsoft.com/office/drawing/2014/main" xmlns="" id="{0DC150EB-1FF0-4515-AC59-BF82F51B8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42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5" name="Rectangle 63">
              <a:extLst>
                <a:ext uri="{FF2B5EF4-FFF2-40B4-BE49-F238E27FC236}">
                  <a16:creationId xmlns:a16="http://schemas.microsoft.com/office/drawing/2014/main" xmlns="" id="{D77A982F-A465-4250-9E6F-D8C0D504A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433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6" name="Rectangle 64">
              <a:extLst>
                <a:ext uri="{FF2B5EF4-FFF2-40B4-BE49-F238E27FC236}">
                  <a16:creationId xmlns:a16="http://schemas.microsoft.com/office/drawing/2014/main" xmlns="" id="{E2DA9262-E6DC-48D1-B6AF-3306961C0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43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7" name="Rectangle 65">
              <a:extLst>
                <a:ext uri="{FF2B5EF4-FFF2-40B4-BE49-F238E27FC236}">
                  <a16:creationId xmlns:a16="http://schemas.microsoft.com/office/drawing/2014/main" xmlns="" id="{4BE6C4FF-99D3-4A93-8D26-EC70A1EAA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433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8" name="Rectangle 66">
              <a:extLst>
                <a:ext uri="{FF2B5EF4-FFF2-40B4-BE49-F238E27FC236}">
                  <a16:creationId xmlns:a16="http://schemas.microsoft.com/office/drawing/2014/main" xmlns="" id="{E0B30BB3-9AD1-4CE9-8F49-0098126DA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433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69" name="Rectangle 67">
              <a:extLst>
                <a:ext uri="{FF2B5EF4-FFF2-40B4-BE49-F238E27FC236}">
                  <a16:creationId xmlns:a16="http://schemas.microsoft.com/office/drawing/2014/main" xmlns="" id="{C8F70200-378D-4C0F-97AD-DA67634E1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433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0" name="Rectangle 68">
              <a:extLst>
                <a:ext uri="{FF2B5EF4-FFF2-40B4-BE49-F238E27FC236}">
                  <a16:creationId xmlns:a16="http://schemas.microsoft.com/office/drawing/2014/main" xmlns="" id="{39F075EA-7EEB-4E2B-B2CA-BE6D5E26E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433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1" name="Rectangle 69">
              <a:extLst>
                <a:ext uri="{FF2B5EF4-FFF2-40B4-BE49-F238E27FC236}">
                  <a16:creationId xmlns:a16="http://schemas.microsoft.com/office/drawing/2014/main" xmlns="" id="{D49B2EA5-B0F7-44D6-A9E8-78FA4B382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426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2" name="Rectangle 70">
              <a:extLst>
                <a:ext uri="{FF2B5EF4-FFF2-40B4-BE49-F238E27FC236}">
                  <a16:creationId xmlns:a16="http://schemas.microsoft.com/office/drawing/2014/main" xmlns="" id="{A940366F-24EC-49E9-B8A3-E018E1615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42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3" name="Rectangle 71">
              <a:extLst>
                <a:ext uri="{FF2B5EF4-FFF2-40B4-BE49-F238E27FC236}">
                  <a16:creationId xmlns:a16="http://schemas.microsoft.com/office/drawing/2014/main" xmlns="" id="{13D0EFD7-D047-43C1-81B6-54AC6406C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417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74" name="Line 72">
              <a:extLst>
                <a:ext uri="{FF2B5EF4-FFF2-40B4-BE49-F238E27FC236}">
                  <a16:creationId xmlns:a16="http://schemas.microsoft.com/office/drawing/2014/main" xmlns="" id="{180A12F3-F145-4439-86D7-F3098A3FC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417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75" name="Rectangle 73">
              <a:extLst>
                <a:ext uri="{FF2B5EF4-FFF2-40B4-BE49-F238E27FC236}">
                  <a16:creationId xmlns:a16="http://schemas.microsoft.com/office/drawing/2014/main" xmlns="" id="{D91AB470-2FA7-4AA8-A6AB-526B4EA10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417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76" name="Line 74">
              <a:extLst>
                <a:ext uri="{FF2B5EF4-FFF2-40B4-BE49-F238E27FC236}">
                  <a16:creationId xmlns:a16="http://schemas.microsoft.com/office/drawing/2014/main" xmlns="" id="{1640E2BA-5050-46F0-BF00-04E88D4E4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417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77" name="Rectangle 75">
              <a:extLst>
                <a:ext uri="{FF2B5EF4-FFF2-40B4-BE49-F238E27FC236}">
                  <a16:creationId xmlns:a16="http://schemas.microsoft.com/office/drawing/2014/main" xmlns="" id="{128ABF04-4260-40E8-8C6C-65A1325B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664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8" name="Rectangle 76">
              <a:extLst>
                <a:ext uri="{FF2B5EF4-FFF2-40B4-BE49-F238E27FC236}">
                  <a16:creationId xmlns:a16="http://schemas.microsoft.com/office/drawing/2014/main" xmlns="" id="{C8AC3326-95FC-4623-BB93-B92AF95AD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79" name="Rectangle 77">
              <a:extLst>
                <a:ext uri="{FF2B5EF4-FFF2-40B4-BE49-F238E27FC236}">
                  <a16:creationId xmlns:a16="http://schemas.microsoft.com/office/drawing/2014/main" xmlns="" id="{C6C13E44-B45D-4665-9FF1-073B4A52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664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2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0" name="Rectangle 78">
              <a:extLst>
                <a:ext uri="{FF2B5EF4-FFF2-40B4-BE49-F238E27FC236}">
                  <a16:creationId xmlns:a16="http://schemas.microsoft.com/office/drawing/2014/main" xmlns="" id="{1D0C64A8-875C-44EB-A397-0190FB025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6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1" name="Rectangle 79">
              <a:extLst>
                <a:ext uri="{FF2B5EF4-FFF2-40B4-BE49-F238E27FC236}">
                  <a16:creationId xmlns:a16="http://schemas.microsoft.com/office/drawing/2014/main" xmlns="" id="{E62D2174-C42C-4686-8B9D-36E508D68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671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2" name="Rectangle 80">
              <a:extLst>
                <a:ext uri="{FF2B5EF4-FFF2-40B4-BE49-F238E27FC236}">
                  <a16:creationId xmlns:a16="http://schemas.microsoft.com/office/drawing/2014/main" xmlns="" id="{ECE61823-D8A2-482E-AC1C-576C89CE2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671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3" name="Rectangle 81">
              <a:extLst>
                <a:ext uri="{FF2B5EF4-FFF2-40B4-BE49-F238E27FC236}">
                  <a16:creationId xmlns:a16="http://schemas.microsoft.com/office/drawing/2014/main" xmlns="" id="{999A30EE-4B44-45A4-BB9C-22DA5C118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671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4" name="Rectangle 82">
              <a:extLst>
                <a:ext uri="{FF2B5EF4-FFF2-40B4-BE49-F238E27FC236}">
                  <a16:creationId xmlns:a16="http://schemas.microsoft.com/office/drawing/2014/main" xmlns="" id="{638421DD-5C32-453E-AE50-A52193455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671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5" name="Rectangle 83">
              <a:extLst>
                <a:ext uri="{FF2B5EF4-FFF2-40B4-BE49-F238E27FC236}">
                  <a16:creationId xmlns:a16="http://schemas.microsoft.com/office/drawing/2014/main" xmlns="" id="{F3972AAA-7303-41A8-BFBA-F01B9F48A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671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6" name="Rectangle 84">
              <a:extLst>
                <a:ext uri="{FF2B5EF4-FFF2-40B4-BE49-F238E27FC236}">
                  <a16:creationId xmlns:a16="http://schemas.microsoft.com/office/drawing/2014/main" xmlns="" id="{3D0A6290-5D63-470D-AE46-BC7A177EE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671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7" name="Rectangle 85">
              <a:extLst>
                <a:ext uri="{FF2B5EF4-FFF2-40B4-BE49-F238E27FC236}">
                  <a16:creationId xmlns:a16="http://schemas.microsoft.com/office/drawing/2014/main" xmlns="" id="{D83874BA-A41D-4EE2-813D-7E50492C0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664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8" name="Rectangle 86">
              <a:extLst>
                <a:ext uri="{FF2B5EF4-FFF2-40B4-BE49-F238E27FC236}">
                  <a16:creationId xmlns:a16="http://schemas.microsoft.com/office/drawing/2014/main" xmlns="" id="{DE87CF31-B589-4110-A79E-8C1074D1D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66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89" name="Rectangle 87">
              <a:extLst>
                <a:ext uri="{FF2B5EF4-FFF2-40B4-BE49-F238E27FC236}">
                  <a16:creationId xmlns:a16="http://schemas.microsoft.com/office/drawing/2014/main" xmlns="" id="{203EF7F1-2960-4A86-BD8F-E2571D826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655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90" name="Line 88">
              <a:extLst>
                <a:ext uri="{FF2B5EF4-FFF2-40B4-BE49-F238E27FC236}">
                  <a16:creationId xmlns:a16="http://schemas.microsoft.com/office/drawing/2014/main" xmlns="" id="{0E17F9F4-52C7-4D64-8430-3183B0CAE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655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91" name="Rectangle 89">
              <a:extLst>
                <a:ext uri="{FF2B5EF4-FFF2-40B4-BE49-F238E27FC236}">
                  <a16:creationId xmlns:a16="http://schemas.microsoft.com/office/drawing/2014/main" xmlns="" id="{2491DE4B-75E3-4703-A93B-05E878486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655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892" name="Line 90">
              <a:extLst>
                <a:ext uri="{FF2B5EF4-FFF2-40B4-BE49-F238E27FC236}">
                  <a16:creationId xmlns:a16="http://schemas.microsoft.com/office/drawing/2014/main" xmlns="" id="{47211C07-B958-4405-A602-0CFC07527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655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893" name="Rectangle 91">
              <a:extLst>
                <a:ext uri="{FF2B5EF4-FFF2-40B4-BE49-F238E27FC236}">
                  <a16:creationId xmlns:a16="http://schemas.microsoft.com/office/drawing/2014/main" xmlns="" id="{079CBFDF-C06C-4655-A5EE-3FC076AFE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2902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0 1 1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4" name="Rectangle 92">
              <a:extLst>
                <a:ext uri="{FF2B5EF4-FFF2-40B4-BE49-F238E27FC236}">
                  <a16:creationId xmlns:a16="http://schemas.microsoft.com/office/drawing/2014/main" xmlns="" id="{3A6C0D9D-257F-4F49-886E-5609264AF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9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5" name="Rectangle 93">
              <a:extLst>
                <a:ext uri="{FF2B5EF4-FFF2-40B4-BE49-F238E27FC236}">
                  <a16:creationId xmlns:a16="http://schemas.microsoft.com/office/drawing/2014/main" xmlns="" id="{8AEB5795-A47B-4F10-858D-723F1DB79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290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3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6" name="Rectangle 94">
              <a:extLst>
                <a:ext uri="{FF2B5EF4-FFF2-40B4-BE49-F238E27FC236}">
                  <a16:creationId xmlns:a16="http://schemas.microsoft.com/office/drawing/2014/main" xmlns="" id="{763F7F68-35F9-4856-A1DD-3B146D3E8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9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7" name="Rectangle 95">
              <a:extLst>
                <a:ext uri="{FF2B5EF4-FFF2-40B4-BE49-F238E27FC236}">
                  <a16:creationId xmlns:a16="http://schemas.microsoft.com/office/drawing/2014/main" xmlns="" id="{C67BCF20-2817-469B-8F40-78E35AAF2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2909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8" name="Rectangle 96">
              <a:extLst>
                <a:ext uri="{FF2B5EF4-FFF2-40B4-BE49-F238E27FC236}">
                  <a16:creationId xmlns:a16="http://schemas.microsoft.com/office/drawing/2014/main" xmlns="" id="{C76805DC-C657-489A-8451-730FCE7A7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2909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899" name="Rectangle 97">
              <a:extLst>
                <a:ext uri="{FF2B5EF4-FFF2-40B4-BE49-F238E27FC236}">
                  <a16:creationId xmlns:a16="http://schemas.microsoft.com/office/drawing/2014/main" xmlns="" id="{79A4D0CF-D7A4-4F49-95AE-0E5AD8386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2909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0" name="Rectangle 98">
              <a:extLst>
                <a:ext uri="{FF2B5EF4-FFF2-40B4-BE49-F238E27FC236}">
                  <a16:creationId xmlns:a16="http://schemas.microsoft.com/office/drawing/2014/main" xmlns="" id="{6F1B1F94-7109-48B0-8325-359D10700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2909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1" name="Rectangle 99">
              <a:extLst>
                <a:ext uri="{FF2B5EF4-FFF2-40B4-BE49-F238E27FC236}">
                  <a16:creationId xmlns:a16="http://schemas.microsoft.com/office/drawing/2014/main" xmlns="" id="{AC62FD1D-8E2A-427A-9DBC-9067E082E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2909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2" name="Rectangle 100">
              <a:extLst>
                <a:ext uri="{FF2B5EF4-FFF2-40B4-BE49-F238E27FC236}">
                  <a16:creationId xmlns:a16="http://schemas.microsoft.com/office/drawing/2014/main" xmlns="" id="{7111F126-602C-48BC-8914-DBF69D50E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90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3" name="Rectangle 101">
              <a:extLst>
                <a:ext uri="{FF2B5EF4-FFF2-40B4-BE49-F238E27FC236}">
                  <a16:creationId xmlns:a16="http://schemas.microsoft.com/office/drawing/2014/main" xmlns="" id="{8CD8B7F1-9CD9-460B-804D-027B12760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2902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4" name="Rectangle 102">
              <a:extLst>
                <a:ext uri="{FF2B5EF4-FFF2-40B4-BE49-F238E27FC236}">
                  <a16:creationId xmlns:a16="http://schemas.microsoft.com/office/drawing/2014/main" xmlns="" id="{FA851C02-B2F0-4A04-944F-966E79682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290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05" name="Rectangle 103">
              <a:extLst>
                <a:ext uri="{FF2B5EF4-FFF2-40B4-BE49-F238E27FC236}">
                  <a16:creationId xmlns:a16="http://schemas.microsoft.com/office/drawing/2014/main" xmlns="" id="{B30F953C-9D8C-461B-A5E9-7AB489F1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893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06" name="Line 104">
              <a:extLst>
                <a:ext uri="{FF2B5EF4-FFF2-40B4-BE49-F238E27FC236}">
                  <a16:creationId xmlns:a16="http://schemas.microsoft.com/office/drawing/2014/main" xmlns="" id="{6E950D71-70B5-4220-A777-DCAD7B046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2893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07" name="Rectangle 105">
              <a:extLst>
                <a:ext uri="{FF2B5EF4-FFF2-40B4-BE49-F238E27FC236}">
                  <a16:creationId xmlns:a16="http://schemas.microsoft.com/office/drawing/2014/main" xmlns="" id="{B13514C5-894B-4503-97DE-87E61D924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2893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08" name="Line 106">
              <a:extLst>
                <a:ext uri="{FF2B5EF4-FFF2-40B4-BE49-F238E27FC236}">
                  <a16:creationId xmlns:a16="http://schemas.microsoft.com/office/drawing/2014/main" xmlns="" id="{A2ECF4A5-3F8F-4A1F-B6D9-A33B26CA4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2893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09" name="Rectangle 107">
              <a:extLst>
                <a:ext uri="{FF2B5EF4-FFF2-40B4-BE49-F238E27FC236}">
                  <a16:creationId xmlns:a16="http://schemas.microsoft.com/office/drawing/2014/main" xmlns="" id="{2B596C38-799C-4B47-9068-926374CA6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139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0" name="Rectangle 108">
              <a:extLst>
                <a:ext uri="{FF2B5EF4-FFF2-40B4-BE49-F238E27FC236}">
                  <a16:creationId xmlns:a16="http://schemas.microsoft.com/office/drawing/2014/main" xmlns="" id="{8A184E57-94AD-4978-AD80-65C62483D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13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1" name="Rectangle 109">
              <a:extLst>
                <a:ext uri="{FF2B5EF4-FFF2-40B4-BE49-F238E27FC236}">
                  <a16:creationId xmlns:a16="http://schemas.microsoft.com/office/drawing/2014/main" xmlns="" id="{D34F76E3-C218-4D23-9A19-C06D5A073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139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4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2" name="Rectangle 110">
              <a:extLst>
                <a:ext uri="{FF2B5EF4-FFF2-40B4-BE49-F238E27FC236}">
                  <a16:creationId xmlns:a16="http://schemas.microsoft.com/office/drawing/2014/main" xmlns="" id="{D7258ADD-2A8B-4CFD-976B-84BDB2C3B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13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3" name="Rectangle 111">
              <a:extLst>
                <a:ext uri="{FF2B5EF4-FFF2-40B4-BE49-F238E27FC236}">
                  <a16:creationId xmlns:a16="http://schemas.microsoft.com/office/drawing/2014/main" xmlns="" id="{F25498E2-091E-4983-BC28-C8A35150F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14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4" name="Rectangle 112">
              <a:extLst>
                <a:ext uri="{FF2B5EF4-FFF2-40B4-BE49-F238E27FC236}">
                  <a16:creationId xmlns:a16="http://schemas.microsoft.com/office/drawing/2014/main" xmlns="" id="{1D2C53A1-E70B-4201-9089-904243C7D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14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5" name="Rectangle 113">
              <a:extLst>
                <a:ext uri="{FF2B5EF4-FFF2-40B4-BE49-F238E27FC236}">
                  <a16:creationId xmlns:a16="http://schemas.microsoft.com/office/drawing/2014/main" xmlns="" id="{D39E30D4-8B93-40B6-9D70-EEA19BFCE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146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6" name="Rectangle 114">
              <a:extLst>
                <a:ext uri="{FF2B5EF4-FFF2-40B4-BE49-F238E27FC236}">
                  <a16:creationId xmlns:a16="http://schemas.microsoft.com/office/drawing/2014/main" xmlns="" id="{0BA3A1B7-55AD-4102-B8B1-040B7EE80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146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7" name="Rectangle 115">
              <a:extLst>
                <a:ext uri="{FF2B5EF4-FFF2-40B4-BE49-F238E27FC236}">
                  <a16:creationId xmlns:a16="http://schemas.microsoft.com/office/drawing/2014/main" xmlns="" id="{95EBE127-C8E2-4D64-B71F-35647EEA1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146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8" name="Rectangle 116">
              <a:extLst>
                <a:ext uri="{FF2B5EF4-FFF2-40B4-BE49-F238E27FC236}">
                  <a16:creationId xmlns:a16="http://schemas.microsoft.com/office/drawing/2014/main" xmlns="" id="{8267B7C4-3953-47FE-A906-6ACEF321C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146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19" name="Rectangle 117">
              <a:extLst>
                <a:ext uri="{FF2B5EF4-FFF2-40B4-BE49-F238E27FC236}">
                  <a16:creationId xmlns:a16="http://schemas.microsoft.com/office/drawing/2014/main" xmlns="" id="{DAFA109D-CCD3-4EEB-9919-B218FCFCA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139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0" name="Rectangle 118">
              <a:extLst>
                <a:ext uri="{FF2B5EF4-FFF2-40B4-BE49-F238E27FC236}">
                  <a16:creationId xmlns:a16="http://schemas.microsoft.com/office/drawing/2014/main" xmlns="" id="{10FE012E-DE34-4CA7-A730-410FDA3EE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139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1" name="Rectangle 119">
              <a:extLst>
                <a:ext uri="{FF2B5EF4-FFF2-40B4-BE49-F238E27FC236}">
                  <a16:creationId xmlns:a16="http://schemas.microsoft.com/office/drawing/2014/main" xmlns="" id="{ECB4CB4E-FFCF-4671-BE92-3005161F0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130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22" name="Line 120">
              <a:extLst>
                <a:ext uri="{FF2B5EF4-FFF2-40B4-BE49-F238E27FC236}">
                  <a16:creationId xmlns:a16="http://schemas.microsoft.com/office/drawing/2014/main" xmlns="" id="{16E6DAF2-9B73-4F59-9A6C-9E455D11F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130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23" name="Rectangle 121">
              <a:extLst>
                <a:ext uri="{FF2B5EF4-FFF2-40B4-BE49-F238E27FC236}">
                  <a16:creationId xmlns:a16="http://schemas.microsoft.com/office/drawing/2014/main" xmlns="" id="{932AFB6F-C726-4F68-8A6D-B34CA40A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130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24" name="Line 122">
              <a:extLst>
                <a:ext uri="{FF2B5EF4-FFF2-40B4-BE49-F238E27FC236}">
                  <a16:creationId xmlns:a16="http://schemas.microsoft.com/office/drawing/2014/main" xmlns="" id="{26FA3FD8-0F22-4A46-9DE4-A65B79AB8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130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25" name="Rectangle 123">
              <a:extLst>
                <a:ext uri="{FF2B5EF4-FFF2-40B4-BE49-F238E27FC236}">
                  <a16:creationId xmlns:a16="http://schemas.microsoft.com/office/drawing/2014/main" xmlns="" id="{06FCF418-BAEE-42DD-B3CF-9471E670C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377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1 0 1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6" name="Rectangle 124">
              <a:extLst>
                <a:ext uri="{FF2B5EF4-FFF2-40B4-BE49-F238E27FC236}">
                  <a16:creationId xmlns:a16="http://schemas.microsoft.com/office/drawing/2014/main" xmlns="" id="{62333556-546E-48EE-9575-C6565E67E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37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7" name="Rectangle 125">
              <a:extLst>
                <a:ext uri="{FF2B5EF4-FFF2-40B4-BE49-F238E27FC236}">
                  <a16:creationId xmlns:a16="http://schemas.microsoft.com/office/drawing/2014/main" xmlns="" id="{E9EC1827-271E-4FD8-96F7-B07847F0C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377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5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8" name="Rectangle 126">
              <a:extLst>
                <a:ext uri="{FF2B5EF4-FFF2-40B4-BE49-F238E27FC236}">
                  <a16:creationId xmlns:a16="http://schemas.microsoft.com/office/drawing/2014/main" xmlns="" id="{AE6F0195-A7C0-4035-BBDA-8CB70B2EE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37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29" name="Rectangle 127">
              <a:extLst>
                <a:ext uri="{FF2B5EF4-FFF2-40B4-BE49-F238E27FC236}">
                  <a16:creationId xmlns:a16="http://schemas.microsoft.com/office/drawing/2014/main" xmlns="" id="{421ED08A-11F6-4DF4-8F16-1AD575D6E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3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0" name="Rectangle 128">
              <a:extLst>
                <a:ext uri="{FF2B5EF4-FFF2-40B4-BE49-F238E27FC236}">
                  <a16:creationId xmlns:a16="http://schemas.microsoft.com/office/drawing/2014/main" xmlns="" id="{4BD8C3C8-0307-4DC7-B2B7-1DE527826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384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1" name="Rectangle 129">
              <a:extLst>
                <a:ext uri="{FF2B5EF4-FFF2-40B4-BE49-F238E27FC236}">
                  <a16:creationId xmlns:a16="http://schemas.microsoft.com/office/drawing/2014/main" xmlns="" id="{00634614-CE94-4136-ACEB-5AB759173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384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2" name="Rectangle 130">
              <a:extLst>
                <a:ext uri="{FF2B5EF4-FFF2-40B4-BE49-F238E27FC236}">
                  <a16:creationId xmlns:a16="http://schemas.microsoft.com/office/drawing/2014/main" xmlns="" id="{14BAF35E-074B-4821-B20E-F2A48CA8F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384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3" name="Rectangle 131">
              <a:extLst>
                <a:ext uri="{FF2B5EF4-FFF2-40B4-BE49-F238E27FC236}">
                  <a16:creationId xmlns:a16="http://schemas.microsoft.com/office/drawing/2014/main" xmlns="" id="{4C3AD1F4-6785-4211-973E-15D0D0166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384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4" name="Rectangle 132">
              <a:extLst>
                <a:ext uri="{FF2B5EF4-FFF2-40B4-BE49-F238E27FC236}">
                  <a16:creationId xmlns:a16="http://schemas.microsoft.com/office/drawing/2014/main" xmlns="" id="{85FACF2D-BE66-4273-97C4-F61C29EB6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384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5" name="Rectangle 133">
              <a:extLst>
                <a:ext uri="{FF2B5EF4-FFF2-40B4-BE49-F238E27FC236}">
                  <a16:creationId xmlns:a16="http://schemas.microsoft.com/office/drawing/2014/main" xmlns="" id="{758C2143-4210-4C13-BA07-0F65F73C8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377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6" name="Rectangle 134">
              <a:extLst>
                <a:ext uri="{FF2B5EF4-FFF2-40B4-BE49-F238E27FC236}">
                  <a16:creationId xmlns:a16="http://schemas.microsoft.com/office/drawing/2014/main" xmlns="" id="{3C59CED5-2392-4958-A17C-C3F286E09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377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37" name="Rectangle 135">
              <a:extLst>
                <a:ext uri="{FF2B5EF4-FFF2-40B4-BE49-F238E27FC236}">
                  <a16:creationId xmlns:a16="http://schemas.microsoft.com/office/drawing/2014/main" xmlns="" id="{357C7FC6-6A77-4D28-89EE-AC2E1522F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368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38" name="Line 136">
              <a:extLst>
                <a:ext uri="{FF2B5EF4-FFF2-40B4-BE49-F238E27FC236}">
                  <a16:creationId xmlns:a16="http://schemas.microsoft.com/office/drawing/2014/main" xmlns="" id="{0350C7AF-1C88-4C87-8765-3EEC49F34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368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39" name="Rectangle 137">
              <a:extLst>
                <a:ext uri="{FF2B5EF4-FFF2-40B4-BE49-F238E27FC236}">
                  <a16:creationId xmlns:a16="http://schemas.microsoft.com/office/drawing/2014/main" xmlns="" id="{CB42694C-D645-4D3E-8E11-BC7D00978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368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40" name="Line 138">
              <a:extLst>
                <a:ext uri="{FF2B5EF4-FFF2-40B4-BE49-F238E27FC236}">
                  <a16:creationId xmlns:a16="http://schemas.microsoft.com/office/drawing/2014/main" xmlns="" id="{C3DD453B-AEB5-433A-8AE2-1D1199BE0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368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41" name="Rectangle 139">
              <a:extLst>
                <a:ext uri="{FF2B5EF4-FFF2-40B4-BE49-F238E27FC236}">
                  <a16:creationId xmlns:a16="http://schemas.microsoft.com/office/drawing/2014/main" xmlns="" id="{07FCC9C7-991A-4D41-969E-AAAAE66D9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615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2" name="Rectangle 140">
              <a:extLst>
                <a:ext uri="{FF2B5EF4-FFF2-40B4-BE49-F238E27FC236}">
                  <a16:creationId xmlns:a16="http://schemas.microsoft.com/office/drawing/2014/main" xmlns="" id="{3788E069-B549-48A0-9D19-1CB27BEDA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6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3" name="Rectangle 141">
              <a:extLst>
                <a:ext uri="{FF2B5EF4-FFF2-40B4-BE49-F238E27FC236}">
                  <a16:creationId xmlns:a16="http://schemas.microsoft.com/office/drawing/2014/main" xmlns="" id="{B999ECC3-2B66-4549-9D08-BF7CC845B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61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6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4" name="Rectangle 142">
              <a:extLst>
                <a:ext uri="{FF2B5EF4-FFF2-40B4-BE49-F238E27FC236}">
                  <a16:creationId xmlns:a16="http://schemas.microsoft.com/office/drawing/2014/main" xmlns="" id="{80977E07-A74A-4BB5-92F5-53914D81A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6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5" name="Rectangle 143">
              <a:extLst>
                <a:ext uri="{FF2B5EF4-FFF2-40B4-BE49-F238E27FC236}">
                  <a16:creationId xmlns:a16="http://schemas.microsoft.com/office/drawing/2014/main" xmlns="" id="{498A6200-9B1F-424C-BDAD-CA2C506AD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62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6" name="Rectangle 144">
              <a:extLst>
                <a:ext uri="{FF2B5EF4-FFF2-40B4-BE49-F238E27FC236}">
                  <a16:creationId xmlns:a16="http://schemas.microsoft.com/office/drawing/2014/main" xmlns="" id="{5C3E779A-4D38-44AD-876E-09A599BEF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622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7" name="Rectangle 145">
              <a:extLst>
                <a:ext uri="{FF2B5EF4-FFF2-40B4-BE49-F238E27FC236}">
                  <a16:creationId xmlns:a16="http://schemas.microsoft.com/office/drawing/2014/main" xmlns="" id="{63AB772B-B75F-4C34-8B3A-EA7BBE93F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622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8" name="Rectangle 146">
              <a:extLst>
                <a:ext uri="{FF2B5EF4-FFF2-40B4-BE49-F238E27FC236}">
                  <a16:creationId xmlns:a16="http://schemas.microsoft.com/office/drawing/2014/main" xmlns="" id="{BE9D46B0-EF33-4898-83D1-5461715A6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622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49" name="Rectangle 147">
              <a:extLst>
                <a:ext uri="{FF2B5EF4-FFF2-40B4-BE49-F238E27FC236}">
                  <a16:creationId xmlns:a16="http://schemas.microsoft.com/office/drawing/2014/main" xmlns="" id="{A1E6BCEB-0013-45E7-8F52-6FA12E030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622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0" name="Rectangle 148">
              <a:extLst>
                <a:ext uri="{FF2B5EF4-FFF2-40B4-BE49-F238E27FC236}">
                  <a16:creationId xmlns:a16="http://schemas.microsoft.com/office/drawing/2014/main" xmlns="" id="{2E32CCA5-CEED-4EFE-9C4E-6F0BA467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62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1" name="Rectangle 149">
              <a:extLst>
                <a:ext uri="{FF2B5EF4-FFF2-40B4-BE49-F238E27FC236}">
                  <a16:creationId xmlns:a16="http://schemas.microsoft.com/office/drawing/2014/main" xmlns="" id="{6F33CBF0-8167-4A5B-ACB6-13B23A900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615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0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2" name="Rectangle 150">
              <a:extLst>
                <a:ext uri="{FF2B5EF4-FFF2-40B4-BE49-F238E27FC236}">
                  <a16:creationId xmlns:a16="http://schemas.microsoft.com/office/drawing/2014/main" xmlns="" id="{8FB3164F-7EAF-4FB0-A9EB-3CC32A2A5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615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3" name="Rectangle 151">
              <a:extLst>
                <a:ext uri="{FF2B5EF4-FFF2-40B4-BE49-F238E27FC236}">
                  <a16:creationId xmlns:a16="http://schemas.microsoft.com/office/drawing/2014/main" xmlns="" id="{0D627F98-A784-40E3-92DD-0FBF7C064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606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54" name="Line 152">
              <a:extLst>
                <a:ext uri="{FF2B5EF4-FFF2-40B4-BE49-F238E27FC236}">
                  <a16:creationId xmlns:a16="http://schemas.microsoft.com/office/drawing/2014/main" xmlns="" id="{AAFB88C3-D780-4F04-903E-04ED5D765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606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55" name="Rectangle 153">
              <a:extLst>
                <a:ext uri="{FF2B5EF4-FFF2-40B4-BE49-F238E27FC236}">
                  <a16:creationId xmlns:a16="http://schemas.microsoft.com/office/drawing/2014/main" xmlns="" id="{40091646-4179-419C-9295-611F3B95D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606"/>
              <a:ext cx="11" cy="2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56" name="Line 154">
              <a:extLst>
                <a:ext uri="{FF2B5EF4-FFF2-40B4-BE49-F238E27FC236}">
                  <a16:creationId xmlns:a16="http://schemas.microsoft.com/office/drawing/2014/main" xmlns="" id="{4072DEB2-B170-4C3D-AA31-2640CE8C1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606"/>
              <a:ext cx="1" cy="23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57" name="Rectangle 155">
              <a:extLst>
                <a:ext uri="{FF2B5EF4-FFF2-40B4-BE49-F238E27FC236}">
                  <a16:creationId xmlns:a16="http://schemas.microsoft.com/office/drawing/2014/main" xmlns="" id="{D685D43D-D98F-4DC5-9FB4-54C7C9576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7" y="3852"/>
              <a:ext cx="3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1 1 1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8" name="Rectangle 156">
              <a:extLst>
                <a:ext uri="{FF2B5EF4-FFF2-40B4-BE49-F238E27FC236}">
                  <a16:creationId xmlns:a16="http://schemas.microsoft.com/office/drawing/2014/main" xmlns="" id="{778669BD-A8AD-40BD-B710-60BFC1021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385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59" name="Rectangle 157">
              <a:extLst>
                <a:ext uri="{FF2B5EF4-FFF2-40B4-BE49-F238E27FC236}">
                  <a16:creationId xmlns:a16="http://schemas.microsoft.com/office/drawing/2014/main" xmlns="" id="{09B79C58-2011-4597-A732-887F58962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4" y="385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>
                  <a:solidFill>
                    <a:srgbClr val="000000"/>
                  </a:solidFill>
                  <a:cs typeface="Times New Roman" panose="02020603050405020304" pitchFamily="18" charset="0"/>
                </a:rPr>
                <a:t>7</a:t>
              </a:r>
              <a:endParaRPr lang="en-US" altLang="en-US" sz="2800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0" name="Rectangle 158">
              <a:extLst>
                <a:ext uri="{FF2B5EF4-FFF2-40B4-BE49-F238E27FC236}">
                  <a16:creationId xmlns:a16="http://schemas.microsoft.com/office/drawing/2014/main" xmlns="" id="{DAC4E5ED-281F-4A82-91AA-9813E5D03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385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1" name="Rectangle 159">
              <a:extLst>
                <a:ext uri="{FF2B5EF4-FFF2-40B4-BE49-F238E27FC236}">
                  <a16:creationId xmlns:a16="http://schemas.microsoft.com/office/drawing/2014/main" xmlns="" id="{8E01AA97-3703-4B26-BBFC-2CEC09DD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4" y="3860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76962" name="Group 160">
              <a:extLst>
                <a:ext uri="{FF2B5EF4-FFF2-40B4-BE49-F238E27FC236}">
                  <a16:creationId xmlns:a16="http://schemas.microsoft.com/office/drawing/2014/main" xmlns="" id="{F663E543-9F5B-4250-BACE-56E8D437C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6" y="2190"/>
              <a:ext cx="49" cy="1894"/>
              <a:chOff x="2438" y="2004"/>
              <a:chExt cx="62" cy="1888"/>
            </a:xfrm>
          </p:grpSpPr>
          <p:sp>
            <p:nvSpPr>
              <p:cNvPr id="77002" name="Rectangle 161">
                <a:extLst>
                  <a:ext uri="{FF2B5EF4-FFF2-40B4-BE49-F238E27FC236}">
                    <a16:creationId xmlns:a16="http://schemas.microsoft.com/office/drawing/2014/main" xmlns="" id="{48E2AAA0-7122-4D24-9C20-1F4ED6BED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62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3" name="Rectangle 162">
                <a:extLst>
                  <a:ext uri="{FF2B5EF4-FFF2-40B4-BE49-F238E27FC236}">
                    <a16:creationId xmlns:a16="http://schemas.microsoft.com/office/drawing/2014/main" xmlns="" id="{A393E4CA-141C-4DCA-B721-CAD228334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4"/>
                <a:ext cx="6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4" name="Rectangle 163">
                <a:extLst>
                  <a:ext uri="{FF2B5EF4-FFF2-40B4-BE49-F238E27FC236}">
                    <a16:creationId xmlns:a16="http://schemas.microsoft.com/office/drawing/2014/main" xmlns="" id="{5A1F03D2-A519-4097-8999-C007D0A814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71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5" name="Rectangle 164">
                <a:extLst>
                  <a:ext uri="{FF2B5EF4-FFF2-40B4-BE49-F238E27FC236}">
                    <a16:creationId xmlns:a16="http://schemas.microsoft.com/office/drawing/2014/main" xmlns="" id="{97252BA0-253F-4508-8004-385B3390E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11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6" name="Rectangle 165">
                <a:extLst>
                  <a:ext uri="{FF2B5EF4-FFF2-40B4-BE49-F238E27FC236}">
                    <a16:creationId xmlns:a16="http://schemas.microsoft.com/office/drawing/2014/main" xmlns="" id="{D603C141-AB67-4CD0-AD3F-83FA38845F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1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7" name="Rectangle 166">
                <a:extLst>
                  <a:ext uri="{FF2B5EF4-FFF2-40B4-BE49-F238E27FC236}">
                    <a16:creationId xmlns:a16="http://schemas.microsoft.com/office/drawing/2014/main" xmlns="" id="{BDBC9B2D-0EC5-42AE-B5BF-F6907EC224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0"/>
                <a:ext cx="6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8" name="Rectangle 167">
                <a:extLst>
                  <a:ext uri="{FF2B5EF4-FFF2-40B4-BE49-F238E27FC236}">
                    <a16:creationId xmlns:a16="http://schemas.microsoft.com/office/drawing/2014/main" xmlns="" id="{E0CEF40C-0B41-4987-8AFE-661FA6D2F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19"/>
                <a:ext cx="6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9" name="Rectangle 168">
                <a:extLst>
                  <a:ext uri="{FF2B5EF4-FFF2-40B4-BE49-F238E27FC236}">
                    <a16:creationId xmlns:a16="http://schemas.microsoft.com/office/drawing/2014/main" xmlns="" id="{8DD7EE7E-BA5D-4CFA-8C2A-1C580CA7E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60"/>
                <a:ext cx="61" cy="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6963" name="Rectangle 169">
              <a:extLst>
                <a:ext uri="{FF2B5EF4-FFF2-40B4-BE49-F238E27FC236}">
                  <a16:creationId xmlns:a16="http://schemas.microsoft.com/office/drawing/2014/main" xmlns="" id="{21B784A1-24A2-4CDF-B63B-D5041664F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3860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4" name="Rectangle 170">
              <a:extLst>
                <a:ext uri="{FF2B5EF4-FFF2-40B4-BE49-F238E27FC236}">
                  <a16:creationId xmlns:a16="http://schemas.microsoft.com/office/drawing/2014/main" xmlns="" id="{4AEEC531-7C49-4C9A-BC60-5DF4F1C60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2" y="3860"/>
              <a:ext cx="2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5" name="Rectangle 171">
              <a:extLst>
                <a:ext uri="{FF2B5EF4-FFF2-40B4-BE49-F238E27FC236}">
                  <a16:creationId xmlns:a16="http://schemas.microsoft.com/office/drawing/2014/main" xmlns="" id="{75949D9E-70A9-487A-B103-8D2D6BB69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" y="3860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6" name="Rectangle 172">
              <a:extLst>
                <a:ext uri="{FF2B5EF4-FFF2-40B4-BE49-F238E27FC236}">
                  <a16:creationId xmlns:a16="http://schemas.microsoft.com/office/drawing/2014/main" xmlns="" id="{C5901500-017C-4F04-A287-1025366E9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3860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7" name="Rectangle 173">
              <a:extLst>
                <a:ext uri="{FF2B5EF4-FFF2-40B4-BE49-F238E27FC236}">
                  <a16:creationId xmlns:a16="http://schemas.microsoft.com/office/drawing/2014/main" xmlns="" id="{E8E1142E-9062-4F12-B100-419DB79D3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3860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8" name="Rectangle 174">
              <a:extLst>
                <a:ext uri="{FF2B5EF4-FFF2-40B4-BE49-F238E27FC236}">
                  <a16:creationId xmlns:a16="http://schemas.microsoft.com/office/drawing/2014/main" xmlns="" id="{EA3FF690-B4C9-4E30-900D-F489C1A6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3852"/>
              <a:ext cx="2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= 1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69" name="Rectangle 175">
              <a:extLst>
                <a:ext uri="{FF2B5EF4-FFF2-40B4-BE49-F238E27FC236}">
                  <a16:creationId xmlns:a16="http://schemas.microsoft.com/office/drawing/2014/main" xmlns="" id="{FC006B5E-A9D0-4397-BD7B-499415760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3852"/>
              <a:ext cx="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6970" name="Rectangle 176">
              <a:extLst>
                <a:ext uri="{FF2B5EF4-FFF2-40B4-BE49-F238E27FC236}">
                  <a16:creationId xmlns:a16="http://schemas.microsoft.com/office/drawing/2014/main" xmlns="" id="{18D1E9D6-8FD3-49E4-A5A0-DDC4C348D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3843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71" name="Line 177">
              <a:extLst>
                <a:ext uri="{FF2B5EF4-FFF2-40B4-BE49-F238E27FC236}">
                  <a16:creationId xmlns:a16="http://schemas.microsoft.com/office/drawing/2014/main" xmlns="" id="{F15BFA8A-9AAA-4B24-A9E2-27B448E78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0" y="3843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72" name="Rectangle 178">
              <a:extLst>
                <a:ext uri="{FF2B5EF4-FFF2-40B4-BE49-F238E27FC236}">
                  <a16:creationId xmlns:a16="http://schemas.microsoft.com/office/drawing/2014/main" xmlns="" id="{C606C280-32EF-4870-86E5-419FFA4B6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0" y="3843"/>
              <a:ext cx="11" cy="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76973" name="Line 179">
              <a:extLst>
                <a:ext uri="{FF2B5EF4-FFF2-40B4-BE49-F238E27FC236}">
                  <a16:creationId xmlns:a16="http://schemas.microsoft.com/office/drawing/2014/main" xmlns="" id="{622A57CD-F665-42E2-9C9B-2F0FC5CA3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3843"/>
              <a:ext cx="1" cy="23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GB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6974" name="Rectangle 181">
              <a:extLst>
                <a:ext uri="{FF2B5EF4-FFF2-40B4-BE49-F238E27FC236}">
                  <a16:creationId xmlns:a16="http://schemas.microsoft.com/office/drawing/2014/main" xmlns="" id="{52E65455-7136-4D9E-B6C0-D03CC3000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" y="2215"/>
              <a:ext cx="291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l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3333CC"/>
                </a:buClr>
              </a:pPr>
              <a:r>
                <a:rPr lang="en-US" altLang="en-US" sz="2400" b="1">
                  <a:solidFill>
                    <a:srgbClr val="000000"/>
                  </a:solidFill>
                  <a:cs typeface="Times New Roman" panose="02020603050405020304" pitchFamily="18" charset="0"/>
                </a:rPr>
                <a:t>  1  </a:t>
              </a:r>
              <a:endParaRPr lang="en-US" altLang="en-US" sz="2800" b="1">
                <a:solidFill>
                  <a:srgbClr val="000000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76975" name="Group 182">
              <a:extLst>
                <a:ext uri="{FF2B5EF4-FFF2-40B4-BE49-F238E27FC236}">
                  <a16:creationId xmlns:a16="http://schemas.microsoft.com/office/drawing/2014/main" xmlns="" id="{E93E88A9-E276-4D7D-AE3A-12A95A6239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0" y="2190"/>
              <a:ext cx="48" cy="1886"/>
              <a:chOff x="2438" y="2004"/>
              <a:chExt cx="48" cy="1886"/>
            </a:xfrm>
          </p:grpSpPr>
          <p:sp>
            <p:nvSpPr>
              <p:cNvPr id="76994" name="Rectangle 183">
                <a:extLst>
                  <a:ext uri="{FF2B5EF4-FFF2-40B4-BE49-F238E27FC236}">
                    <a16:creationId xmlns:a16="http://schemas.microsoft.com/office/drawing/2014/main" xmlns="" id="{EDC593FF-C3E9-4B76-B9A9-3357D0855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5" name="Rectangle 184">
                <a:extLst>
                  <a:ext uri="{FF2B5EF4-FFF2-40B4-BE49-F238E27FC236}">
                    <a16:creationId xmlns:a16="http://schemas.microsoft.com/office/drawing/2014/main" xmlns="" id="{0B9C9C75-28FC-4DC3-B62D-E3AE4CCB3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1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6" name="Rectangle 185">
                <a:extLst>
                  <a:ext uri="{FF2B5EF4-FFF2-40B4-BE49-F238E27FC236}">
                    <a16:creationId xmlns:a16="http://schemas.microsoft.com/office/drawing/2014/main" xmlns="" id="{7E26DEE7-D62C-411E-BFB3-0047D860C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69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7" name="Rectangle 186">
                <a:extLst>
                  <a:ext uri="{FF2B5EF4-FFF2-40B4-BE49-F238E27FC236}">
                    <a16:creationId xmlns:a16="http://schemas.microsoft.com/office/drawing/2014/main" xmlns="" id="{DD3C1692-FE86-4034-BF2A-3FF1E034A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0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8" name="Rectangle 187">
                <a:extLst>
                  <a:ext uri="{FF2B5EF4-FFF2-40B4-BE49-F238E27FC236}">
                    <a16:creationId xmlns:a16="http://schemas.microsoft.com/office/drawing/2014/main" xmlns="" id="{69251C6B-5D0E-4BCD-9CAA-2FCA59DAB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9" name="Rectangle 188">
                <a:extLst>
                  <a:ext uri="{FF2B5EF4-FFF2-40B4-BE49-F238E27FC236}">
                    <a16:creationId xmlns:a16="http://schemas.microsoft.com/office/drawing/2014/main" xmlns="" id="{4C2D73D6-72A5-43FA-A2C6-67D1A8A32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2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0" name="Rectangle 189">
                <a:extLst>
                  <a:ext uri="{FF2B5EF4-FFF2-40B4-BE49-F238E27FC236}">
                    <a16:creationId xmlns:a16="http://schemas.microsoft.com/office/drawing/2014/main" xmlns="" id="{755F565E-90DE-4E66-A45C-ED4ED5897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20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7001" name="Rectangle 190">
                <a:extLst>
                  <a:ext uri="{FF2B5EF4-FFF2-40B4-BE49-F238E27FC236}">
                    <a16:creationId xmlns:a16="http://schemas.microsoft.com/office/drawing/2014/main" xmlns="" id="{72B0D52F-3D44-4768-9C41-6D342C7B1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5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976" name="Group 191">
              <a:extLst>
                <a:ext uri="{FF2B5EF4-FFF2-40B4-BE49-F238E27FC236}">
                  <a16:creationId xmlns:a16="http://schemas.microsoft.com/office/drawing/2014/main" xmlns="" id="{7E818C48-ABEE-471C-9925-D1B80D580A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5" y="2201"/>
              <a:ext cx="48" cy="1886"/>
              <a:chOff x="2438" y="2004"/>
              <a:chExt cx="48" cy="1886"/>
            </a:xfrm>
          </p:grpSpPr>
          <p:sp>
            <p:nvSpPr>
              <p:cNvPr id="76986" name="Rectangle 192">
                <a:extLst>
                  <a:ext uri="{FF2B5EF4-FFF2-40B4-BE49-F238E27FC236}">
                    <a16:creationId xmlns:a16="http://schemas.microsoft.com/office/drawing/2014/main" xmlns="" id="{E763B3A4-F8C9-458D-9659-8B94EDEF1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7" name="Rectangle 193">
                <a:extLst>
                  <a:ext uri="{FF2B5EF4-FFF2-40B4-BE49-F238E27FC236}">
                    <a16:creationId xmlns:a16="http://schemas.microsoft.com/office/drawing/2014/main" xmlns="" id="{EA960C14-339A-437C-92FD-9848F463D7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1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8" name="Rectangle 194">
                <a:extLst>
                  <a:ext uri="{FF2B5EF4-FFF2-40B4-BE49-F238E27FC236}">
                    <a16:creationId xmlns:a16="http://schemas.microsoft.com/office/drawing/2014/main" xmlns="" id="{E2C559A1-3D10-47EC-B0BE-DEC241271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69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9" name="Rectangle 195">
                <a:extLst>
                  <a:ext uri="{FF2B5EF4-FFF2-40B4-BE49-F238E27FC236}">
                    <a16:creationId xmlns:a16="http://schemas.microsoft.com/office/drawing/2014/main" xmlns="" id="{379DB9C5-7D5E-4A52-B7B5-A711E6124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0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0" name="Rectangle 196">
                <a:extLst>
                  <a:ext uri="{FF2B5EF4-FFF2-40B4-BE49-F238E27FC236}">
                    <a16:creationId xmlns:a16="http://schemas.microsoft.com/office/drawing/2014/main" xmlns="" id="{743C0EE5-32B1-4B04-8D50-7CEFAF503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1" name="Rectangle 197">
                <a:extLst>
                  <a:ext uri="{FF2B5EF4-FFF2-40B4-BE49-F238E27FC236}">
                    <a16:creationId xmlns:a16="http://schemas.microsoft.com/office/drawing/2014/main" xmlns="" id="{73D7A1A7-8123-4078-970E-02F968A40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2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2" name="Rectangle 198">
                <a:extLst>
                  <a:ext uri="{FF2B5EF4-FFF2-40B4-BE49-F238E27FC236}">
                    <a16:creationId xmlns:a16="http://schemas.microsoft.com/office/drawing/2014/main" xmlns="" id="{FA9CA0F0-50D9-420F-B636-AB08A7001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20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93" name="Rectangle 199">
                <a:extLst>
                  <a:ext uri="{FF2B5EF4-FFF2-40B4-BE49-F238E27FC236}">
                    <a16:creationId xmlns:a16="http://schemas.microsoft.com/office/drawing/2014/main" xmlns="" id="{37247232-8D2F-47E0-BCC3-63D97FDEB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5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977" name="Group 200">
              <a:extLst>
                <a:ext uri="{FF2B5EF4-FFF2-40B4-BE49-F238E27FC236}">
                  <a16:creationId xmlns:a16="http://schemas.microsoft.com/office/drawing/2014/main" xmlns="" id="{1620F455-2B72-49F7-8B31-EE7AC431D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9" y="2192"/>
              <a:ext cx="48" cy="1886"/>
              <a:chOff x="2438" y="2004"/>
              <a:chExt cx="48" cy="1886"/>
            </a:xfrm>
          </p:grpSpPr>
          <p:sp>
            <p:nvSpPr>
              <p:cNvPr id="76978" name="Rectangle 201">
                <a:extLst>
                  <a:ext uri="{FF2B5EF4-FFF2-40B4-BE49-F238E27FC236}">
                    <a16:creationId xmlns:a16="http://schemas.microsoft.com/office/drawing/2014/main" xmlns="" id="{AFAE4D5B-4448-4C8F-BE93-B6251F0EA8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00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79" name="Rectangle 202">
                <a:extLst>
                  <a:ext uri="{FF2B5EF4-FFF2-40B4-BE49-F238E27FC236}">
                    <a16:creationId xmlns:a16="http://schemas.microsoft.com/office/drawing/2014/main" xmlns="" id="{8EEA2373-CAF9-4016-81FE-04EF530DB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231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0" name="Rectangle 203">
                <a:extLst>
                  <a:ext uri="{FF2B5EF4-FFF2-40B4-BE49-F238E27FC236}">
                    <a16:creationId xmlns:a16="http://schemas.microsoft.com/office/drawing/2014/main" xmlns="" id="{86D251B6-0CB1-40A2-AA2C-D54FF09A1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469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1" name="Rectangle 204">
                <a:extLst>
                  <a:ext uri="{FF2B5EF4-FFF2-40B4-BE49-F238E27FC236}">
                    <a16:creationId xmlns:a16="http://schemas.microsoft.com/office/drawing/2014/main" xmlns="" id="{B26ECD88-CF42-46FE-ACD5-4C7B9961E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70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2" name="Rectangle 205">
                <a:extLst>
                  <a:ext uri="{FF2B5EF4-FFF2-40B4-BE49-F238E27FC236}">
                    <a16:creationId xmlns:a16="http://schemas.microsoft.com/office/drawing/2014/main" xmlns="" id="{C683BA77-6C31-4DD1-8B25-E7C9DF7F3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2944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3" name="Rectangle 206">
                <a:extLst>
                  <a:ext uri="{FF2B5EF4-FFF2-40B4-BE49-F238E27FC236}">
                    <a16:creationId xmlns:a16="http://schemas.microsoft.com/office/drawing/2014/main" xmlns="" id="{A3B1FA68-21F0-469A-8043-AD573E5AF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182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4" name="Rectangle 207">
                <a:extLst>
                  <a:ext uri="{FF2B5EF4-FFF2-40B4-BE49-F238E27FC236}">
                    <a16:creationId xmlns:a16="http://schemas.microsoft.com/office/drawing/2014/main" xmlns="" id="{5F271D9D-61B1-4A39-8D7C-17F55C6D5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420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76985" name="Rectangle 208">
                <a:extLst>
                  <a:ext uri="{FF2B5EF4-FFF2-40B4-BE49-F238E27FC236}">
                    <a16:creationId xmlns:a16="http://schemas.microsoft.com/office/drawing/2014/main" xmlns="" id="{44CFE62E-A94C-4BB4-A3CF-85B69EA0C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3657"/>
                <a:ext cx="4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l" eaLnBrk="0" fontAlgn="base" hangingPunct="0">
                  <a:spcBef>
                    <a:spcPct val="0"/>
                  </a:spcBef>
                  <a:spcAft>
                    <a:spcPct val="0"/>
                  </a:spcAft>
                  <a:buClr>
                    <a:srgbClr val="3333CC"/>
                  </a:buClr>
                </a:pPr>
                <a:r>
                  <a:rPr lang="en-US" altLang="en-US" sz="2400" b="1">
                    <a:solidFill>
                      <a:srgbClr val="000000"/>
                    </a:solidFill>
                    <a:latin typeface="Symbol" panose="05050102010706020507" pitchFamily="18" charset="2"/>
                    <a:cs typeface="Times New Roman" panose="02020603050405020304" pitchFamily="18" charset="0"/>
                    <a:sym typeface="Symbol" panose="05050102010706020507" pitchFamily="18" charset="2"/>
                  </a:rPr>
                  <a:t></a:t>
                </a:r>
                <a:endParaRPr lang="en-US" altLang="en-US" sz="2800" b="1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ransition advTm="1392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3">
            <a:extLst>
              <a:ext uri="{FF2B5EF4-FFF2-40B4-BE49-F238E27FC236}">
                <a16:creationId xmlns:a16="http://schemas.microsoft.com/office/drawing/2014/main" xmlns="" id="{AEEE837C-C551-4A73-A18C-A786C24E6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F3CD2D90-A42A-430C-A4C0-11B379DCD401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xmlns="" id="{8E6350AC-04E6-47F5-826D-63DD81138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6128" y="228600"/>
            <a:ext cx="10271464" cy="2807564"/>
          </a:xfrm>
        </p:spPr>
        <p:txBody>
          <a:bodyPr/>
          <a:lstStyle/>
          <a:p>
            <a:r>
              <a:rPr lang="en-US" altLang="en-US" sz="3200" b="1" dirty="0"/>
              <a:t>Assignment </a:t>
            </a:r>
            <a:r>
              <a:rPr lang="en-US" altLang="en-US" sz="3200" b="1"/>
              <a:t># 2.2</a:t>
            </a:r>
            <a:r>
              <a:rPr lang="en-US" altLang="en-US" sz="3200" b="1" dirty="0"/>
              <a:t/>
            </a:r>
            <a:br>
              <a:rPr lang="en-US" altLang="en-US" sz="3200" b="1" dirty="0"/>
            </a:br>
            <a:r>
              <a:rPr lang="en-US" altLang="en-US" sz="3200" b="1" dirty="0"/>
              <a:t>a. Find F of the following  Boolean Expression</a:t>
            </a:r>
            <a:br>
              <a:rPr lang="en-US" altLang="en-US" sz="3200" b="1" dirty="0"/>
            </a:br>
            <a:r>
              <a:rPr lang="en-US" altLang="en-US" sz="3200" b="1" dirty="0"/>
              <a:t>b. Write Truth Table</a:t>
            </a:r>
            <a:br>
              <a:rPr lang="en-US" altLang="en-US" sz="3200" b="1" dirty="0"/>
            </a:br>
            <a:r>
              <a:rPr lang="en-US" altLang="en-US" sz="3200" b="1" dirty="0"/>
              <a:t>c. Draw Logic Diagram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xmlns="" id="{1AA58631-C6C2-4BF9-8C17-5DD07893C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3888418"/>
            <a:ext cx="7772400" cy="2302831"/>
          </a:xfrm>
        </p:spPr>
        <p:txBody>
          <a:bodyPr/>
          <a:lstStyle/>
          <a:p>
            <a:r>
              <a:rPr lang="en-US" altLang="en-US" dirty="0"/>
              <a:t> </a:t>
            </a:r>
          </a:p>
          <a:p>
            <a:r>
              <a:rPr lang="en-US" altLang="en-US" dirty="0"/>
              <a:t>  </a:t>
            </a:r>
            <a:r>
              <a:rPr lang="en-US" altLang="en-US" sz="2800" b="1" dirty="0"/>
              <a:t>F(A, B,C,D) =</a:t>
            </a:r>
          </a:p>
        </p:txBody>
      </p:sp>
      <p:grpSp>
        <p:nvGrpSpPr>
          <p:cNvPr id="78853" name="Group 27">
            <a:extLst>
              <a:ext uri="{FF2B5EF4-FFF2-40B4-BE49-F238E27FC236}">
                <a16:creationId xmlns:a16="http://schemas.microsoft.com/office/drawing/2014/main" xmlns="" id="{219E375F-F554-4F35-8E8A-B13613849186}"/>
              </a:ext>
            </a:extLst>
          </p:cNvPr>
          <p:cNvGrpSpPr>
            <a:grpSpLocks/>
          </p:cNvGrpSpPr>
          <p:nvPr/>
        </p:nvGrpSpPr>
        <p:grpSpPr bwMode="auto">
          <a:xfrm>
            <a:off x="2711404" y="3888418"/>
            <a:ext cx="4956175" cy="509588"/>
            <a:chOff x="871" y="948"/>
            <a:chExt cx="3122" cy="321"/>
          </a:xfrm>
        </p:grpSpPr>
        <p:sp>
          <p:nvSpPr>
            <p:cNvPr id="78854" name="Rectangle 5">
              <a:extLst>
                <a:ext uri="{FF2B5EF4-FFF2-40B4-BE49-F238E27FC236}">
                  <a16:creationId xmlns:a16="http://schemas.microsoft.com/office/drawing/2014/main" xmlns="" id="{5B8B8259-B1F3-4638-92DE-8AFA2542F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1115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 14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5" name="Rectangle 6">
              <a:extLst>
                <a:ext uri="{FF2B5EF4-FFF2-40B4-BE49-F238E27FC236}">
                  <a16:creationId xmlns:a16="http://schemas.microsoft.com/office/drawing/2014/main" xmlns="" id="{D1F0EE00-118B-479F-A2FD-3A8CF42D4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3" y="1115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 11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6" name="Rectangle 7">
              <a:extLst>
                <a:ext uri="{FF2B5EF4-FFF2-40B4-BE49-F238E27FC236}">
                  <a16:creationId xmlns:a16="http://schemas.microsoft.com/office/drawing/2014/main" xmlns="" id="{F7916477-65FB-4E2B-A88C-D85DE5860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4" y="1115"/>
              <a:ext cx="12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 8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7" name="Rectangle 8">
              <a:extLst>
                <a:ext uri="{FF2B5EF4-FFF2-40B4-BE49-F238E27FC236}">
                  <a16:creationId xmlns:a16="http://schemas.microsoft.com/office/drawing/2014/main" xmlns="" id="{61397922-22DE-4661-8409-345E27CCF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7" y="1115"/>
              <a:ext cx="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600" b="1">
                  <a:solidFill>
                    <a:srgbClr val="000000"/>
                  </a:solidFill>
                </a:rPr>
                <a:t> 3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8" name="Rectangle 9">
              <a:extLst>
                <a:ext uri="{FF2B5EF4-FFF2-40B4-BE49-F238E27FC236}">
                  <a16:creationId xmlns:a16="http://schemas.microsoft.com/office/drawing/2014/main" xmlns="" id="{41E41EA1-CE43-4502-B518-CB54A741E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97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59" name="Rectangle 10">
              <a:extLst>
                <a:ext uri="{FF2B5EF4-FFF2-40B4-BE49-F238E27FC236}">
                  <a16:creationId xmlns:a16="http://schemas.microsoft.com/office/drawing/2014/main" xmlns="" id="{47C27836-6963-4906-8456-9D090710C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97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0" name="Rectangle 11">
              <a:extLst>
                <a:ext uri="{FF2B5EF4-FFF2-40B4-BE49-F238E27FC236}">
                  <a16:creationId xmlns:a16="http://schemas.microsoft.com/office/drawing/2014/main" xmlns="" id="{AC283A2B-8869-40E9-B75C-DF2878BFC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6" y="97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 M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1" name="Rectangle 12">
              <a:extLst>
                <a:ext uri="{FF2B5EF4-FFF2-40B4-BE49-F238E27FC236}">
                  <a16:creationId xmlns:a16="http://schemas.microsoft.com/office/drawing/2014/main" xmlns="" id="{6FB3B607-3CB9-4794-9157-9BC3B501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8" y="973"/>
              <a:ext cx="21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 dirty="0">
                  <a:solidFill>
                    <a:srgbClr val="000000"/>
                  </a:solidFill>
                </a:rPr>
                <a:t>M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78862" name="Rectangle 13">
              <a:extLst>
                <a:ext uri="{FF2B5EF4-FFF2-40B4-BE49-F238E27FC236}">
                  <a16:creationId xmlns:a16="http://schemas.microsoft.com/office/drawing/2014/main" xmlns="" id="{5EE261E1-39C6-4ED8-B497-1521996DF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973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 dirty="0">
                  <a:solidFill>
                    <a:srgbClr val="000000"/>
                  </a:solidFill>
                </a:rPr>
                <a:t>)</a:t>
              </a:r>
              <a:endParaRPr lang="en-US" alt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78863" name="Rectangle 14">
              <a:extLst>
                <a:ext uri="{FF2B5EF4-FFF2-40B4-BE49-F238E27FC236}">
                  <a16:creationId xmlns:a16="http://schemas.microsoft.com/office/drawing/2014/main" xmlns="" id="{E1A52FAF-59CC-4FF5-8E13-D2118FB41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0" y="973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D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4" name="Rectangle 15">
              <a:extLst>
                <a:ext uri="{FF2B5EF4-FFF2-40B4-BE49-F238E27FC236}">
                  <a16:creationId xmlns:a16="http://schemas.microsoft.com/office/drawing/2014/main" xmlns="" id="{D95B8737-CD41-4CBA-86CD-5321E8383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973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5" name="Rectangle 16">
              <a:extLst>
                <a:ext uri="{FF2B5EF4-FFF2-40B4-BE49-F238E27FC236}">
                  <a16:creationId xmlns:a16="http://schemas.microsoft.com/office/drawing/2014/main" xmlns="" id="{069FB709-DE07-43EE-A959-5EF349F7A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5" y="973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C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6" name="Rectangle 17">
              <a:extLst>
                <a:ext uri="{FF2B5EF4-FFF2-40B4-BE49-F238E27FC236}">
                  <a16:creationId xmlns:a16="http://schemas.microsoft.com/office/drawing/2014/main" xmlns="" id="{1F0A46A2-0769-4242-9DEE-1F0AA10FD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973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7" name="Rectangle 18">
              <a:extLst>
                <a:ext uri="{FF2B5EF4-FFF2-40B4-BE49-F238E27FC236}">
                  <a16:creationId xmlns:a16="http://schemas.microsoft.com/office/drawing/2014/main" xmlns="" id="{EC4FE775-E1DB-4D1A-B208-2021C338C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0" y="973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B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8" name="Rectangle 19">
              <a:extLst>
                <a:ext uri="{FF2B5EF4-FFF2-40B4-BE49-F238E27FC236}">
                  <a16:creationId xmlns:a16="http://schemas.microsoft.com/office/drawing/2014/main" xmlns="" id="{B506FC56-5B02-4ED9-9CC4-126A72A4D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973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,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69" name="Rectangle 20">
              <a:extLst>
                <a:ext uri="{FF2B5EF4-FFF2-40B4-BE49-F238E27FC236}">
                  <a16:creationId xmlns:a16="http://schemas.microsoft.com/office/drawing/2014/main" xmlns="" id="{A254F872-E386-46F0-8CCC-E60C23C61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" y="973"/>
              <a:ext cx="16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A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0" name="Rectangle 21">
              <a:extLst>
                <a:ext uri="{FF2B5EF4-FFF2-40B4-BE49-F238E27FC236}">
                  <a16:creationId xmlns:a16="http://schemas.microsoft.com/office/drawing/2014/main" xmlns="" id="{CE254DD4-42CA-4CD2-9815-699BBA8FB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" y="973"/>
              <a:ext cx="7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(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1" name="Rectangle 22">
              <a:extLst>
                <a:ext uri="{FF2B5EF4-FFF2-40B4-BE49-F238E27FC236}">
                  <a16:creationId xmlns:a16="http://schemas.microsoft.com/office/drawing/2014/main" xmlns="" id="{D138DD1E-9464-45D1-82DA-21356A7F5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" y="973"/>
              <a:ext cx="1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</a:rPr>
                <a:t>F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2" name="Rectangle 23">
              <a:extLst>
                <a:ext uri="{FF2B5EF4-FFF2-40B4-BE49-F238E27FC236}">
                  <a16:creationId xmlns:a16="http://schemas.microsoft.com/office/drawing/2014/main" xmlns="" id="{1F1DAD9A-3577-4839-83FF-C06F789DA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9" y="948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3" name="Rectangle 24">
              <a:extLst>
                <a:ext uri="{FF2B5EF4-FFF2-40B4-BE49-F238E27FC236}">
                  <a16:creationId xmlns:a16="http://schemas.microsoft.com/office/drawing/2014/main" xmlns="" id="{25063145-591F-48EF-864A-82097EE2F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" y="948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4" name="Rectangle 25">
              <a:extLst>
                <a:ext uri="{FF2B5EF4-FFF2-40B4-BE49-F238E27FC236}">
                  <a16:creationId xmlns:a16="http://schemas.microsoft.com/office/drawing/2014/main" xmlns="" id="{91CFF095-351F-42EF-A95A-C5E67319C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7" y="948"/>
              <a:ext cx="5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 b="1">
                  <a:solidFill>
                    <a:srgbClr val="000000"/>
                  </a:solidFill>
                  <a:latin typeface="Symbol" panose="05050102010706020507" pitchFamily="18" charset="2"/>
                </a:rPr>
                <a:t>×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78875" name="Rectangle 26">
              <a:extLst>
                <a:ext uri="{FF2B5EF4-FFF2-40B4-BE49-F238E27FC236}">
                  <a16:creationId xmlns:a16="http://schemas.microsoft.com/office/drawing/2014/main" xmlns="" id="{3654A0CF-2141-4905-A169-753012EED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8" y="948"/>
              <a:ext cx="12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8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 sz="240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 advTm="15316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3">
            <a:extLst>
              <a:ext uri="{FF2B5EF4-FFF2-40B4-BE49-F238E27FC236}">
                <a16:creationId xmlns:a16="http://schemas.microsoft.com/office/drawing/2014/main" xmlns="" id="{AC27831B-0F95-4731-B3E1-08DA43BE67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C8CD29D2-C50C-4594-98A5-9D7CA355A6D2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xmlns="" id="{8138CD1F-5EF4-4B9C-9E9A-86C930CEB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Shorthand SOM Form</a:t>
            </a: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xmlns="" id="{65056F1D-830A-460C-A4F6-EAA45E928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 b="1" dirty="0">
                <a:cs typeface="Times New Roman" panose="02020603050405020304" pitchFamily="18" charset="0"/>
              </a:rPr>
              <a:t>F = m</a:t>
            </a:r>
            <a:r>
              <a:rPr lang="en-US" altLang="en-US" sz="2800" b="1" baseline="-25000" dirty="0">
                <a:cs typeface="Times New Roman" panose="02020603050405020304" pitchFamily="18" charset="0"/>
              </a:rPr>
              <a:t>1</a:t>
            </a:r>
            <a:r>
              <a:rPr lang="en-US" altLang="en-US" sz="2800" b="1" dirty="0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 dirty="0">
                <a:cs typeface="Times New Roman" panose="02020603050405020304" pitchFamily="18" charset="0"/>
              </a:rPr>
              <a:t>4</a:t>
            </a:r>
            <a:r>
              <a:rPr lang="en-US" altLang="en-US" sz="2800" b="1" dirty="0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 dirty="0">
                <a:cs typeface="Times New Roman" panose="02020603050405020304" pitchFamily="18" charset="0"/>
              </a:rPr>
              <a:t>5</a:t>
            </a:r>
            <a:r>
              <a:rPr lang="en-US" altLang="en-US" sz="2800" b="1" dirty="0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 dirty="0">
                <a:cs typeface="Times New Roman" panose="02020603050405020304" pitchFamily="18" charset="0"/>
              </a:rPr>
              <a:t>6</a:t>
            </a:r>
            <a:r>
              <a:rPr lang="en-US" altLang="en-US" sz="2800" b="1" dirty="0">
                <a:cs typeface="Times New Roman" panose="02020603050405020304" pitchFamily="18" charset="0"/>
              </a:rPr>
              <a:t>+m</a:t>
            </a:r>
            <a:r>
              <a:rPr lang="en-US" altLang="en-US" sz="2800" b="1" baseline="-25000" dirty="0">
                <a:cs typeface="Times New Roman" panose="02020603050405020304" pitchFamily="18" charset="0"/>
              </a:rPr>
              <a:t>7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 b="1" baseline="-250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800" b="1" baseline="-250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800" b="1" baseline="-25000" dirty="0"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sz="2800" b="1" baseline="-25000" dirty="0"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This can be denoted in the formal shorthand: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800" b="1" dirty="0">
              <a:cs typeface="Times New Roman" panose="02020603050405020304" pitchFamily="18" charset="0"/>
            </a:endParaRPr>
          </a:p>
        </p:txBody>
      </p:sp>
      <p:graphicFrame>
        <p:nvGraphicFramePr>
          <p:cNvPr id="84997" name="Object 4">
            <a:extLst>
              <a:ext uri="{FF2B5EF4-FFF2-40B4-BE49-F238E27FC236}">
                <a16:creationId xmlns:a16="http://schemas.microsoft.com/office/drawing/2014/main" xmlns="" id="{87F8379D-D33E-4601-90A8-4794F81133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0" name="Equation" r:id="rId5" imgW="190500" imgH="419100" progId="Equation.3">
                  <p:embed/>
                </p:oleObj>
              </mc:Choice>
              <mc:Fallback>
                <p:oleObj name="Equation" r:id="rId5" imgW="190500" imgH="419100" progId="Equation.3">
                  <p:embed/>
                  <p:pic>
                    <p:nvPicPr>
                      <p:cNvPr id="84997" name="Object 4">
                        <a:extLst>
                          <a:ext uri="{FF2B5EF4-FFF2-40B4-BE49-F238E27FC236}">
                            <a16:creationId xmlns:a16="http://schemas.microsoft.com/office/drawing/2014/main" xmlns="" id="{87F8379D-D33E-4601-90A8-4794F81133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5">
            <a:extLst>
              <a:ext uri="{FF2B5EF4-FFF2-40B4-BE49-F238E27FC236}">
                <a16:creationId xmlns:a16="http://schemas.microsoft.com/office/drawing/2014/main" xmlns="" id="{CBA051C2-0539-4632-BFDE-24DD674CD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750" y="3219450"/>
          <a:ext cx="19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1" name="Equation" r:id="rId7" imgW="190500" imgH="419100" progId="Equation.3">
                  <p:embed/>
                </p:oleObj>
              </mc:Choice>
              <mc:Fallback>
                <p:oleObj name="Equation" r:id="rId7" imgW="190500" imgH="419100" progId="Equation.3">
                  <p:embed/>
                  <p:pic>
                    <p:nvPicPr>
                      <p:cNvPr id="84998" name="Object 5">
                        <a:extLst>
                          <a:ext uri="{FF2B5EF4-FFF2-40B4-BE49-F238E27FC236}">
                            <a16:creationId xmlns:a16="http://schemas.microsoft.com/office/drawing/2014/main" xmlns="" id="{CBA051C2-0539-4632-BFDE-24DD674CD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3219450"/>
                        <a:ext cx="190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6">
            <a:extLst>
              <a:ext uri="{FF2B5EF4-FFF2-40B4-BE49-F238E27FC236}">
                <a16:creationId xmlns:a16="http://schemas.microsoft.com/office/drawing/2014/main" xmlns="" id="{FB1D99F0-52C8-430A-84CA-3B016DBFA7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711946"/>
              </p:ext>
            </p:extLst>
          </p:nvPr>
        </p:nvGraphicFramePr>
        <p:xfrm>
          <a:off x="3148013" y="4695825"/>
          <a:ext cx="3822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2" name="Equation" r:id="rId8" imgW="3822700" imgH="368300" progId="Equation.3">
                  <p:embed/>
                </p:oleObj>
              </mc:Choice>
              <mc:Fallback>
                <p:oleObj name="Equation" r:id="rId8" imgW="3822700" imgH="368300" progId="Equation.3">
                  <p:embed/>
                  <p:pic>
                    <p:nvPicPr>
                      <p:cNvPr id="84999" name="Object 6">
                        <a:extLst>
                          <a:ext uri="{FF2B5EF4-FFF2-40B4-BE49-F238E27FC236}">
                            <a16:creationId xmlns:a16="http://schemas.microsoft.com/office/drawing/2014/main" xmlns="" id="{FB1D99F0-52C8-430A-84CA-3B016DBFA7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4695825"/>
                        <a:ext cx="3822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advTm="672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9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3">
            <a:extLst>
              <a:ext uri="{FF2B5EF4-FFF2-40B4-BE49-F238E27FC236}">
                <a16:creationId xmlns:a16="http://schemas.microsoft.com/office/drawing/2014/main" xmlns="" id="{06550675-AC1F-4C24-A616-F75D23001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B7C6EEC1-D268-472F-A698-94D5AC4D3A4C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xmlns="" id="{B58A7AA6-DC94-4B1E-A0A9-ED2C71CFD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4250" y="1"/>
            <a:ext cx="7772400" cy="1020763"/>
          </a:xfrm>
        </p:spPr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Function Complements</a:t>
            </a: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xmlns="" id="{51D467A7-C667-4490-B8F8-F72DF7751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43138" y="1314451"/>
            <a:ext cx="7772400" cy="5013325"/>
          </a:xfrm>
          <a:noFill/>
        </p:spPr>
        <p:txBody>
          <a:bodyPr/>
          <a:lstStyle/>
          <a:p>
            <a:r>
              <a:rPr lang="en-US" altLang="en-US" sz="2800" b="1" dirty="0">
                <a:cs typeface="Times New Roman" panose="02020603050405020304" pitchFamily="18" charset="0"/>
              </a:rPr>
              <a:t>The complement of a function expressed as a sum of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is constructed by selecting the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missing in the sum-of-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canonical forms.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Alternatively, the complement of a function expressed by a Sum of 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form is simply the Product of Maxterms with the same indices.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grpSp>
        <p:nvGrpSpPr>
          <p:cNvPr id="90117" name="Group 71">
            <a:extLst>
              <a:ext uri="{FF2B5EF4-FFF2-40B4-BE49-F238E27FC236}">
                <a16:creationId xmlns:a16="http://schemas.microsoft.com/office/drawing/2014/main" xmlns="" id="{FB13901C-4C3A-4D2A-80C4-1B200C367694}"/>
              </a:ext>
            </a:extLst>
          </p:cNvPr>
          <p:cNvGrpSpPr>
            <a:grpSpLocks/>
          </p:cNvGrpSpPr>
          <p:nvPr/>
        </p:nvGrpSpPr>
        <p:grpSpPr bwMode="auto">
          <a:xfrm>
            <a:off x="3179114" y="4455319"/>
            <a:ext cx="4121150" cy="536575"/>
            <a:chOff x="2376" y="2818"/>
            <a:chExt cx="2596" cy="338"/>
          </a:xfrm>
        </p:grpSpPr>
        <p:sp>
          <p:nvSpPr>
            <p:cNvPr id="90161" name="Rectangle 51">
              <a:extLst>
                <a:ext uri="{FF2B5EF4-FFF2-40B4-BE49-F238E27FC236}">
                  <a16:creationId xmlns:a16="http://schemas.microsoft.com/office/drawing/2014/main" xmlns="" id="{2F6EEB23-CB25-49AD-9760-A1D3CBE88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285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)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2" name="Rectangle 52">
              <a:extLst>
                <a:ext uri="{FF2B5EF4-FFF2-40B4-BE49-F238E27FC236}">
                  <a16:creationId xmlns:a16="http://schemas.microsoft.com/office/drawing/2014/main" xmlns="" id="{AAA4A194-1C37-44D3-B10C-CB01F7094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 dirty="0">
                  <a:solidFill>
                    <a:srgbClr val="000000"/>
                  </a:solidFill>
                </a:rPr>
                <a:t>7</a:t>
              </a:r>
              <a:endParaRPr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90163" name="Rectangle 53">
              <a:extLst>
                <a:ext uri="{FF2B5EF4-FFF2-40B4-BE49-F238E27FC236}">
                  <a16:creationId xmlns:a16="http://schemas.microsoft.com/office/drawing/2014/main" xmlns="" id="{4AA678DB-59CA-427D-B447-56782C0B5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85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4" name="Rectangle 54">
              <a:extLst>
                <a:ext uri="{FF2B5EF4-FFF2-40B4-BE49-F238E27FC236}">
                  <a16:creationId xmlns:a16="http://schemas.microsoft.com/office/drawing/2014/main" xmlns="" id="{51059337-6491-4A4D-89F5-E481BD70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5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5" name="Rectangle 55">
              <a:extLst>
                <a:ext uri="{FF2B5EF4-FFF2-40B4-BE49-F238E27FC236}">
                  <a16:creationId xmlns:a16="http://schemas.microsoft.com/office/drawing/2014/main" xmlns="" id="{A24B9573-5CB8-4B9C-8772-0CF24E950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" y="285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6" name="Rectangle 56">
              <a:extLst>
                <a:ext uri="{FF2B5EF4-FFF2-40B4-BE49-F238E27FC236}">
                  <a16:creationId xmlns:a16="http://schemas.microsoft.com/office/drawing/2014/main" xmlns="" id="{97381CDF-C935-48AB-A5AC-97FA68AEB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3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7" name="Rectangle 57">
              <a:extLst>
                <a:ext uri="{FF2B5EF4-FFF2-40B4-BE49-F238E27FC236}">
                  <a16:creationId xmlns:a16="http://schemas.microsoft.com/office/drawing/2014/main" xmlns="" id="{C31F4964-7B24-4DF7-9760-675B3DE01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285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8" name="Rectangle 58">
              <a:extLst>
                <a:ext uri="{FF2B5EF4-FFF2-40B4-BE49-F238E27FC236}">
                  <a16:creationId xmlns:a16="http://schemas.microsoft.com/office/drawing/2014/main" xmlns="" id="{973BF04E-672F-4D2A-BE64-A3239901E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" y="285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1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69" name="Rectangle 59">
              <a:extLst>
                <a:ext uri="{FF2B5EF4-FFF2-40B4-BE49-F238E27FC236}">
                  <a16:creationId xmlns:a16="http://schemas.microsoft.com/office/drawing/2014/main" xmlns="" id="{6A8D3920-B301-4607-B14B-7B6B21E18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285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(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0" name="Rectangle 60">
              <a:extLst>
                <a:ext uri="{FF2B5EF4-FFF2-40B4-BE49-F238E27FC236}">
                  <a16:creationId xmlns:a16="http://schemas.microsoft.com/office/drawing/2014/main" xmlns="" id="{17B3971F-DC50-416A-AFF1-6BA599B5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1" y="281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)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1" name="Rectangle 61">
              <a:extLst>
                <a:ext uri="{FF2B5EF4-FFF2-40B4-BE49-F238E27FC236}">
                  <a16:creationId xmlns:a16="http://schemas.microsoft.com/office/drawing/2014/main" xmlns="" id="{CC199153-E3D2-4964-A105-C60E8426F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818"/>
              <a:ext cx="110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z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2" name="Rectangle 62">
              <a:extLst>
                <a:ext uri="{FF2B5EF4-FFF2-40B4-BE49-F238E27FC236}">
                  <a16:creationId xmlns:a16="http://schemas.microsoft.com/office/drawing/2014/main" xmlns="" id="{1E3FF2EE-B76E-4456-9261-D0AF8CD0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3" y="281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3" name="Rectangle 63">
              <a:extLst>
                <a:ext uri="{FF2B5EF4-FFF2-40B4-BE49-F238E27FC236}">
                  <a16:creationId xmlns:a16="http://schemas.microsoft.com/office/drawing/2014/main" xmlns="" id="{8C38D298-F4EB-4AD3-AC37-457E414E9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" y="281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y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4" name="Rectangle 64">
              <a:extLst>
                <a:ext uri="{FF2B5EF4-FFF2-40B4-BE49-F238E27FC236}">
                  <a16:creationId xmlns:a16="http://schemas.microsoft.com/office/drawing/2014/main" xmlns="" id="{E8AFBE5C-9B8F-45C8-9013-8D53F8617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8" y="2818"/>
              <a:ext cx="62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,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5" name="Rectangle 65">
              <a:extLst>
                <a:ext uri="{FF2B5EF4-FFF2-40B4-BE49-F238E27FC236}">
                  <a16:creationId xmlns:a16="http://schemas.microsoft.com/office/drawing/2014/main" xmlns="" id="{9CF80F1A-DC2F-4263-AD61-F9F1A2BAC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" y="2818"/>
              <a:ext cx="12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x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6" name="Rectangle 66">
              <a:extLst>
                <a:ext uri="{FF2B5EF4-FFF2-40B4-BE49-F238E27FC236}">
                  <a16:creationId xmlns:a16="http://schemas.microsoft.com/office/drawing/2014/main" xmlns="" id="{1E8C5487-7EB5-4E94-B9CC-4BDFBD069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18"/>
              <a:ext cx="83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</a:rPr>
                <a:t>(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7" name="Rectangle 67">
              <a:extLst>
                <a:ext uri="{FF2B5EF4-FFF2-40B4-BE49-F238E27FC236}">
                  <a16:creationId xmlns:a16="http://schemas.microsoft.com/office/drawing/2014/main" xmlns="" id="{C2ACAD1B-BC61-441C-83C3-B3C41BAE5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6" y="2818"/>
              <a:ext cx="151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 dirty="0">
                  <a:solidFill>
                    <a:srgbClr val="000000"/>
                  </a:solidFill>
                </a:rPr>
                <a:t>F</a:t>
              </a:r>
              <a:endParaRPr lang="en-US" altLang="en-US" dirty="0">
                <a:solidFill>
                  <a:srgbClr val="000000"/>
                </a:solidFill>
              </a:endParaRPr>
            </a:p>
          </p:txBody>
        </p:sp>
        <p:sp>
          <p:nvSpPr>
            <p:cNvPr id="90178" name="Rectangle 68">
              <a:extLst>
                <a:ext uri="{FF2B5EF4-FFF2-40B4-BE49-F238E27FC236}">
                  <a16:creationId xmlns:a16="http://schemas.microsoft.com/office/drawing/2014/main" xmlns="" id="{2BC914AF-C913-45AB-80BD-A492A1647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7" y="2964"/>
              <a:ext cx="12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800" b="1">
                  <a:solidFill>
                    <a:srgbClr val="000000"/>
                  </a:solidFill>
                </a:rPr>
                <a:t>m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79" name="Rectangle 69">
              <a:extLst>
                <a:ext uri="{FF2B5EF4-FFF2-40B4-BE49-F238E27FC236}">
                  <a16:creationId xmlns:a16="http://schemas.microsoft.com/office/drawing/2014/main" xmlns="" id="{23554E2A-1008-4B62-A15D-49B627232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2825"/>
              <a:ext cx="147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  <a:latin typeface="Symbol" panose="05050102010706020507" pitchFamily="18" charset="2"/>
                </a:rPr>
                <a:t>S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  <p:sp>
          <p:nvSpPr>
            <p:cNvPr id="90180" name="Rectangle 70">
              <a:extLst>
                <a:ext uri="{FF2B5EF4-FFF2-40B4-BE49-F238E27FC236}">
                  <a16:creationId xmlns:a16="http://schemas.microsoft.com/office/drawing/2014/main" xmlns="" id="{F8016576-F828-4825-854E-43815BDC1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1" y="2825"/>
              <a:ext cx="1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3100" b="1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1E2E74-A5F8-450B-B620-B07BCBE92B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101" y="5212556"/>
            <a:ext cx="3985605" cy="480102"/>
          </a:xfrm>
          <a:prstGeom prst="rect">
            <a:avLst/>
          </a:prstGeom>
        </p:spPr>
      </p:pic>
      <p:pic>
        <p:nvPicPr>
          <p:cNvPr id="5" name="Picture 4" descr="A picture containing table, drawing&#10;&#10;Description automatically generated">
            <a:extLst>
              <a:ext uri="{FF2B5EF4-FFF2-40B4-BE49-F238E27FC236}">
                <a16:creationId xmlns:a16="http://schemas.microsoft.com/office/drawing/2014/main" xmlns="" id="{B0F4B37C-15BA-46A1-AD09-1AC68A9610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871" y="5862406"/>
            <a:ext cx="4115157" cy="67823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1495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3">
            <a:extLst>
              <a:ext uri="{FF2B5EF4-FFF2-40B4-BE49-F238E27FC236}">
                <a16:creationId xmlns:a16="http://schemas.microsoft.com/office/drawing/2014/main" xmlns="" id="{D31A6BC6-74F6-4DD7-B9EE-9206B9834D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</a:rPr>
              <a:t>Chapter 2 - Part 1         </a:t>
            </a:r>
            <a:fld id="{2C87F7B6-1A88-445A-88E2-9461C20F1877}" type="slidenum">
              <a:rPr lang="en-US" altLang="en-US" sz="1600">
                <a:solidFill>
                  <a:srgbClr val="000000"/>
                </a:solidFill>
              </a:rPr>
              <a:pPr algn="l" eaLnBrk="0" fontAlgn="base" hangingPunct="0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 sz="1600">
              <a:solidFill>
                <a:srgbClr val="000000"/>
              </a:solidFill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xmlns="" id="{B28C3537-E645-4E52-B19F-4E63CD7DD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chemeClr val="tx1"/>
                </a:solidFill>
              </a:rPr>
              <a:t>Conversion Between Forms</a:t>
            </a: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xmlns="" id="{6F77231A-3198-4612-A691-013FA69A95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295401"/>
            <a:ext cx="8458200" cy="5027613"/>
          </a:xfrm>
        </p:spPr>
        <p:txBody>
          <a:bodyPr/>
          <a:lstStyle/>
          <a:p>
            <a:r>
              <a:rPr lang="en-US" altLang="en-US" sz="2800" b="1" dirty="0">
                <a:cs typeface="Times New Roman" panose="02020603050405020304" pitchFamily="18" charset="0"/>
              </a:rPr>
              <a:t>To convert between sum-of-</a:t>
            </a:r>
            <a:r>
              <a:rPr lang="en-US" altLang="en-US" sz="2800" b="1" dirty="0" err="1">
                <a:cs typeface="Times New Roman" panose="02020603050405020304" pitchFamily="18" charset="0"/>
              </a:rPr>
              <a:t>minterms</a:t>
            </a:r>
            <a:r>
              <a:rPr lang="en-US" altLang="en-US" sz="2800" b="1" dirty="0">
                <a:cs typeface="Times New Roman" panose="02020603050405020304" pitchFamily="18" charset="0"/>
              </a:rPr>
              <a:t> and product-of-maxterms form (or vice-versa) we follow these steps:</a:t>
            </a: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Find the function complement by swapping terms in the list with terms not in the list.</a:t>
            </a:r>
          </a:p>
          <a:p>
            <a:pPr lvl="1"/>
            <a:r>
              <a:rPr lang="en-US" altLang="en-US" sz="2400" b="1" dirty="0">
                <a:cs typeface="Times New Roman" panose="02020603050405020304" pitchFamily="18" charset="0"/>
              </a:rPr>
              <a:t>Change from products to sums, or vice versa.</a:t>
            </a:r>
          </a:p>
          <a:p>
            <a:r>
              <a:rPr lang="en-US" altLang="en-US" sz="2800" b="1" dirty="0" err="1">
                <a:cs typeface="Times New Roman" panose="02020603050405020304" pitchFamily="18" charset="0"/>
              </a:rPr>
              <a:t>Example:Given</a:t>
            </a:r>
            <a:r>
              <a:rPr lang="en-US" altLang="en-US" sz="2800" b="1" dirty="0">
                <a:cs typeface="Times New Roman" panose="02020603050405020304" pitchFamily="18" charset="0"/>
              </a:rPr>
              <a:t> F as before:</a:t>
            </a: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Form the Complement: </a:t>
            </a:r>
          </a:p>
          <a:p>
            <a:r>
              <a:rPr lang="en-US" altLang="en-US" sz="2800" b="1" dirty="0">
                <a:cs typeface="Times New Roman" panose="02020603050405020304" pitchFamily="18" charset="0"/>
              </a:rPr>
              <a:t>Then use the other form with the same indices – this </a:t>
            </a:r>
            <a:br>
              <a:rPr lang="en-US" altLang="en-US" sz="2800" b="1" dirty="0">
                <a:cs typeface="Times New Roman" panose="02020603050405020304" pitchFamily="18" charset="0"/>
              </a:rPr>
            </a:br>
            <a:r>
              <a:rPr lang="en-US" altLang="en-US" sz="2800" b="1" dirty="0">
                <a:cs typeface="Times New Roman" panose="02020603050405020304" pitchFamily="18" charset="0"/>
              </a:rPr>
              <a:t>forms the complement again, giving the other form of the original function:</a:t>
            </a:r>
          </a:p>
          <a:p>
            <a:endParaRPr lang="en-US" altLang="en-US" sz="2800" b="1" dirty="0">
              <a:cs typeface="Times New Roman" panose="02020603050405020304" pitchFamily="18" charset="0"/>
            </a:endParaRPr>
          </a:p>
          <a:p>
            <a:endParaRPr lang="en-US" altLang="en-US" sz="2400" b="1" dirty="0">
              <a:cs typeface="Times New Roman" panose="02020603050405020304" pitchFamily="18" charset="0"/>
            </a:endParaRPr>
          </a:p>
          <a:p>
            <a:endParaRPr lang="en-US" altLang="en-US" sz="2400" dirty="0"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graphicFrame>
        <p:nvGraphicFramePr>
          <p:cNvPr id="91141" name="Object 4">
            <a:extLst>
              <a:ext uri="{FF2B5EF4-FFF2-40B4-BE49-F238E27FC236}">
                <a16:creationId xmlns:a16="http://schemas.microsoft.com/office/drawing/2014/main" xmlns="" id="{8ADF8A44-E7B6-4282-8CF2-9FA5EEA930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2926" y="4006850"/>
          <a:ext cx="377507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8" name="Equation" r:id="rId5" imgW="3352800" imgH="368300" progId="Equation.3">
                  <p:embed/>
                </p:oleObj>
              </mc:Choice>
              <mc:Fallback>
                <p:oleObj name="Equation" r:id="rId5" imgW="3352800" imgH="368300" progId="Equation.3">
                  <p:embed/>
                  <p:pic>
                    <p:nvPicPr>
                      <p:cNvPr id="91141" name="Object 4">
                        <a:extLst>
                          <a:ext uri="{FF2B5EF4-FFF2-40B4-BE49-F238E27FC236}">
                            <a16:creationId xmlns:a16="http://schemas.microsoft.com/office/drawing/2014/main" xmlns="" id="{8ADF8A44-E7B6-4282-8CF2-9FA5EEA93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2926" y="4006850"/>
                        <a:ext cx="377507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6">
            <a:extLst>
              <a:ext uri="{FF2B5EF4-FFF2-40B4-BE49-F238E27FC236}">
                <a16:creationId xmlns:a16="http://schemas.microsoft.com/office/drawing/2014/main" xmlns="" id="{51C38925-0F18-444B-8DBC-F52B93B5F9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7464" y="5886450"/>
          <a:ext cx="38941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9" name="Equation" r:id="rId7" imgW="3467100" imgH="368300" progId="Equation.3">
                  <p:embed/>
                </p:oleObj>
              </mc:Choice>
              <mc:Fallback>
                <p:oleObj name="Equation" r:id="rId7" imgW="3467100" imgH="368300" progId="Equation.3">
                  <p:embed/>
                  <p:pic>
                    <p:nvPicPr>
                      <p:cNvPr id="91143" name="Object 6">
                        <a:extLst>
                          <a:ext uri="{FF2B5EF4-FFF2-40B4-BE49-F238E27FC236}">
                            <a16:creationId xmlns:a16="http://schemas.microsoft.com/office/drawing/2014/main" xmlns="" id="{51C38925-0F18-444B-8DBC-F52B93B5F9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464" y="5886450"/>
                        <a:ext cx="389413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xmlns="" id="{ABFD7082-9670-4DEB-9D36-4EFE515657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900" y="4455774"/>
            <a:ext cx="3985605" cy="480102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Tm="1644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1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1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7.7|17.3|7.4|16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|1.3|2.3|16.1|5.1|34.5|3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2|1.6|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41.4|29.9|12.9|3.3|2.2|3.1|186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9.3|9.9|2.4|1.3|0.8|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4.8|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5.6|12.2|18.5|3.1|8.3|9.3|4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3.5|16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7|3.2|4.4|50|8.9|87.9|16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|4.4|31.3|13|11|12.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8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6.7|0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3|7.1|13|34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10.2|10.3|4.4|4.4|18.9|1.4|7.6|7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2916</TotalTime>
  <Words>1979</Words>
  <Application>Microsoft Office PowerPoint</Application>
  <PresentationFormat>Widescreen</PresentationFormat>
  <Paragraphs>777</Paragraphs>
  <Slides>20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Calibri Light</vt:lpstr>
      <vt:lpstr>Helvetica</vt:lpstr>
      <vt:lpstr>Symbol</vt:lpstr>
      <vt:lpstr>Times New Roman</vt:lpstr>
      <vt:lpstr>Wingdings</vt:lpstr>
      <vt:lpstr>Office Theme</vt:lpstr>
      <vt:lpstr>Default Design</vt:lpstr>
      <vt:lpstr>Equation</vt:lpstr>
      <vt:lpstr>Expression Simplification</vt:lpstr>
      <vt:lpstr>Complementing Functions</vt:lpstr>
      <vt:lpstr>Overview – Canonical Forms</vt:lpstr>
      <vt:lpstr>Canonical Forms</vt:lpstr>
      <vt:lpstr>Minterms</vt:lpstr>
      <vt:lpstr>Maxterms</vt:lpstr>
      <vt:lpstr>Maxterms and Minterms</vt:lpstr>
      <vt:lpstr>Standard Order</vt:lpstr>
      <vt:lpstr>Purpose of the Index</vt:lpstr>
      <vt:lpstr>Index Example in Three Variables</vt:lpstr>
      <vt:lpstr>Index Examples – Four Variables</vt:lpstr>
      <vt:lpstr>Function Tables for Both</vt:lpstr>
      <vt:lpstr>Observations</vt:lpstr>
      <vt:lpstr>Minterm Function Example</vt:lpstr>
      <vt:lpstr>Assignment # 2.1 a. Find F of the following  Boolean Expression b. Write Truth Table c. Draw Logic Diagram</vt:lpstr>
      <vt:lpstr>Maxterm Function Example</vt:lpstr>
      <vt:lpstr>Assignment # 2.2 a. Find F of the following  Boolean Expression b. Write Truth Table c. Draw Logic Diagram</vt:lpstr>
      <vt:lpstr>Shorthand SOM Form</vt:lpstr>
      <vt:lpstr>Function Complements</vt:lpstr>
      <vt:lpstr>Conversion Between Forms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Nutech</dc:creator>
  <cp:lastModifiedBy>Windows User</cp:lastModifiedBy>
  <cp:revision>89</cp:revision>
  <dcterms:created xsi:type="dcterms:W3CDTF">2020-04-18T07:13:17Z</dcterms:created>
  <dcterms:modified xsi:type="dcterms:W3CDTF">2025-02-20T06:38:05Z</dcterms:modified>
</cp:coreProperties>
</file>